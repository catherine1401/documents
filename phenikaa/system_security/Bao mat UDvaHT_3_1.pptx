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autoCompressPictures="0">
  <p:sldMasterIdLst>
    <p:sldMasterId id="2147483648" r:id="rId4"/>
    <p:sldMasterId id="2147483658" r:id="rId5"/>
  </p:sldMasterIdLst>
  <p:notesMasterIdLst>
    <p:notesMasterId r:id="rId63"/>
  </p:notesMasterIdLst>
  <p:sldIdLst>
    <p:sldId id="256" r:id="rId6"/>
    <p:sldId id="257" r:id="rId7"/>
    <p:sldId id="261" r:id="rId8"/>
    <p:sldId id="313" r:id="rId9"/>
    <p:sldId id="407" r:id="rId10"/>
    <p:sldId id="408" r:id="rId11"/>
    <p:sldId id="409" r:id="rId12"/>
    <p:sldId id="410" r:id="rId13"/>
    <p:sldId id="411" r:id="rId14"/>
    <p:sldId id="425" r:id="rId15"/>
    <p:sldId id="412" r:id="rId16"/>
    <p:sldId id="413" r:id="rId17"/>
    <p:sldId id="414" r:id="rId18"/>
    <p:sldId id="415" r:id="rId19"/>
    <p:sldId id="416" r:id="rId20"/>
    <p:sldId id="417" r:id="rId21"/>
    <p:sldId id="401" r:id="rId22"/>
    <p:sldId id="418" r:id="rId23"/>
    <p:sldId id="419" r:id="rId24"/>
    <p:sldId id="420" r:id="rId25"/>
    <p:sldId id="421" r:id="rId26"/>
    <p:sldId id="422" r:id="rId27"/>
    <p:sldId id="424" r:id="rId28"/>
    <p:sldId id="423" r:id="rId29"/>
    <p:sldId id="402" r:id="rId30"/>
    <p:sldId id="426" r:id="rId31"/>
    <p:sldId id="427" r:id="rId32"/>
    <p:sldId id="428" r:id="rId33"/>
    <p:sldId id="429" r:id="rId34"/>
    <p:sldId id="430" r:id="rId35"/>
    <p:sldId id="431" r:id="rId36"/>
    <p:sldId id="432" r:id="rId37"/>
    <p:sldId id="403" r:id="rId38"/>
    <p:sldId id="433" r:id="rId39"/>
    <p:sldId id="434" r:id="rId40"/>
    <p:sldId id="435" r:id="rId41"/>
    <p:sldId id="436" r:id="rId42"/>
    <p:sldId id="437" r:id="rId43"/>
    <p:sldId id="404" r:id="rId44"/>
    <p:sldId id="440" r:id="rId45"/>
    <p:sldId id="441" r:id="rId46"/>
    <p:sldId id="442" r:id="rId47"/>
    <p:sldId id="443" r:id="rId48"/>
    <p:sldId id="444" r:id="rId49"/>
    <p:sldId id="445" r:id="rId50"/>
    <p:sldId id="446" r:id="rId51"/>
    <p:sldId id="447" r:id="rId52"/>
    <p:sldId id="448" r:id="rId53"/>
    <p:sldId id="406" r:id="rId54"/>
    <p:sldId id="439" r:id="rId55"/>
    <p:sldId id="449" r:id="rId56"/>
    <p:sldId id="450" r:id="rId57"/>
    <p:sldId id="451" r:id="rId58"/>
    <p:sldId id="452" r:id="rId59"/>
    <p:sldId id="453" r:id="rId60"/>
    <p:sldId id="353" r:id="rId61"/>
    <p:sldId id="438" r:id="rId6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CC"/>
    <a:srgbClr val="FF00FF"/>
    <a:srgbClr val="260A8E"/>
    <a:srgbClr val="FFD34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3184" autoAdjust="0"/>
  </p:normalViewPr>
  <p:slideViewPr>
    <p:cSldViewPr snapToGrid="0">
      <p:cViewPr varScale="1">
        <p:scale>
          <a:sx n="70" d="100"/>
          <a:sy n="70" d="100"/>
        </p:scale>
        <p:origin x="660"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1.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slide" Target="slides/slide37.xml"/><Relationship Id="rId47" Type="http://schemas.openxmlformats.org/officeDocument/2006/relationships/slide" Target="slides/slide42.xml"/><Relationship Id="rId50" Type="http://schemas.openxmlformats.org/officeDocument/2006/relationships/slide" Target="slides/slide45.xml"/><Relationship Id="rId55" Type="http://schemas.openxmlformats.org/officeDocument/2006/relationships/slide" Target="slides/slide50.xml"/><Relationship Id="rId63" Type="http://schemas.openxmlformats.org/officeDocument/2006/relationships/notesMaster" Target="notesMasters/notesMaster1.xml"/><Relationship Id="rId7" Type="http://schemas.openxmlformats.org/officeDocument/2006/relationships/slide" Target="slides/slide2.xml"/><Relationship Id="rId2" Type="http://schemas.openxmlformats.org/officeDocument/2006/relationships/customXml" Target="../customXml/item2.xml"/><Relationship Id="rId16" Type="http://schemas.openxmlformats.org/officeDocument/2006/relationships/slide" Target="slides/slide11.xml"/><Relationship Id="rId29" Type="http://schemas.openxmlformats.org/officeDocument/2006/relationships/slide" Target="slides/slide24.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slide" Target="slides/slide35.xml"/><Relationship Id="rId45" Type="http://schemas.openxmlformats.org/officeDocument/2006/relationships/slide" Target="slides/slide40.xml"/><Relationship Id="rId53" Type="http://schemas.openxmlformats.org/officeDocument/2006/relationships/slide" Target="slides/slide48.xml"/><Relationship Id="rId58" Type="http://schemas.openxmlformats.org/officeDocument/2006/relationships/slide" Target="slides/slide53.xml"/><Relationship Id="rId66" Type="http://schemas.openxmlformats.org/officeDocument/2006/relationships/theme" Target="theme/theme1.xml"/><Relationship Id="rId5" Type="http://schemas.openxmlformats.org/officeDocument/2006/relationships/slideMaster" Target="slideMasters/slideMaster2.xml"/><Relationship Id="rId61" Type="http://schemas.openxmlformats.org/officeDocument/2006/relationships/slide" Target="slides/slide56.xml"/><Relationship Id="rId19" Type="http://schemas.openxmlformats.org/officeDocument/2006/relationships/slide" Target="slides/slide1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slide" Target="slides/slide38.xml"/><Relationship Id="rId48" Type="http://schemas.openxmlformats.org/officeDocument/2006/relationships/slide" Target="slides/slide43.xml"/><Relationship Id="rId56" Type="http://schemas.openxmlformats.org/officeDocument/2006/relationships/slide" Target="slides/slide51.xml"/><Relationship Id="rId64" Type="http://schemas.openxmlformats.org/officeDocument/2006/relationships/presProps" Target="presProps.xml"/><Relationship Id="rId8" Type="http://schemas.openxmlformats.org/officeDocument/2006/relationships/slide" Target="slides/slide3.xml"/><Relationship Id="rId51" Type="http://schemas.openxmlformats.org/officeDocument/2006/relationships/slide" Target="slides/slide46.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slide" Target="slides/slide41.xml"/><Relationship Id="rId59" Type="http://schemas.openxmlformats.org/officeDocument/2006/relationships/slide" Target="slides/slide54.xml"/><Relationship Id="rId67" Type="http://schemas.openxmlformats.org/officeDocument/2006/relationships/tableStyles" Target="tableStyles.xml"/><Relationship Id="rId20" Type="http://schemas.openxmlformats.org/officeDocument/2006/relationships/slide" Target="slides/slide15.xml"/><Relationship Id="rId41" Type="http://schemas.openxmlformats.org/officeDocument/2006/relationships/slide" Target="slides/slide36.xml"/><Relationship Id="rId54" Type="http://schemas.openxmlformats.org/officeDocument/2006/relationships/slide" Target="slides/slide49.xml"/><Relationship Id="rId62" Type="http://schemas.openxmlformats.org/officeDocument/2006/relationships/slide" Target="slides/slide57.xml"/><Relationship Id="rId1" Type="http://schemas.openxmlformats.org/officeDocument/2006/relationships/customXml" Target="../customXml/item1.xml"/><Relationship Id="rId6" Type="http://schemas.openxmlformats.org/officeDocument/2006/relationships/slide" Target="slides/slide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slide" Target="slides/slide44.xml"/><Relationship Id="rId57" Type="http://schemas.openxmlformats.org/officeDocument/2006/relationships/slide" Target="slides/slide52.xml"/><Relationship Id="rId10" Type="http://schemas.openxmlformats.org/officeDocument/2006/relationships/slide" Target="slides/slide5.xml"/><Relationship Id="rId31" Type="http://schemas.openxmlformats.org/officeDocument/2006/relationships/slide" Target="slides/slide26.xml"/><Relationship Id="rId44" Type="http://schemas.openxmlformats.org/officeDocument/2006/relationships/slide" Target="slides/slide39.xml"/><Relationship Id="rId52" Type="http://schemas.openxmlformats.org/officeDocument/2006/relationships/slide" Target="slides/slide47.xml"/><Relationship Id="rId60" Type="http://schemas.openxmlformats.org/officeDocument/2006/relationships/slide" Target="slides/slide55.xml"/><Relationship Id="rId65"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4.xml"/><Relationship Id="rId13" Type="http://schemas.openxmlformats.org/officeDocument/2006/relationships/slide" Target="slides/slide8.xml"/><Relationship Id="rId18" Type="http://schemas.openxmlformats.org/officeDocument/2006/relationships/slide" Target="slides/slide13.xml"/><Relationship Id="rId39" Type="http://schemas.openxmlformats.org/officeDocument/2006/relationships/slide" Target="slides/slide3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2F9B0E6-B9BF-4E2D-AE08-8C7EBB196A2E}" type="datetimeFigureOut">
              <a:rPr lang="en-US" smtClean="0"/>
              <a:t>9/2/2025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853816F-A1CF-4485-B308-1B9F14B36EAD}" type="slidenum">
              <a:rPr lang="en-US" smtClean="0"/>
              <a:t>‹#›</a:t>
            </a:fld>
            <a:endParaRPr lang="en-US"/>
          </a:p>
        </p:txBody>
      </p:sp>
    </p:spTree>
    <p:extLst>
      <p:ext uri="{BB962C8B-B14F-4D97-AF65-F5344CB8AC3E}">
        <p14:creationId xmlns:p14="http://schemas.microsoft.com/office/powerpoint/2010/main" val="172683917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80C5E7-B1A1-4648-89D2-17B0F1E7F5B3}"/>
              </a:ext>
            </a:extLst>
          </p:cNvPr>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a:extLst>
              <a:ext uri="{FF2B5EF4-FFF2-40B4-BE49-F238E27FC236}">
                <a16:creationId xmlns:a16="http://schemas.microsoft.com/office/drawing/2014/main" id="{5D140298-3E00-4E73-B947-697E6928286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a:extLst>
              <a:ext uri="{FF2B5EF4-FFF2-40B4-BE49-F238E27FC236}">
                <a16:creationId xmlns:a16="http://schemas.microsoft.com/office/drawing/2014/main" id="{A6BB99EB-0E86-4FEA-A9C4-501D4E755A2B}"/>
              </a:ext>
            </a:extLst>
          </p:cNvPr>
          <p:cNvSpPr>
            <a:spLocks noGrp="1"/>
          </p:cNvSpPr>
          <p:nvPr>
            <p:ph type="dt" sz="half" idx="10"/>
          </p:nvPr>
        </p:nvSpPr>
        <p:spPr/>
        <p:txBody>
          <a:bodyPr/>
          <a:lstStyle/>
          <a:p>
            <a:fld id="{3133F5E9-5DAC-4C4A-9DF5-C2B87276BCC8}" type="datetimeFigureOut">
              <a:rPr lang="en-US" smtClean="0"/>
              <a:t>9/2/2025</a:t>
            </a:fld>
            <a:endParaRPr lang="en-US" dirty="0"/>
          </a:p>
        </p:txBody>
      </p:sp>
      <p:sp>
        <p:nvSpPr>
          <p:cNvPr id="5" name="Footer Placeholder 4">
            <a:extLst>
              <a:ext uri="{FF2B5EF4-FFF2-40B4-BE49-F238E27FC236}">
                <a16:creationId xmlns:a16="http://schemas.microsoft.com/office/drawing/2014/main" id="{6731F536-58DF-4935-AE3B-7A08C03124E4}"/>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E995127-BE30-42B7-9BE5-B83CC6A2E685}"/>
              </a:ext>
            </a:extLst>
          </p:cNvPr>
          <p:cNvSpPr>
            <a:spLocks noGrp="1"/>
          </p:cNvSpPr>
          <p:nvPr>
            <p:ph type="sldNum" sz="quarter" idx="12"/>
          </p:nvPr>
        </p:nvSpPr>
        <p:spPr/>
        <p:txBody>
          <a:bodyPr/>
          <a:lstStyle/>
          <a:p>
            <a:fld id="{ACEC5C30-0B3A-4B13-ADDD-7C63C8AA921B}" type="slidenum">
              <a:rPr lang="en-US" smtClean="0"/>
              <a:t>‹#›</a:t>
            </a:fld>
            <a:endParaRPr lang="en-US" dirty="0"/>
          </a:p>
        </p:txBody>
      </p:sp>
    </p:spTree>
    <p:extLst>
      <p:ext uri="{BB962C8B-B14F-4D97-AF65-F5344CB8AC3E}">
        <p14:creationId xmlns:p14="http://schemas.microsoft.com/office/powerpoint/2010/main" val="300975183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AAE108-9C7F-4CDC-AD71-B576580A199F}"/>
              </a:ext>
            </a:extLst>
          </p:cNvPr>
          <p:cNvSpPr>
            <a:spLocks noGrp="1"/>
          </p:cNvSpPr>
          <p:nvPr>
            <p:ph type="title"/>
          </p:nvPr>
        </p:nvSpPr>
        <p:spPr/>
        <p:txBody>
          <a:bodyPr/>
          <a:lstStyle/>
          <a:p>
            <a:r>
              <a:rPr lang="en-US" smtClean="0"/>
              <a:t>Click to edit Master title style</a:t>
            </a:r>
            <a:endParaRPr lang="en-US"/>
          </a:p>
        </p:txBody>
      </p:sp>
      <p:sp>
        <p:nvSpPr>
          <p:cNvPr id="3" name="Content Placeholder 2">
            <a:extLst>
              <a:ext uri="{FF2B5EF4-FFF2-40B4-BE49-F238E27FC236}">
                <a16:creationId xmlns:a16="http://schemas.microsoft.com/office/drawing/2014/main" id="{5A103746-779A-435F-995A-5BF82C86C297}"/>
              </a:ext>
            </a:extLst>
          </p:cNvPr>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a:extLst>
              <a:ext uri="{FF2B5EF4-FFF2-40B4-BE49-F238E27FC236}">
                <a16:creationId xmlns:a16="http://schemas.microsoft.com/office/drawing/2014/main" id="{5984E866-B322-455F-AC32-8C164B8CD9C7}"/>
              </a:ext>
            </a:extLst>
          </p:cNvPr>
          <p:cNvSpPr>
            <a:spLocks noGrp="1"/>
          </p:cNvSpPr>
          <p:nvPr>
            <p:ph type="dt" sz="half" idx="10"/>
          </p:nvPr>
        </p:nvSpPr>
        <p:spPr/>
        <p:txBody>
          <a:bodyPr/>
          <a:lstStyle/>
          <a:p>
            <a:fld id="{3133F5E9-5DAC-4C4A-9DF5-C2B87276BCC8}" type="datetimeFigureOut">
              <a:rPr lang="en-US" smtClean="0"/>
              <a:t>9/2/2025</a:t>
            </a:fld>
            <a:endParaRPr lang="en-US" dirty="0"/>
          </a:p>
        </p:txBody>
      </p:sp>
      <p:sp>
        <p:nvSpPr>
          <p:cNvPr id="5" name="Footer Placeholder 4">
            <a:extLst>
              <a:ext uri="{FF2B5EF4-FFF2-40B4-BE49-F238E27FC236}">
                <a16:creationId xmlns:a16="http://schemas.microsoft.com/office/drawing/2014/main" id="{AC0D61E0-F80F-48E7-A817-F1CECBEE9A37}"/>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5BF34AFC-4299-43F1-A312-79EF0102CEFF}"/>
              </a:ext>
            </a:extLst>
          </p:cNvPr>
          <p:cNvSpPr>
            <a:spLocks noGrp="1"/>
          </p:cNvSpPr>
          <p:nvPr>
            <p:ph type="sldNum" sz="quarter" idx="12"/>
          </p:nvPr>
        </p:nvSpPr>
        <p:spPr/>
        <p:txBody>
          <a:bodyPr/>
          <a:lstStyle/>
          <a:p>
            <a:fld id="{ACEC5C30-0B3A-4B13-ADDD-7C63C8AA921B}" type="slidenum">
              <a:rPr lang="en-US" smtClean="0"/>
              <a:t>‹#›</a:t>
            </a:fld>
            <a:endParaRPr lang="en-US" dirty="0"/>
          </a:p>
        </p:txBody>
      </p:sp>
    </p:spTree>
    <p:extLst>
      <p:ext uri="{BB962C8B-B14F-4D97-AF65-F5344CB8AC3E}">
        <p14:creationId xmlns:p14="http://schemas.microsoft.com/office/powerpoint/2010/main" val="15527462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1E1D3E-E4B6-4EAA-BFB4-25A0557A6CB8}"/>
              </a:ext>
            </a:extLst>
          </p:cNvPr>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a:extLst>
              <a:ext uri="{FF2B5EF4-FFF2-40B4-BE49-F238E27FC236}">
                <a16:creationId xmlns:a16="http://schemas.microsoft.com/office/drawing/2014/main" id="{6F7E0856-45A8-4EAD-A9D6-8A993968A1A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a:extLst>
              <a:ext uri="{FF2B5EF4-FFF2-40B4-BE49-F238E27FC236}">
                <a16:creationId xmlns:a16="http://schemas.microsoft.com/office/drawing/2014/main" id="{E90EEBE1-2BAF-4C94-8403-6E8454F9BC46}"/>
              </a:ext>
            </a:extLst>
          </p:cNvPr>
          <p:cNvSpPr>
            <a:spLocks noGrp="1"/>
          </p:cNvSpPr>
          <p:nvPr>
            <p:ph type="dt" sz="half" idx="10"/>
          </p:nvPr>
        </p:nvSpPr>
        <p:spPr/>
        <p:txBody>
          <a:bodyPr/>
          <a:lstStyle/>
          <a:p>
            <a:fld id="{3133F5E9-5DAC-4C4A-9DF5-C2B87276BCC8}" type="datetimeFigureOut">
              <a:rPr lang="en-US" smtClean="0"/>
              <a:t>9/2/2025</a:t>
            </a:fld>
            <a:endParaRPr lang="en-US" dirty="0"/>
          </a:p>
        </p:txBody>
      </p:sp>
      <p:sp>
        <p:nvSpPr>
          <p:cNvPr id="5" name="Footer Placeholder 4">
            <a:extLst>
              <a:ext uri="{FF2B5EF4-FFF2-40B4-BE49-F238E27FC236}">
                <a16:creationId xmlns:a16="http://schemas.microsoft.com/office/drawing/2014/main" id="{F3358F46-E931-4D79-94A5-037AFD07333B}"/>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E5130D95-EF5F-4A0A-93BD-73AEE2C2FF1B}"/>
              </a:ext>
            </a:extLst>
          </p:cNvPr>
          <p:cNvSpPr>
            <a:spLocks noGrp="1"/>
          </p:cNvSpPr>
          <p:nvPr>
            <p:ph type="sldNum" sz="quarter" idx="12"/>
          </p:nvPr>
        </p:nvSpPr>
        <p:spPr/>
        <p:txBody>
          <a:bodyPr/>
          <a:lstStyle/>
          <a:p>
            <a:fld id="{ACEC5C30-0B3A-4B13-ADDD-7C63C8AA921B}" type="slidenum">
              <a:rPr lang="en-US" smtClean="0"/>
              <a:t>‹#›</a:t>
            </a:fld>
            <a:endParaRPr lang="en-US" dirty="0"/>
          </a:p>
        </p:txBody>
      </p:sp>
    </p:spTree>
    <p:extLst>
      <p:ext uri="{BB962C8B-B14F-4D97-AF65-F5344CB8AC3E}">
        <p14:creationId xmlns:p14="http://schemas.microsoft.com/office/powerpoint/2010/main" val="36012567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BABEC0-6253-4360-B586-B9D20933DE37}"/>
              </a:ext>
            </a:extLst>
          </p:cNvPr>
          <p:cNvSpPr>
            <a:spLocks noGrp="1"/>
          </p:cNvSpPr>
          <p:nvPr>
            <p:ph type="title"/>
          </p:nvPr>
        </p:nvSpPr>
        <p:spPr/>
        <p:txBody>
          <a:bodyPr/>
          <a:lstStyle/>
          <a:p>
            <a:r>
              <a:rPr lang="en-US" smtClean="0"/>
              <a:t>Click to edit Master title style</a:t>
            </a:r>
            <a:endParaRPr lang="en-US"/>
          </a:p>
        </p:txBody>
      </p:sp>
      <p:sp>
        <p:nvSpPr>
          <p:cNvPr id="3" name="Content Placeholder 2">
            <a:extLst>
              <a:ext uri="{FF2B5EF4-FFF2-40B4-BE49-F238E27FC236}">
                <a16:creationId xmlns:a16="http://schemas.microsoft.com/office/drawing/2014/main" id="{A946E20B-8661-4C60-84FB-4892E8B48608}"/>
              </a:ext>
            </a:extLst>
          </p:cNvPr>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a:extLst>
              <a:ext uri="{FF2B5EF4-FFF2-40B4-BE49-F238E27FC236}">
                <a16:creationId xmlns:a16="http://schemas.microsoft.com/office/drawing/2014/main" id="{5132BE45-79E4-479B-BD2F-46CCB0BEE628}"/>
              </a:ext>
            </a:extLst>
          </p:cNvPr>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a:extLst>
              <a:ext uri="{FF2B5EF4-FFF2-40B4-BE49-F238E27FC236}">
                <a16:creationId xmlns:a16="http://schemas.microsoft.com/office/drawing/2014/main" id="{0589105E-DF25-4F38-BDE2-9B00C2C44FC6}"/>
              </a:ext>
            </a:extLst>
          </p:cNvPr>
          <p:cNvSpPr>
            <a:spLocks noGrp="1"/>
          </p:cNvSpPr>
          <p:nvPr>
            <p:ph type="dt" sz="half" idx="10"/>
          </p:nvPr>
        </p:nvSpPr>
        <p:spPr/>
        <p:txBody>
          <a:bodyPr/>
          <a:lstStyle/>
          <a:p>
            <a:fld id="{3133F5E9-5DAC-4C4A-9DF5-C2B87276BCC8}" type="datetimeFigureOut">
              <a:rPr lang="en-US" smtClean="0"/>
              <a:t>9/2/2025</a:t>
            </a:fld>
            <a:endParaRPr lang="en-US" dirty="0"/>
          </a:p>
        </p:txBody>
      </p:sp>
      <p:sp>
        <p:nvSpPr>
          <p:cNvPr id="6" name="Footer Placeholder 5">
            <a:extLst>
              <a:ext uri="{FF2B5EF4-FFF2-40B4-BE49-F238E27FC236}">
                <a16:creationId xmlns:a16="http://schemas.microsoft.com/office/drawing/2014/main" id="{B1D9C4A8-7467-4BAD-98A2-0B63CAC19B66}"/>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8BC5C5C0-08E4-4F7B-9E80-8925539D221B}"/>
              </a:ext>
            </a:extLst>
          </p:cNvPr>
          <p:cNvSpPr>
            <a:spLocks noGrp="1"/>
          </p:cNvSpPr>
          <p:nvPr>
            <p:ph type="sldNum" sz="quarter" idx="12"/>
          </p:nvPr>
        </p:nvSpPr>
        <p:spPr/>
        <p:txBody>
          <a:bodyPr/>
          <a:lstStyle/>
          <a:p>
            <a:fld id="{ACEC5C30-0B3A-4B13-ADDD-7C63C8AA921B}" type="slidenum">
              <a:rPr lang="en-US" smtClean="0"/>
              <a:t>‹#›</a:t>
            </a:fld>
            <a:endParaRPr lang="en-US" dirty="0"/>
          </a:p>
        </p:txBody>
      </p:sp>
    </p:spTree>
    <p:extLst>
      <p:ext uri="{BB962C8B-B14F-4D97-AF65-F5344CB8AC3E}">
        <p14:creationId xmlns:p14="http://schemas.microsoft.com/office/powerpoint/2010/main" val="24384073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7FF641-A5CC-4263-A394-2112D623A8AD}"/>
              </a:ext>
            </a:extLst>
          </p:cNvPr>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a:extLst>
              <a:ext uri="{FF2B5EF4-FFF2-40B4-BE49-F238E27FC236}">
                <a16:creationId xmlns:a16="http://schemas.microsoft.com/office/drawing/2014/main" id="{B24D6865-C632-473C-AEC8-8D3F71562BE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a:extLst>
              <a:ext uri="{FF2B5EF4-FFF2-40B4-BE49-F238E27FC236}">
                <a16:creationId xmlns:a16="http://schemas.microsoft.com/office/drawing/2014/main" id="{D9FDBD19-4D33-4F6A-9938-6A04B3888ECC}"/>
              </a:ext>
            </a:extLst>
          </p:cNvPr>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a:extLst>
              <a:ext uri="{FF2B5EF4-FFF2-40B4-BE49-F238E27FC236}">
                <a16:creationId xmlns:a16="http://schemas.microsoft.com/office/drawing/2014/main" id="{51697E46-CE4D-480E-A997-2B53B2DF55B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a:extLst>
              <a:ext uri="{FF2B5EF4-FFF2-40B4-BE49-F238E27FC236}">
                <a16:creationId xmlns:a16="http://schemas.microsoft.com/office/drawing/2014/main" id="{8B8B7E36-823F-4FD4-B826-E450A1248008}"/>
              </a:ext>
            </a:extLst>
          </p:cNvPr>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a:extLst>
              <a:ext uri="{FF2B5EF4-FFF2-40B4-BE49-F238E27FC236}">
                <a16:creationId xmlns:a16="http://schemas.microsoft.com/office/drawing/2014/main" id="{8DBB3B14-C886-4F84-9FD5-11C8320E1FED}"/>
              </a:ext>
            </a:extLst>
          </p:cNvPr>
          <p:cNvSpPr>
            <a:spLocks noGrp="1"/>
          </p:cNvSpPr>
          <p:nvPr>
            <p:ph type="dt" sz="half" idx="10"/>
          </p:nvPr>
        </p:nvSpPr>
        <p:spPr/>
        <p:txBody>
          <a:bodyPr/>
          <a:lstStyle/>
          <a:p>
            <a:fld id="{3133F5E9-5DAC-4C4A-9DF5-C2B87276BCC8}" type="datetimeFigureOut">
              <a:rPr lang="en-US" smtClean="0"/>
              <a:t>9/2/2025</a:t>
            </a:fld>
            <a:endParaRPr lang="en-US" dirty="0"/>
          </a:p>
        </p:txBody>
      </p:sp>
      <p:sp>
        <p:nvSpPr>
          <p:cNvPr id="8" name="Footer Placeholder 7">
            <a:extLst>
              <a:ext uri="{FF2B5EF4-FFF2-40B4-BE49-F238E27FC236}">
                <a16:creationId xmlns:a16="http://schemas.microsoft.com/office/drawing/2014/main" id="{DF9AF591-4BBF-4BF2-9EF7-F8B114DFA16A}"/>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352B1A04-B244-4AE3-8997-9B075B105971}"/>
              </a:ext>
            </a:extLst>
          </p:cNvPr>
          <p:cNvSpPr>
            <a:spLocks noGrp="1"/>
          </p:cNvSpPr>
          <p:nvPr>
            <p:ph type="sldNum" sz="quarter" idx="12"/>
          </p:nvPr>
        </p:nvSpPr>
        <p:spPr/>
        <p:txBody>
          <a:bodyPr/>
          <a:lstStyle/>
          <a:p>
            <a:fld id="{ACEC5C30-0B3A-4B13-ADDD-7C63C8AA921B}" type="slidenum">
              <a:rPr lang="en-US" smtClean="0"/>
              <a:t>‹#›</a:t>
            </a:fld>
            <a:endParaRPr lang="en-US" dirty="0"/>
          </a:p>
        </p:txBody>
      </p:sp>
    </p:spTree>
    <p:extLst>
      <p:ext uri="{BB962C8B-B14F-4D97-AF65-F5344CB8AC3E}">
        <p14:creationId xmlns:p14="http://schemas.microsoft.com/office/powerpoint/2010/main" val="11104440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5408F1-BB29-4C6F-91C9-653A730BECC6}"/>
              </a:ext>
            </a:extLst>
          </p:cNvPr>
          <p:cNvSpPr>
            <a:spLocks noGrp="1"/>
          </p:cNvSpPr>
          <p:nvPr>
            <p:ph type="title"/>
          </p:nvPr>
        </p:nvSpPr>
        <p:spPr/>
        <p:txBody>
          <a:bodyPr/>
          <a:lstStyle/>
          <a:p>
            <a:r>
              <a:rPr lang="en-US" smtClean="0"/>
              <a:t>Click to edit Master title style</a:t>
            </a:r>
            <a:endParaRPr lang="en-US"/>
          </a:p>
        </p:txBody>
      </p:sp>
      <p:sp>
        <p:nvSpPr>
          <p:cNvPr id="3" name="Date Placeholder 2">
            <a:extLst>
              <a:ext uri="{FF2B5EF4-FFF2-40B4-BE49-F238E27FC236}">
                <a16:creationId xmlns:a16="http://schemas.microsoft.com/office/drawing/2014/main" id="{2F54FEF9-8D09-4091-BE99-B6264EBD34B3}"/>
              </a:ext>
            </a:extLst>
          </p:cNvPr>
          <p:cNvSpPr>
            <a:spLocks noGrp="1"/>
          </p:cNvSpPr>
          <p:nvPr>
            <p:ph type="dt" sz="half" idx="10"/>
          </p:nvPr>
        </p:nvSpPr>
        <p:spPr/>
        <p:txBody>
          <a:bodyPr/>
          <a:lstStyle/>
          <a:p>
            <a:fld id="{3133F5E9-5DAC-4C4A-9DF5-C2B87276BCC8}" type="datetimeFigureOut">
              <a:rPr lang="en-US" smtClean="0"/>
              <a:t>9/2/2025</a:t>
            </a:fld>
            <a:endParaRPr lang="en-US" dirty="0"/>
          </a:p>
        </p:txBody>
      </p:sp>
      <p:sp>
        <p:nvSpPr>
          <p:cNvPr id="4" name="Footer Placeholder 3">
            <a:extLst>
              <a:ext uri="{FF2B5EF4-FFF2-40B4-BE49-F238E27FC236}">
                <a16:creationId xmlns:a16="http://schemas.microsoft.com/office/drawing/2014/main" id="{0B5F49AA-83D5-4063-9CDE-AA7763048B63}"/>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B2A2B27C-3C99-4208-B425-775413C53651}"/>
              </a:ext>
            </a:extLst>
          </p:cNvPr>
          <p:cNvSpPr>
            <a:spLocks noGrp="1"/>
          </p:cNvSpPr>
          <p:nvPr>
            <p:ph type="sldNum" sz="quarter" idx="12"/>
          </p:nvPr>
        </p:nvSpPr>
        <p:spPr/>
        <p:txBody>
          <a:bodyPr/>
          <a:lstStyle/>
          <a:p>
            <a:fld id="{ACEC5C30-0B3A-4B13-ADDD-7C63C8AA921B}" type="slidenum">
              <a:rPr lang="en-US" smtClean="0"/>
              <a:t>‹#›</a:t>
            </a:fld>
            <a:endParaRPr lang="en-US" dirty="0"/>
          </a:p>
        </p:txBody>
      </p:sp>
    </p:spTree>
    <p:extLst>
      <p:ext uri="{BB962C8B-B14F-4D97-AF65-F5344CB8AC3E}">
        <p14:creationId xmlns:p14="http://schemas.microsoft.com/office/powerpoint/2010/main" val="16140353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42A62B2-A6D1-4A6F-8B20-80606F478544}"/>
              </a:ext>
            </a:extLst>
          </p:cNvPr>
          <p:cNvSpPr>
            <a:spLocks noGrp="1"/>
          </p:cNvSpPr>
          <p:nvPr>
            <p:ph type="dt" sz="half" idx="10"/>
          </p:nvPr>
        </p:nvSpPr>
        <p:spPr/>
        <p:txBody>
          <a:bodyPr/>
          <a:lstStyle/>
          <a:p>
            <a:fld id="{3133F5E9-5DAC-4C4A-9DF5-C2B87276BCC8}" type="datetimeFigureOut">
              <a:rPr lang="en-US" smtClean="0"/>
              <a:t>9/2/2025</a:t>
            </a:fld>
            <a:endParaRPr lang="en-US" dirty="0"/>
          </a:p>
        </p:txBody>
      </p:sp>
      <p:sp>
        <p:nvSpPr>
          <p:cNvPr id="3" name="Footer Placeholder 2">
            <a:extLst>
              <a:ext uri="{FF2B5EF4-FFF2-40B4-BE49-F238E27FC236}">
                <a16:creationId xmlns:a16="http://schemas.microsoft.com/office/drawing/2014/main" id="{C02E4958-7A46-4331-B2D8-2C31D8FCBD73}"/>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45C8548B-339B-46B2-BF01-1EE3DDC72AAD}"/>
              </a:ext>
            </a:extLst>
          </p:cNvPr>
          <p:cNvSpPr>
            <a:spLocks noGrp="1"/>
          </p:cNvSpPr>
          <p:nvPr>
            <p:ph type="sldNum" sz="quarter" idx="12"/>
          </p:nvPr>
        </p:nvSpPr>
        <p:spPr/>
        <p:txBody>
          <a:bodyPr/>
          <a:lstStyle/>
          <a:p>
            <a:fld id="{ACEC5C30-0B3A-4B13-ADDD-7C63C8AA921B}" type="slidenum">
              <a:rPr lang="en-US" smtClean="0"/>
              <a:t>‹#›</a:t>
            </a:fld>
            <a:endParaRPr lang="en-US" dirty="0"/>
          </a:p>
        </p:txBody>
      </p:sp>
    </p:spTree>
    <p:extLst>
      <p:ext uri="{BB962C8B-B14F-4D97-AF65-F5344CB8AC3E}">
        <p14:creationId xmlns:p14="http://schemas.microsoft.com/office/powerpoint/2010/main" val="191466150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EF408F-8083-4F07-9628-074C7AFE41C0}"/>
              </a:ext>
            </a:extLst>
          </p:cNvPr>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a:extLst>
              <a:ext uri="{FF2B5EF4-FFF2-40B4-BE49-F238E27FC236}">
                <a16:creationId xmlns:a16="http://schemas.microsoft.com/office/drawing/2014/main" id="{B70477E0-A333-439D-A531-30B39A81346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a:extLst>
              <a:ext uri="{FF2B5EF4-FFF2-40B4-BE49-F238E27FC236}">
                <a16:creationId xmlns:a16="http://schemas.microsoft.com/office/drawing/2014/main" id="{D5D59501-D187-414C-AACE-F838720036C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a:extLst>
              <a:ext uri="{FF2B5EF4-FFF2-40B4-BE49-F238E27FC236}">
                <a16:creationId xmlns:a16="http://schemas.microsoft.com/office/drawing/2014/main" id="{1235F890-BB8A-49E1-880A-924FD6FE4026}"/>
              </a:ext>
            </a:extLst>
          </p:cNvPr>
          <p:cNvSpPr>
            <a:spLocks noGrp="1"/>
          </p:cNvSpPr>
          <p:nvPr>
            <p:ph type="dt" sz="half" idx="10"/>
          </p:nvPr>
        </p:nvSpPr>
        <p:spPr/>
        <p:txBody>
          <a:bodyPr/>
          <a:lstStyle/>
          <a:p>
            <a:fld id="{3133F5E9-5DAC-4C4A-9DF5-C2B87276BCC8}" type="datetimeFigureOut">
              <a:rPr lang="en-US" smtClean="0"/>
              <a:t>9/2/2025</a:t>
            </a:fld>
            <a:endParaRPr lang="en-US" dirty="0"/>
          </a:p>
        </p:txBody>
      </p:sp>
      <p:sp>
        <p:nvSpPr>
          <p:cNvPr id="6" name="Footer Placeholder 5">
            <a:extLst>
              <a:ext uri="{FF2B5EF4-FFF2-40B4-BE49-F238E27FC236}">
                <a16:creationId xmlns:a16="http://schemas.microsoft.com/office/drawing/2014/main" id="{51CA38FE-429A-41E7-942D-ECCE639D3CA5}"/>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2401D9BC-0038-4041-AE2C-657BF99D41E9}"/>
              </a:ext>
            </a:extLst>
          </p:cNvPr>
          <p:cNvSpPr>
            <a:spLocks noGrp="1"/>
          </p:cNvSpPr>
          <p:nvPr>
            <p:ph type="sldNum" sz="quarter" idx="12"/>
          </p:nvPr>
        </p:nvSpPr>
        <p:spPr/>
        <p:txBody>
          <a:bodyPr/>
          <a:lstStyle/>
          <a:p>
            <a:fld id="{ACEC5C30-0B3A-4B13-ADDD-7C63C8AA921B}" type="slidenum">
              <a:rPr lang="en-US" smtClean="0"/>
              <a:t>‹#›</a:t>
            </a:fld>
            <a:endParaRPr lang="en-US" dirty="0"/>
          </a:p>
        </p:txBody>
      </p:sp>
    </p:spTree>
    <p:extLst>
      <p:ext uri="{BB962C8B-B14F-4D97-AF65-F5344CB8AC3E}">
        <p14:creationId xmlns:p14="http://schemas.microsoft.com/office/powerpoint/2010/main" val="12875613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956CFD-7F35-482C-A50F-B3D43ACB0AE3}"/>
              </a:ext>
            </a:extLst>
          </p:cNvPr>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a:extLst>
              <a:ext uri="{FF2B5EF4-FFF2-40B4-BE49-F238E27FC236}">
                <a16:creationId xmlns:a16="http://schemas.microsoft.com/office/drawing/2014/main" id="{7FD7F3EF-0FE9-46C4-A116-5DA6E26B0D5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a:extLst>
              <a:ext uri="{FF2B5EF4-FFF2-40B4-BE49-F238E27FC236}">
                <a16:creationId xmlns:a16="http://schemas.microsoft.com/office/drawing/2014/main" id="{D10B4041-0F17-42D8-AF16-AB099A39FFB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a:extLst>
              <a:ext uri="{FF2B5EF4-FFF2-40B4-BE49-F238E27FC236}">
                <a16:creationId xmlns:a16="http://schemas.microsoft.com/office/drawing/2014/main" id="{8BAF67FF-F8F1-4B22-A471-9317ED3A25F0}"/>
              </a:ext>
            </a:extLst>
          </p:cNvPr>
          <p:cNvSpPr>
            <a:spLocks noGrp="1"/>
          </p:cNvSpPr>
          <p:nvPr>
            <p:ph type="dt" sz="half" idx="10"/>
          </p:nvPr>
        </p:nvSpPr>
        <p:spPr/>
        <p:txBody>
          <a:bodyPr/>
          <a:lstStyle/>
          <a:p>
            <a:fld id="{3133F5E9-5DAC-4C4A-9DF5-C2B87276BCC8}" type="datetimeFigureOut">
              <a:rPr lang="en-US" smtClean="0"/>
              <a:t>9/2/2025</a:t>
            </a:fld>
            <a:endParaRPr lang="en-US" dirty="0"/>
          </a:p>
        </p:txBody>
      </p:sp>
      <p:sp>
        <p:nvSpPr>
          <p:cNvPr id="6" name="Footer Placeholder 5">
            <a:extLst>
              <a:ext uri="{FF2B5EF4-FFF2-40B4-BE49-F238E27FC236}">
                <a16:creationId xmlns:a16="http://schemas.microsoft.com/office/drawing/2014/main" id="{A73D6993-98F8-4234-B24A-02D4DB41CE93}"/>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F2A34037-0E7D-4379-ACA0-98611B2F76ED}"/>
              </a:ext>
            </a:extLst>
          </p:cNvPr>
          <p:cNvSpPr>
            <a:spLocks noGrp="1"/>
          </p:cNvSpPr>
          <p:nvPr>
            <p:ph type="sldNum" sz="quarter" idx="12"/>
          </p:nvPr>
        </p:nvSpPr>
        <p:spPr/>
        <p:txBody>
          <a:bodyPr/>
          <a:lstStyle/>
          <a:p>
            <a:fld id="{ACEC5C30-0B3A-4B13-ADDD-7C63C8AA921B}" type="slidenum">
              <a:rPr lang="en-US" smtClean="0"/>
              <a:t>‹#›</a:t>
            </a:fld>
            <a:endParaRPr lang="en-US" dirty="0"/>
          </a:p>
        </p:txBody>
      </p:sp>
    </p:spTree>
    <p:extLst>
      <p:ext uri="{BB962C8B-B14F-4D97-AF65-F5344CB8AC3E}">
        <p14:creationId xmlns:p14="http://schemas.microsoft.com/office/powerpoint/2010/main" val="393919791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1915128" y="1397977"/>
            <a:ext cx="8361229" cy="3007447"/>
          </a:xfrm>
        </p:spPr>
        <p:txBody>
          <a:bodyPr anchor="ctr" anchorCtr="0">
            <a:noAutofit/>
          </a:bodyPr>
          <a:lstStyle>
            <a:lvl1pPr algn="ctr">
              <a:defRPr sz="6600" cap="none" baseline="0">
                <a:solidFill>
                  <a:schemeClr val="tx2"/>
                </a:solidFill>
              </a:defRPr>
            </a:lvl1pPr>
          </a:lstStyle>
          <a:p>
            <a:r>
              <a:rPr lang="en-US" noProof="0"/>
              <a:t>Click To Edit Master Title Style</a:t>
            </a:r>
          </a:p>
        </p:txBody>
      </p:sp>
      <p:sp>
        <p:nvSpPr>
          <p:cNvPr id="3" name="Subtitle 2"/>
          <p:cNvSpPr>
            <a:spLocks noGrp="1"/>
          </p:cNvSpPr>
          <p:nvPr>
            <p:ph type="subTitle" idx="1"/>
          </p:nvPr>
        </p:nvSpPr>
        <p:spPr>
          <a:xfrm>
            <a:off x="2679906" y="4475023"/>
            <a:ext cx="6831673" cy="1086237"/>
          </a:xfrm>
        </p:spPr>
        <p:txBody>
          <a:bodyPr>
            <a:normAutofit/>
          </a:bodyPr>
          <a:lstStyle>
            <a:lvl1pPr marL="0" indent="0" algn="ctr">
              <a:lnSpc>
                <a:spcPct val="112000"/>
              </a:lnSpc>
              <a:spcBef>
                <a:spcPts val="0"/>
              </a:spcBef>
              <a:spcAft>
                <a:spcPts val="0"/>
              </a:spcAft>
              <a:buNone/>
              <a:defRPr sz="23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smtClean="0"/>
              <a:t>Click to edit Master subtitle style</a:t>
            </a:r>
            <a:endParaRPr lang="en-US" noProof="0"/>
          </a:p>
        </p:txBody>
      </p:sp>
      <p:sp>
        <p:nvSpPr>
          <p:cNvPr id="4" name="Date Placeholder 3"/>
          <p:cNvSpPr>
            <a:spLocks noGrp="1"/>
          </p:cNvSpPr>
          <p:nvPr>
            <p:ph type="dt" sz="half" idx="10"/>
          </p:nvPr>
        </p:nvSpPr>
        <p:spPr>
          <a:xfrm>
            <a:off x="752858" y="6453386"/>
            <a:ext cx="1607944" cy="404614"/>
          </a:xfrm>
        </p:spPr>
        <p:txBody>
          <a:bodyPr/>
          <a:lstStyle>
            <a:lvl1pPr>
              <a:defRPr baseline="0">
                <a:solidFill>
                  <a:schemeClr val="tx2"/>
                </a:solidFill>
              </a:defRPr>
            </a:lvl1pPr>
          </a:lstStyle>
          <a:p>
            <a:pPr marL="0" marR="0" lvl="0" indent="0" algn="l" defTabSz="457200" rtl="0" eaLnBrk="1" fontAlgn="auto" latinLnBrk="0" hangingPunct="1">
              <a:lnSpc>
                <a:spcPct val="100000"/>
              </a:lnSpc>
              <a:spcBef>
                <a:spcPts val="0"/>
              </a:spcBef>
              <a:spcAft>
                <a:spcPts val="0"/>
              </a:spcAft>
              <a:buClrTx/>
              <a:buSzTx/>
              <a:buFontTx/>
              <a:buNone/>
              <a:tabLst/>
              <a:defRPr/>
            </a:pPr>
            <a:fld id="{3B77EF04-6424-4B70-94D1-FC932CBBDD9B}" type="datetimeFigureOut">
              <a:rPr kumimoji="0" lang="en-US" sz="1200" b="0" i="0" u="none" strike="noStrike" kern="1200" cap="none" spc="0" normalizeH="0" baseline="0" noProof="0" smtClean="0">
                <a:ln>
                  <a:noFill/>
                </a:ln>
                <a:solidFill>
                  <a:srgbClr val="1F497D"/>
                </a:solidFill>
                <a:effectLst/>
                <a:uLnTx/>
                <a:uFillTx/>
                <a:latin typeface="Arial"/>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9/2/2025</a:t>
            </a:fld>
            <a:endParaRPr kumimoji="0" lang="en-US" sz="1200" b="0" i="0" u="none" strike="noStrike" kern="1200" cap="none" spc="0" normalizeH="0" baseline="0" noProof="0" dirty="0">
              <a:ln>
                <a:noFill/>
              </a:ln>
              <a:solidFill>
                <a:srgbClr val="1F497D"/>
              </a:solidFill>
              <a:effectLst/>
              <a:uLnTx/>
              <a:uFillTx/>
              <a:latin typeface="Arial"/>
              <a:ea typeface="+mn-ea"/>
              <a:cs typeface="+mn-cs"/>
            </a:endParaRPr>
          </a:p>
        </p:txBody>
      </p:sp>
      <p:sp>
        <p:nvSpPr>
          <p:cNvPr id="5" name="Footer Placeholder 4"/>
          <p:cNvSpPr>
            <a:spLocks noGrp="1"/>
          </p:cNvSpPr>
          <p:nvPr>
            <p:ph type="ftr" sz="quarter" idx="11"/>
          </p:nvPr>
        </p:nvSpPr>
        <p:spPr>
          <a:xfrm>
            <a:off x="2584054" y="6453386"/>
            <a:ext cx="7023377" cy="404614"/>
          </a:xfrm>
        </p:spPr>
        <p:txBody>
          <a:bodyPr/>
          <a:lstStyle>
            <a:lvl1pPr algn="ctr">
              <a:defRPr baseline="0">
                <a:solidFill>
                  <a:schemeClr val="tx2"/>
                </a:solidFill>
              </a:defRPr>
            </a:lvl1p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1F497D"/>
                </a:solidFill>
                <a:effectLst/>
                <a:uLnTx/>
                <a:uFillTx/>
                <a:latin typeface="Arial"/>
                <a:ea typeface="+mn-ea"/>
                <a:cs typeface="+mn-cs"/>
              </a:rPr>
              <a:t>Add a footer </a:t>
            </a:r>
          </a:p>
        </p:txBody>
      </p:sp>
      <p:sp>
        <p:nvSpPr>
          <p:cNvPr id="6" name="Slide Number Placeholder 5"/>
          <p:cNvSpPr>
            <a:spLocks noGrp="1"/>
          </p:cNvSpPr>
          <p:nvPr>
            <p:ph type="sldNum" sz="quarter" idx="12"/>
          </p:nvPr>
        </p:nvSpPr>
        <p:spPr>
          <a:xfrm>
            <a:off x="9830683" y="6453386"/>
            <a:ext cx="1596292" cy="404614"/>
          </a:xfrm>
        </p:spPr>
        <p:txBody>
          <a:bodyPr/>
          <a:lstStyle>
            <a:lvl1pPr>
              <a:defRPr baseline="0">
                <a:solidFill>
                  <a:schemeClr val="tx2"/>
                </a:solidFill>
              </a:defRPr>
            </a:lvl1pPr>
          </a:lstStyle>
          <a:p>
            <a:pPr marL="0" marR="0" lvl="0" indent="0" algn="r" defTabSz="457200" rtl="0" eaLnBrk="1" fontAlgn="auto" latinLnBrk="0" hangingPunct="1">
              <a:lnSpc>
                <a:spcPct val="100000"/>
              </a:lnSpc>
              <a:spcBef>
                <a:spcPts val="0"/>
              </a:spcBef>
              <a:spcAft>
                <a:spcPts val="0"/>
              </a:spcAft>
              <a:buClrTx/>
              <a:buSzTx/>
              <a:buFontTx/>
              <a:buNone/>
              <a:tabLst/>
              <a:defRPr/>
            </a:pPr>
            <a:fld id="{B38049E5-7B53-4E85-8972-7D6C4BCE5BB9}" type="slidenum">
              <a:rPr kumimoji="0" lang="en-US" sz="1200" b="0" i="0" u="none" strike="noStrike" kern="1200" cap="none" spc="0" normalizeH="0" baseline="0" noProof="0" smtClean="0">
                <a:ln>
                  <a:noFill/>
                </a:ln>
                <a:solidFill>
                  <a:srgbClr val="1F497D"/>
                </a:solidFill>
                <a:effectLst/>
                <a:uLnTx/>
                <a:uFillTx/>
                <a:latin typeface="Arial"/>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dirty="0">
              <a:ln>
                <a:noFill/>
              </a:ln>
              <a:solidFill>
                <a:srgbClr val="1F497D"/>
              </a:solidFill>
              <a:effectLst/>
              <a:uLnTx/>
              <a:uFillTx/>
              <a:latin typeface="Arial"/>
              <a:ea typeface="+mn-ea"/>
              <a:cs typeface="+mn-cs"/>
            </a:endParaRPr>
          </a:p>
        </p:txBody>
      </p:sp>
      <p:sp>
        <p:nvSpPr>
          <p:cNvPr id="13" name="L-Shape 12">
            <a:extLst>
              <a:ext uri="{FF2B5EF4-FFF2-40B4-BE49-F238E27FC236}">
                <a16:creationId xmlns:a16="http://schemas.microsoft.com/office/drawing/2014/main" id="{79965FD7-DA9A-4AFB-B8C8-34AC1FEE9F72}"/>
              </a:ext>
            </a:extLst>
          </p:cNvPr>
          <p:cNvSpPr/>
          <p:nvPr userDrawn="1"/>
        </p:nvSpPr>
        <p:spPr>
          <a:xfrm flipV="1">
            <a:off x="887674" y="726883"/>
            <a:ext cx="2772000" cy="4158497"/>
          </a:xfrm>
          <a:prstGeom prst="corner">
            <a:avLst>
              <a:gd name="adj1" fmla="val 7397"/>
              <a:gd name="adj2" fmla="val 7750"/>
            </a:avLst>
          </a:prstGeom>
          <a:solidFill>
            <a:schemeClr val="accent3"/>
          </a:solidFill>
          <a:ln>
            <a:solidFill>
              <a:schemeClr val="accent3"/>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rial"/>
              <a:ea typeface="+mn-ea"/>
              <a:cs typeface="+mn-cs"/>
            </a:endParaRPr>
          </a:p>
        </p:txBody>
      </p:sp>
      <p:sp>
        <p:nvSpPr>
          <p:cNvPr id="15" name="L-Shape 14">
            <a:extLst>
              <a:ext uri="{FF2B5EF4-FFF2-40B4-BE49-F238E27FC236}">
                <a16:creationId xmlns:a16="http://schemas.microsoft.com/office/drawing/2014/main" id="{92465177-72B9-4DCF-8F98-0C79F3EE32EC}"/>
              </a:ext>
            </a:extLst>
          </p:cNvPr>
          <p:cNvSpPr/>
          <p:nvPr userDrawn="1"/>
        </p:nvSpPr>
        <p:spPr>
          <a:xfrm rot="10800000" flipV="1">
            <a:off x="8532326" y="1820272"/>
            <a:ext cx="2772000" cy="4158497"/>
          </a:xfrm>
          <a:prstGeom prst="corner">
            <a:avLst>
              <a:gd name="adj1" fmla="val 7397"/>
              <a:gd name="adj2" fmla="val 7750"/>
            </a:avLst>
          </a:prstGeom>
          <a:solidFill>
            <a:schemeClr val="accent3"/>
          </a:solidFill>
          <a:ln>
            <a:solidFill>
              <a:schemeClr val="accent3"/>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rial"/>
              <a:ea typeface="+mn-ea"/>
              <a:cs typeface="+mn-cs"/>
            </a:endParaRPr>
          </a:p>
        </p:txBody>
      </p:sp>
      <p:sp>
        <p:nvSpPr>
          <p:cNvPr id="8" name="L-Shape 7">
            <a:extLst>
              <a:ext uri="{FF2B5EF4-FFF2-40B4-BE49-F238E27FC236}">
                <a16:creationId xmlns:a16="http://schemas.microsoft.com/office/drawing/2014/main" id="{B5516E7A-AEB0-4772-8098-8B0F8B5F1126}"/>
              </a:ext>
            </a:extLst>
          </p:cNvPr>
          <p:cNvSpPr/>
          <p:nvPr userDrawn="1"/>
        </p:nvSpPr>
        <p:spPr>
          <a:xfrm flipV="1">
            <a:off x="752858" y="609652"/>
            <a:ext cx="3152309" cy="4408489"/>
          </a:xfrm>
          <a:prstGeom prst="corner">
            <a:avLst>
              <a:gd name="adj1" fmla="val 6149"/>
              <a:gd name="adj2" fmla="val 6814"/>
            </a:avLst>
          </a:prstGeom>
          <a:solidFill>
            <a:schemeClr val="tx2"/>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rial"/>
              <a:ea typeface="+mn-ea"/>
              <a:cs typeface="+mn-cs"/>
            </a:endParaRPr>
          </a:p>
        </p:txBody>
      </p:sp>
      <p:sp>
        <p:nvSpPr>
          <p:cNvPr id="12" name="L-Shape 11">
            <a:extLst>
              <a:ext uri="{FF2B5EF4-FFF2-40B4-BE49-F238E27FC236}">
                <a16:creationId xmlns:a16="http://schemas.microsoft.com/office/drawing/2014/main" id="{E864F603-D3F0-4241-9005-3F6C3BD62BEF}"/>
              </a:ext>
            </a:extLst>
          </p:cNvPr>
          <p:cNvSpPr/>
          <p:nvPr userDrawn="1"/>
        </p:nvSpPr>
        <p:spPr>
          <a:xfrm flipH="1">
            <a:off x="8286318" y="1685652"/>
            <a:ext cx="3152309" cy="4408489"/>
          </a:xfrm>
          <a:prstGeom prst="corner">
            <a:avLst>
              <a:gd name="adj1" fmla="val 6773"/>
              <a:gd name="adj2" fmla="val 6814"/>
            </a:avLst>
          </a:prstGeom>
          <a:solidFill>
            <a:schemeClr val="tx2"/>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rial"/>
              <a:ea typeface="+mn-ea"/>
              <a:cs typeface="+mn-cs"/>
            </a:endParaRPr>
          </a:p>
        </p:txBody>
      </p:sp>
    </p:spTree>
    <p:extLst>
      <p:ext uri="{BB962C8B-B14F-4D97-AF65-F5344CB8AC3E}">
        <p14:creationId xmlns:p14="http://schemas.microsoft.com/office/powerpoint/2010/main" val="2339785430"/>
      </p:ext>
    </p:extLst>
  </p:cSld>
  <p:clrMapOvr>
    <a:overrideClrMapping bg1="lt1" tx1="dk1" bg2="lt2" tx2="dk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title" preserve="1">
  <p:cSld name="Title Slide Second Option">
    <p:bg bwMode="grayWhite">
      <p:bgPr>
        <a:gradFill flip="none" rotWithShape="1">
          <a:gsLst>
            <a:gs pos="0">
              <a:schemeClr val="tx2">
                <a:lumMod val="50000"/>
              </a:schemeClr>
            </a:gs>
            <a:gs pos="34000">
              <a:schemeClr val="tx2"/>
            </a:gs>
            <a:gs pos="66000">
              <a:schemeClr val="tx2">
                <a:lumMod val="75000"/>
              </a:schemeClr>
            </a:gs>
            <a:gs pos="97000">
              <a:schemeClr val="tx2">
                <a:lumMod val="50000"/>
              </a:schemeClr>
            </a:gs>
          </a:gsLst>
          <a:lin ang="2700000" scaled="1"/>
          <a:tileRect/>
        </a:gradFill>
        <a:effectLst/>
      </p:bgPr>
    </p:bg>
    <p:spTree>
      <p:nvGrpSpPr>
        <p:cNvPr id="1" name=""/>
        <p:cNvGrpSpPr/>
        <p:nvPr/>
      </p:nvGrpSpPr>
      <p:grpSpPr>
        <a:xfrm>
          <a:off x="0" y="0"/>
          <a:ext cx="0" cy="0"/>
          <a:chOff x="0" y="0"/>
          <a:chExt cx="0" cy="0"/>
        </a:xfrm>
      </p:grpSpPr>
      <p:sp>
        <p:nvSpPr>
          <p:cNvPr id="10" name="L-Shape 9">
            <a:extLst>
              <a:ext uri="{FF2B5EF4-FFF2-40B4-BE49-F238E27FC236}">
                <a16:creationId xmlns:a16="http://schemas.microsoft.com/office/drawing/2014/main" id="{13412040-642F-40C5-8AB5-C0E8D41B481B}"/>
              </a:ext>
            </a:extLst>
          </p:cNvPr>
          <p:cNvSpPr/>
          <p:nvPr userDrawn="1"/>
        </p:nvSpPr>
        <p:spPr>
          <a:xfrm flipV="1">
            <a:off x="870090" y="709300"/>
            <a:ext cx="2772000" cy="2772000"/>
          </a:xfrm>
          <a:prstGeom prst="corner">
            <a:avLst>
              <a:gd name="adj1" fmla="val 7397"/>
              <a:gd name="adj2" fmla="val 7750"/>
            </a:avLst>
          </a:prstGeom>
          <a:solidFill>
            <a:schemeClr val="bg2"/>
          </a:solidFill>
          <a:ln>
            <a:solidFill>
              <a:schemeClr val="bg2"/>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rial"/>
              <a:ea typeface="+mn-ea"/>
              <a:cs typeface="+mn-cs"/>
            </a:endParaRPr>
          </a:p>
        </p:txBody>
      </p:sp>
      <p:sp>
        <p:nvSpPr>
          <p:cNvPr id="9" name="Rectangle 8" title="Side bar">
            <a:extLst>
              <a:ext uri="{FF2B5EF4-FFF2-40B4-BE49-F238E27FC236}">
                <a16:creationId xmlns:a16="http://schemas.microsoft.com/office/drawing/2014/main" id="{BADD331D-DA8D-4D47-A2BB-F4875FDB16A4}"/>
              </a:ext>
            </a:extLst>
          </p:cNvPr>
          <p:cNvSpPr/>
          <p:nvPr userDrawn="1"/>
        </p:nvSpPr>
        <p:spPr>
          <a:xfrm rot="5400000">
            <a:off x="5791174" y="457175"/>
            <a:ext cx="609651" cy="12192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hasCustomPrompt="1"/>
          </p:nvPr>
        </p:nvSpPr>
        <p:spPr>
          <a:xfrm>
            <a:off x="1397977" y="1151796"/>
            <a:ext cx="9504485" cy="3007447"/>
          </a:xfrm>
        </p:spPr>
        <p:txBody>
          <a:bodyPr anchor="ctr" anchorCtr="0">
            <a:noAutofit/>
          </a:bodyPr>
          <a:lstStyle>
            <a:lvl1pPr algn="ctr">
              <a:defRPr sz="6600" cap="none" baseline="0">
                <a:solidFill>
                  <a:schemeClr val="bg1"/>
                </a:solidFill>
              </a:defRPr>
            </a:lvl1pPr>
          </a:lstStyle>
          <a:p>
            <a:r>
              <a:rPr lang="en-US" noProof="0"/>
              <a:t>Click To Edit Master Title Style</a:t>
            </a:r>
          </a:p>
        </p:txBody>
      </p:sp>
      <p:sp>
        <p:nvSpPr>
          <p:cNvPr id="3" name="Subtitle 2"/>
          <p:cNvSpPr>
            <a:spLocks noGrp="1"/>
          </p:cNvSpPr>
          <p:nvPr>
            <p:ph type="subTitle" idx="1"/>
          </p:nvPr>
        </p:nvSpPr>
        <p:spPr>
          <a:xfrm>
            <a:off x="1397977" y="4897053"/>
            <a:ext cx="9504485" cy="1086237"/>
          </a:xfrm>
        </p:spPr>
        <p:txBody>
          <a:bodyPr>
            <a:normAutofit/>
          </a:bodyPr>
          <a:lstStyle>
            <a:lvl1pPr marL="0" indent="0" algn="ctr">
              <a:lnSpc>
                <a:spcPct val="112000"/>
              </a:lnSpc>
              <a:spcBef>
                <a:spcPts val="0"/>
              </a:spcBef>
              <a:spcAft>
                <a:spcPts val="0"/>
              </a:spcAft>
              <a:buNone/>
              <a:defRPr sz="23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smtClean="0"/>
              <a:t>Click to edit Master subtitle style</a:t>
            </a:r>
            <a:endParaRPr lang="en-US" noProof="0"/>
          </a:p>
        </p:txBody>
      </p:sp>
      <p:sp>
        <p:nvSpPr>
          <p:cNvPr id="4" name="Date Placeholder 3"/>
          <p:cNvSpPr>
            <a:spLocks noGrp="1"/>
          </p:cNvSpPr>
          <p:nvPr>
            <p:ph type="dt" sz="half" idx="10"/>
          </p:nvPr>
        </p:nvSpPr>
        <p:spPr>
          <a:xfrm>
            <a:off x="752858" y="6453386"/>
            <a:ext cx="1607944" cy="404614"/>
          </a:xfrm>
        </p:spPr>
        <p:txBody>
          <a:bodyPr/>
          <a:lstStyle>
            <a:lvl1pPr>
              <a:defRPr baseline="0">
                <a:solidFill>
                  <a:schemeClr val="bg1"/>
                </a:solidFill>
              </a:defRPr>
            </a:lvl1pPr>
          </a:lstStyle>
          <a:p>
            <a:pPr marL="0" marR="0" lvl="0" indent="0" algn="l" defTabSz="457200" rtl="0" eaLnBrk="1" fontAlgn="auto" latinLnBrk="0" hangingPunct="1">
              <a:lnSpc>
                <a:spcPct val="100000"/>
              </a:lnSpc>
              <a:spcBef>
                <a:spcPts val="0"/>
              </a:spcBef>
              <a:spcAft>
                <a:spcPts val="0"/>
              </a:spcAft>
              <a:buClrTx/>
              <a:buSzTx/>
              <a:buFontTx/>
              <a:buNone/>
              <a:tabLst/>
              <a:defRPr/>
            </a:pPr>
            <a:fld id="{3B77EF04-6424-4B70-94D1-FC932CBBDD9B}" type="datetimeFigureOut">
              <a:rPr kumimoji="0" lang="en-US" sz="1200" b="0" i="0" u="none" strike="noStrike" kern="1200" cap="none" spc="0" normalizeH="0" baseline="0" noProof="0" smtClean="0">
                <a:ln>
                  <a:noFill/>
                </a:ln>
                <a:solidFill>
                  <a:prstClr val="white"/>
                </a:solidFill>
                <a:effectLst/>
                <a:uLnTx/>
                <a:uFillTx/>
                <a:latin typeface="Arial"/>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9/2/2025</a:t>
            </a:fld>
            <a:endParaRPr kumimoji="0" lang="en-US" sz="1200" b="0" i="0" u="none" strike="noStrike" kern="1200" cap="none" spc="0" normalizeH="0" baseline="0" noProof="0" dirty="0">
              <a:ln>
                <a:noFill/>
              </a:ln>
              <a:solidFill>
                <a:prstClr val="white"/>
              </a:solidFill>
              <a:effectLst/>
              <a:uLnTx/>
              <a:uFillTx/>
              <a:latin typeface="Arial"/>
              <a:ea typeface="+mn-ea"/>
              <a:cs typeface="+mn-cs"/>
            </a:endParaRPr>
          </a:p>
        </p:txBody>
      </p:sp>
      <p:sp>
        <p:nvSpPr>
          <p:cNvPr id="5" name="Footer Placeholder 4"/>
          <p:cNvSpPr>
            <a:spLocks noGrp="1"/>
          </p:cNvSpPr>
          <p:nvPr>
            <p:ph type="ftr" sz="quarter" idx="11"/>
          </p:nvPr>
        </p:nvSpPr>
        <p:spPr>
          <a:xfrm>
            <a:off x="2584054" y="6453386"/>
            <a:ext cx="7023377" cy="404614"/>
          </a:xfrm>
        </p:spPr>
        <p:txBody>
          <a:bodyPr/>
          <a:lstStyle>
            <a:lvl1pPr algn="ctr">
              <a:defRPr baseline="0">
                <a:solidFill>
                  <a:schemeClr val="bg1"/>
                </a:solidFill>
              </a:defRPr>
            </a:lvl1p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white"/>
                </a:solidFill>
                <a:effectLst/>
                <a:uLnTx/>
                <a:uFillTx/>
                <a:latin typeface="Arial"/>
                <a:ea typeface="+mn-ea"/>
                <a:cs typeface="+mn-cs"/>
              </a:rPr>
              <a:t>Add a footer </a:t>
            </a:r>
          </a:p>
        </p:txBody>
      </p:sp>
      <p:sp>
        <p:nvSpPr>
          <p:cNvPr id="6" name="Slide Number Placeholder 5"/>
          <p:cNvSpPr>
            <a:spLocks noGrp="1"/>
          </p:cNvSpPr>
          <p:nvPr>
            <p:ph type="sldNum" sz="quarter" idx="12"/>
          </p:nvPr>
        </p:nvSpPr>
        <p:spPr>
          <a:xfrm>
            <a:off x="9830683" y="6453386"/>
            <a:ext cx="1596292" cy="404614"/>
          </a:xfrm>
        </p:spPr>
        <p:txBody>
          <a:bodyPr/>
          <a:lstStyle>
            <a:lvl1pPr>
              <a:defRPr baseline="0">
                <a:solidFill>
                  <a:schemeClr val="bg1"/>
                </a:solidFill>
              </a:defRPr>
            </a:lvl1pPr>
          </a:lstStyle>
          <a:p>
            <a:pPr marL="0" marR="0" lvl="0" indent="0" algn="r" defTabSz="457200" rtl="0" eaLnBrk="1" fontAlgn="auto" latinLnBrk="0" hangingPunct="1">
              <a:lnSpc>
                <a:spcPct val="100000"/>
              </a:lnSpc>
              <a:spcBef>
                <a:spcPts val="0"/>
              </a:spcBef>
              <a:spcAft>
                <a:spcPts val="0"/>
              </a:spcAft>
              <a:buClrTx/>
              <a:buSzTx/>
              <a:buFontTx/>
              <a:buNone/>
              <a:tabLst/>
              <a:defRPr/>
            </a:pPr>
            <a:fld id="{B38049E5-7B53-4E85-8972-7D6C4BCE5BB9}" type="slidenum">
              <a:rPr kumimoji="0" lang="en-US" sz="1200" b="0" i="0" u="none" strike="noStrike" kern="1200" cap="none" spc="0" normalizeH="0" baseline="0" noProof="0" smtClean="0">
                <a:ln>
                  <a:noFill/>
                </a:ln>
                <a:solidFill>
                  <a:prstClr val="white"/>
                </a:solidFill>
                <a:effectLst/>
                <a:uLnTx/>
                <a:uFillTx/>
                <a:latin typeface="Arial"/>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dirty="0">
              <a:ln>
                <a:noFill/>
              </a:ln>
              <a:solidFill>
                <a:prstClr val="white"/>
              </a:solidFill>
              <a:effectLst/>
              <a:uLnTx/>
              <a:uFillTx/>
              <a:latin typeface="Arial"/>
              <a:ea typeface="+mn-ea"/>
              <a:cs typeface="+mn-cs"/>
            </a:endParaRPr>
          </a:p>
        </p:txBody>
      </p:sp>
      <p:sp>
        <p:nvSpPr>
          <p:cNvPr id="11" name="L-Shape 10">
            <a:extLst>
              <a:ext uri="{FF2B5EF4-FFF2-40B4-BE49-F238E27FC236}">
                <a16:creationId xmlns:a16="http://schemas.microsoft.com/office/drawing/2014/main" id="{68D376A1-CC76-4C90-B2CF-F89EA13E7942}"/>
              </a:ext>
            </a:extLst>
          </p:cNvPr>
          <p:cNvSpPr/>
          <p:nvPr userDrawn="1"/>
        </p:nvSpPr>
        <p:spPr>
          <a:xfrm rot="10800000" flipV="1">
            <a:off x="8549910" y="1820273"/>
            <a:ext cx="2772000" cy="2772000"/>
          </a:xfrm>
          <a:prstGeom prst="corner">
            <a:avLst>
              <a:gd name="adj1" fmla="val 7397"/>
              <a:gd name="adj2" fmla="val 7750"/>
            </a:avLst>
          </a:prstGeom>
          <a:solidFill>
            <a:schemeClr val="bg2"/>
          </a:solidFill>
          <a:ln>
            <a:solidFill>
              <a:schemeClr val="bg2"/>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rial"/>
              <a:ea typeface="+mn-ea"/>
              <a:cs typeface="+mn-cs"/>
            </a:endParaRPr>
          </a:p>
        </p:txBody>
      </p:sp>
      <p:sp>
        <p:nvSpPr>
          <p:cNvPr id="8" name="L-Shape 7">
            <a:extLst>
              <a:ext uri="{FF2B5EF4-FFF2-40B4-BE49-F238E27FC236}">
                <a16:creationId xmlns:a16="http://schemas.microsoft.com/office/drawing/2014/main" id="{B5516E7A-AEB0-4772-8098-8B0F8B5F1126}"/>
              </a:ext>
            </a:extLst>
          </p:cNvPr>
          <p:cNvSpPr/>
          <p:nvPr userDrawn="1"/>
        </p:nvSpPr>
        <p:spPr>
          <a:xfrm flipV="1">
            <a:off x="752858" y="609652"/>
            <a:ext cx="3152309" cy="3007448"/>
          </a:xfrm>
          <a:prstGeom prst="corner">
            <a:avLst>
              <a:gd name="adj1" fmla="val 6089"/>
              <a:gd name="adj2" fmla="val 6769"/>
            </a:avLst>
          </a:prstGeom>
          <a:solidFill>
            <a:schemeClr val="accent3"/>
          </a:solidFill>
          <a:ln>
            <a:solidFill>
              <a:schemeClr val="accent3"/>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rial"/>
              <a:ea typeface="+mn-ea"/>
              <a:cs typeface="+mn-cs"/>
            </a:endParaRPr>
          </a:p>
        </p:txBody>
      </p:sp>
      <p:sp>
        <p:nvSpPr>
          <p:cNvPr id="12" name="L-Shape 11">
            <a:extLst>
              <a:ext uri="{FF2B5EF4-FFF2-40B4-BE49-F238E27FC236}">
                <a16:creationId xmlns:a16="http://schemas.microsoft.com/office/drawing/2014/main" id="{E864F603-D3F0-4241-9005-3F6C3BD62BEF}"/>
              </a:ext>
            </a:extLst>
          </p:cNvPr>
          <p:cNvSpPr/>
          <p:nvPr userDrawn="1"/>
        </p:nvSpPr>
        <p:spPr>
          <a:xfrm flipH="1">
            <a:off x="8286317" y="1685653"/>
            <a:ext cx="3152309" cy="3007448"/>
          </a:xfrm>
          <a:prstGeom prst="corner">
            <a:avLst>
              <a:gd name="adj1" fmla="val 6089"/>
              <a:gd name="adj2" fmla="val 6442"/>
            </a:avLst>
          </a:prstGeom>
          <a:solidFill>
            <a:schemeClr val="accent3"/>
          </a:solidFill>
          <a:ln>
            <a:solidFill>
              <a:schemeClr val="accent3"/>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rial"/>
              <a:ea typeface="+mn-ea"/>
              <a:cs typeface="+mn-cs"/>
            </a:endParaRPr>
          </a:p>
        </p:txBody>
      </p:sp>
    </p:spTree>
    <p:extLst>
      <p:ext uri="{BB962C8B-B14F-4D97-AF65-F5344CB8AC3E}">
        <p14:creationId xmlns:p14="http://schemas.microsoft.com/office/powerpoint/2010/main" val="33159004"/>
      </p:ext>
    </p:extLst>
  </p:cSld>
  <p:clrMapOvr>
    <a:overrideClrMapping bg1="lt1" tx1="dk1" bg2="lt2" tx2="dk2" accent1="accent1" accent2="accent2" accent3="accent3" accent4="accent4" accent5="accent5" accent6="accent6" hlink="hlink" folHlink="folHlink"/>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1371600" y="685800"/>
            <a:ext cx="9601200" cy="720213"/>
          </a:xfrm>
        </p:spPr>
        <p:txBody>
          <a:bodyPr>
            <a:noAutofit/>
          </a:bodyPr>
          <a:lstStyle>
            <a:lvl1pPr>
              <a:defRPr sz="4800"/>
            </a:lvl1pPr>
          </a:lstStyle>
          <a:p>
            <a:r>
              <a:rPr lang="en-US" noProof="0"/>
              <a:t>Click To Edit Master Title Style</a:t>
            </a:r>
          </a:p>
        </p:txBody>
      </p:sp>
      <p:sp>
        <p:nvSpPr>
          <p:cNvPr id="3" name="Content Placeholder 2"/>
          <p:cNvSpPr>
            <a:spLocks noGrp="1"/>
          </p:cNvSpPr>
          <p:nvPr>
            <p:ph idx="1"/>
          </p:nvPr>
        </p:nvSpPr>
        <p:spPr>
          <a:xfrm>
            <a:off x="1371600" y="1484671"/>
            <a:ext cx="9601200" cy="4382729"/>
          </a:xfrm>
        </p:spPr>
        <p:txBody>
          <a:bodyPr/>
          <a:lstStyle/>
          <a:p>
            <a:pPr lvl="0"/>
            <a:r>
              <a:rPr lang="en-US" noProof="0" smtClean="0"/>
              <a:t>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
        <p:nvSpPr>
          <p:cNvPr id="4" name="Date Placeholder 3"/>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3B77EF04-6424-4B70-94D1-FC932CBBDD9B}" type="datetimeFigureOut">
              <a:rPr kumimoji="0" lang="en-US" sz="1200" b="0" i="0" u="none" strike="noStrike" kern="1200" cap="none" spc="0" normalizeH="0" baseline="0" noProof="0" smtClean="0">
                <a:ln>
                  <a:noFill/>
                </a:ln>
                <a:solidFill>
                  <a:srgbClr val="1F497D"/>
                </a:solidFill>
                <a:effectLst/>
                <a:uLnTx/>
                <a:uFillTx/>
                <a:latin typeface="Arial"/>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9/2/2025</a:t>
            </a:fld>
            <a:endParaRPr kumimoji="0" lang="en-US" sz="1200" b="0" i="0" u="none" strike="noStrike" kern="1200" cap="none" spc="0" normalizeH="0" baseline="0" noProof="0" dirty="0">
              <a:ln>
                <a:noFill/>
              </a:ln>
              <a:solidFill>
                <a:srgbClr val="1F497D"/>
              </a:solidFill>
              <a:effectLst/>
              <a:uLnTx/>
              <a:uFillTx/>
              <a:latin typeface="Arial"/>
              <a:ea typeface="+mn-ea"/>
              <a:cs typeface="+mn-cs"/>
            </a:endParaRPr>
          </a:p>
        </p:txBody>
      </p:sp>
      <p:sp>
        <p:nvSpPr>
          <p:cNvPr id="5" name="Footer Placeholder 4"/>
          <p:cNvSpPr>
            <a:spLocks noGrp="1"/>
          </p:cNvSpPr>
          <p:nvPr>
            <p:ph type="ftr" sz="quarter" idx="1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1F497D"/>
                </a:solidFill>
                <a:effectLst/>
                <a:uLnTx/>
                <a:uFillTx/>
                <a:latin typeface="Arial"/>
                <a:ea typeface="+mn-ea"/>
                <a:cs typeface="+mn-cs"/>
              </a:rPr>
              <a:t>Add a footer </a:t>
            </a:r>
          </a:p>
        </p:txBody>
      </p:sp>
      <p:sp>
        <p:nvSpPr>
          <p:cNvPr id="6" name="Slide Number Placeholder 5"/>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B38049E5-7B53-4E85-8972-7D6C4BCE5BB9}" type="slidenum">
              <a:rPr kumimoji="0" lang="en-US" sz="1200" b="0" i="0" u="none" strike="noStrike" kern="1200" cap="none" spc="0" normalizeH="0" baseline="0" noProof="0" smtClean="0">
                <a:ln>
                  <a:noFill/>
                </a:ln>
                <a:solidFill>
                  <a:srgbClr val="1F497D"/>
                </a:solidFill>
                <a:effectLst/>
                <a:uLnTx/>
                <a:uFillTx/>
                <a:latin typeface="Arial"/>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dirty="0">
              <a:ln>
                <a:noFill/>
              </a:ln>
              <a:solidFill>
                <a:srgbClr val="1F497D"/>
              </a:solidFill>
              <a:effectLst/>
              <a:uLnTx/>
              <a:uFillTx/>
              <a:latin typeface="Arial"/>
              <a:ea typeface="+mn-ea"/>
              <a:cs typeface="+mn-cs"/>
            </a:endParaRPr>
          </a:p>
        </p:txBody>
      </p:sp>
      <p:cxnSp>
        <p:nvCxnSpPr>
          <p:cNvPr id="7" name="Straight Connector 6">
            <a:extLst>
              <a:ext uri="{FF2B5EF4-FFF2-40B4-BE49-F238E27FC236}">
                <a16:creationId xmlns:a16="http://schemas.microsoft.com/office/drawing/2014/main" id="{CBEFB83C-E1EC-41AC-BFF6-9D094E2D43C6}"/>
              </a:ext>
            </a:extLst>
          </p:cNvPr>
          <p:cNvCxnSpPr/>
          <p:nvPr userDrawn="1"/>
        </p:nvCxnSpPr>
        <p:spPr>
          <a:xfrm>
            <a:off x="1465008" y="1445344"/>
            <a:ext cx="9468000" cy="0"/>
          </a:xfrm>
          <a:prstGeom prst="line">
            <a:avLst/>
          </a:prstGeom>
          <a:ln w="28575">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1675448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Content with Caption and Picture">
    <p:bg bwMode="ltGray">
      <p:bgPr>
        <a:solidFill>
          <a:schemeClr val="bg2"/>
        </a:solidFill>
        <a:effectLst/>
      </p:bgPr>
    </p:bg>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20A2BD38-4A6C-44EB-900D-A3E3AE37854F}"/>
              </a:ext>
            </a:extLst>
          </p:cNvPr>
          <p:cNvSpPr/>
          <p:nvPr userDrawn="1"/>
        </p:nvSpPr>
        <p:spPr>
          <a:xfrm>
            <a:off x="6581723" y="404614"/>
            <a:ext cx="5191176" cy="6048772"/>
          </a:xfrm>
          <a:prstGeom prst="rect">
            <a:avLst/>
          </a:prstGeom>
          <a:gradFill flip="none" rotWithShape="1">
            <a:gsLst>
              <a:gs pos="0">
                <a:schemeClr val="tx2">
                  <a:lumMod val="50000"/>
                </a:schemeClr>
              </a:gs>
              <a:gs pos="36000">
                <a:schemeClr val="tx2"/>
              </a:gs>
              <a:gs pos="69000">
                <a:schemeClr val="tx2">
                  <a:lumMod val="75000"/>
                </a:schemeClr>
              </a:gs>
              <a:gs pos="97000">
                <a:schemeClr val="tx2">
                  <a:lumMod val="50000"/>
                </a:schemeClr>
              </a:gs>
            </a:gsLst>
            <a:lin ang="2700000" scaled="1"/>
            <a:tileRect/>
          </a:gradFill>
          <a:ln>
            <a:noFill/>
          </a:ln>
          <a:effectLst>
            <a:outerShdw blurRad="63500" sx="102000" sy="102000" algn="ctr" rotWithShape="0">
              <a:prstClr val="black">
                <a:alpha val="20000"/>
              </a:prstClr>
            </a:outerShdw>
          </a:effectLst>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rial"/>
              <a:ea typeface="+mn-ea"/>
              <a:cs typeface="+mn-cs"/>
            </a:endParaRPr>
          </a:p>
        </p:txBody>
      </p:sp>
      <p:sp>
        <p:nvSpPr>
          <p:cNvPr id="27" name="Oval 26">
            <a:extLst>
              <a:ext uri="{FF2B5EF4-FFF2-40B4-BE49-F238E27FC236}">
                <a16:creationId xmlns:a16="http://schemas.microsoft.com/office/drawing/2014/main" id="{C222C1B9-FA56-4CEA-AD98-25A595D942F8}"/>
              </a:ext>
            </a:extLst>
          </p:cNvPr>
          <p:cNvSpPr/>
          <p:nvPr userDrawn="1"/>
        </p:nvSpPr>
        <p:spPr bwMode="white">
          <a:xfrm>
            <a:off x="7040199" y="564425"/>
            <a:ext cx="4356000" cy="4464000"/>
          </a:xfrm>
          <a:prstGeom prst="ellipse">
            <a:avLst/>
          </a:prstGeom>
          <a:noFill/>
          <a:ln w="123825">
            <a:solidFill>
              <a:schemeClr val="accent3"/>
            </a:solidFill>
          </a:ln>
          <a:effectLst>
            <a:outerShdw blurRad="63500" sx="102000" sy="102000" algn="ctr" rotWithShape="0">
              <a:prstClr val="black">
                <a:alpha val="40000"/>
              </a:prstClr>
            </a:outerShdw>
          </a:effectLst>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rial"/>
              <a:ea typeface="+mn-ea"/>
              <a:cs typeface="+mn-cs"/>
            </a:endParaRPr>
          </a:p>
        </p:txBody>
      </p:sp>
      <p:sp>
        <p:nvSpPr>
          <p:cNvPr id="8" name="Rectangle 7" title="Background Shape"/>
          <p:cNvSpPr/>
          <p:nvPr/>
        </p:nvSpPr>
        <p:spPr>
          <a:xfrm>
            <a:off x="0" y="376"/>
            <a:ext cx="6096000" cy="6857624"/>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hasCustomPrompt="1"/>
          </p:nvPr>
        </p:nvSpPr>
        <p:spPr bwMode="white">
          <a:xfrm>
            <a:off x="586246" y="400665"/>
            <a:ext cx="4858460" cy="1428136"/>
          </a:xfrm>
        </p:spPr>
        <p:txBody>
          <a:bodyPr anchor="ctr" anchorCtr="0">
            <a:noAutofit/>
          </a:bodyPr>
          <a:lstStyle>
            <a:lvl1pPr algn="ctr">
              <a:lnSpc>
                <a:spcPct val="84000"/>
              </a:lnSpc>
              <a:defRPr sz="4800" baseline="0">
                <a:solidFill>
                  <a:schemeClr val="bg1"/>
                </a:solidFill>
              </a:defRPr>
            </a:lvl1pPr>
          </a:lstStyle>
          <a:p>
            <a:r>
              <a:rPr lang="en-US" noProof="0"/>
              <a:t>Click To Edit Master Title Style</a:t>
            </a:r>
          </a:p>
        </p:txBody>
      </p:sp>
      <p:sp>
        <p:nvSpPr>
          <p:cNvPr id="4" name="Text Placeholder 3"/>
          <p:cNvSpPr>
            <a:spLocks noGrp="1"/>
          </p:cNvSpPr>
          <p:nvPr>
            <p:ph type="body" sz="half" idx="2"/>
          </p:nvPr>
        </p:nvSpPr>
        <p:spPr>
          <a:xfrm>
            <a:off x="586246" y="2113935"/>
            <a:ext cx="4858460" cy="4247186"/>
          </a:xfrm>
        </p:spPr>
        <p:txBody>
          <a:bodyPr/>
          <a:lstStyle>
            <a:lvl1pPr marL="285750" indent="-285750">
              <a:lnSpc>
                <a:spcPct val="100000"/>
              </a:lnSpc>
              <a:spcBef>
                <a:spcPts val="0"/>
              </a:spcBef>
              <a:spcAft>
                <a:spcPts val="100"/>
              </a:spcAft>
              <a:buFont typeface="Arial" panose="020B0604020202020204" pitchFamily="34" charset="0"/>
              <a:buChar char="•"/>
              <a:defRPr sz="18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noProof="0" smtClean="0"/>
              <a:t>Edit Master text styles</a:t>
            </a:r>
          </a:p>
        </p:txBody>
      </p:sp>
      <p:sp>
        <p:nvSpPr>
          <p:cNvPr id="5" name="Date Placeholder 4"/>
          <p:cNvSpPr>
            <a:spLocks noGrp="1"/>
          </p:cNvSpPr>
          <p:nvPr>
            <p:ph type="dt" sz="half" idx="10"/>
          </p:nvPr>
        </p:nvSpPr>
        <p:spPr>
          <a:xfrm>
            <a:off x="586246" y="6443554"/>
            <a:ext cx="1324322" cy="404614"/>
          </a:xfrm>
        </p:spPr>
        <p:txBody>
          <a:bodyPr/>
          <a:lstStyle>
            <a:lvl1pPr>
              <a:defRPr>
                <a:solidFill>
                  <a:schemeClr val="bg1"/>
                </a:solidFill>
              </a:defRPr>
            </a:lvl1pPr>
          </a:lstStyle>
          <a:p>
            <a:pPr marL="0" marR="0" lvl="0" indent="0" algn="l" defTabSz="457200" rtl="0" eaLnBrk="1" fontAlgn="auto" latinLnBrk="0" hangingPunct="1">
              <a:lnSpc>
                <a:spcPct val="100000"/>
              </a:lnSpc>
              <a:spcBef>
                <a:spcPts val="0"/>
              </a:spcBef>
              <a:spcAft>
                <a:spcPts val="0"/>
              </a:spcAft>
              <a:buClrTx/>
              <a:buSzTx/>
              <a:buFontTx/>
              <a:buNone/>
              <a:tabLst/>
              <a:defRPr/>
            </a:pPr>
            <a:fld id="{3B77EF04-6424-4B70-94D1-FC932CBBDD9B}" type="datetimeFigureOut">
              <a:rPr kumimoji="0" lang="en-US" sz="1200" b="0" i="0" u="none" strike="noStrike" kern="1200" cap="none" spc="0" normalizeH="0" baseline="0" noProof="0" smtClean="0">
                <a:ln>
                  <a:noFill/>
                </a:ln>
                <a:solidFill>
                  <a:prstClr val="white"/>
                </a:solidFill>
                <a:effectLst/>
                <a:uLnTx/>
                <a:uFillTx/>
                <a:latin typeface="Arial"/>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9/2/2025</a:t>
            </a:fld>
            <a:endParaRPr kumimoji="0" lang="en-US" sz="1200" b="0" i="0" u="none" strike="noStrike" kern="1200" cap="none" spc="0" normalizeH="0" baseline="0" noProof="0" dirty="0">
              <a:ln>
                <a:noFill/>
              </a:ln>
              <a:solidFill>
                <a:prstClr val="white"/>
              </a:solidFill>
              <a:effectLst/>
              <a:uLnTx/>
              <a:uFillTx/>
              <a:latin typeface="Arial"/>
              <a:ea typeface="+mn-ea"/>
              <a:cs typeface="+mn-cs"/>
            </a:endParaRPr>
          </a:p>
        </p:txBody>
      </p:sp>
      <p:sp>
        <p:nvSpPr>
          <p:cNvPr id="6" name="Footer Placeholder 5"/>
          <p:cNvSpPr>
            <a:spLocks noGrp="1"/>
          </p:cNvSpPr>
          <p:nvPr>
            <p:ph type="ftr" sz="quarter" idx="11"/>
          </p:nvPr>
        </p:nvSpPr>
        <p:spPr>
          <a:xfrm>
            <a:off x="2825377" y="6453386"/>
            <a:ext cx="2619329" cy="404614"/>
          </a:xfrm>
        </p:spPr>
        <p:txBody>
          <a:bodyPr/>
          <a:lstStyle>
            <a:lvl1pPr>
              <a:defRPr>
                <a:solidFill>
                  <a:schemeClr val="bg1"/>
                </a:solidFill>
              </a:defRPr>
            </a:lvl1p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white"/>
                </a:solidFill>
                <a:effectLst/>
                <a:uLnTx/>
                <a:uFillTx/>
                <a:latin typeface="Arial"/>
                <a:ea typeface="+mn-ea"/>
                <a:cs typeface="+mn-cs"/>
              </a:rPr>
              <a:t>Add a footer </a:t>
            </a:r>
          </a:p>
        </p:txBody>
      </p:sp>
      <p:sp>
        <p:nvSpPr>
          <p:cNvPr id="7" name="Slide Number Placeholder 6"/>
          <p:cNvSpPr>
            <a:spLocks noGrp="1"/>
          </p:cNvSpPr>
          <p:nvPr>
            <p:ph type="sldNum" sz="quarter" idx="12"/>
          </p:nvPr>
        </p:nvSpPr>
        <p:spPr>
          <a:xfrm>
            <a:off x="10187939" y="6453386"/>
            <a:ext cx="1596292" cy="404614"/>
          </a:xfrm>
        </p:spPr>
        <p:txBody>
          <a:bodyPr/>
          <a:lstStyle>
            <a:lvl1pPr>
              <a:defRPr>
                <a:solidFill>
                  <a:schemeClr val="tx2"/>
                </a:solidFill>
              </a:defRPr>
            </a:lvl1pPr>
          </a:lstStyle>
          <a:p>
            <a:pPr marL="0" marR="0" lvl="0" indent="0" algn="r" defTabSz="457200" rtl="0" eaLnBrk="1" fontAlgn="auto" latinLnBrk="0" hangingPunct="1">
              <a:lnSpc>
                <a:spcPct val="100000"/>
              </a:lnSpc>
              <a:spcBef>
                <a:spcPts val="0"/>
              </a:spcBef>
              <a:spcAft>
                <a:spcPts val="0"/>
              </a:spcAft>
              <a:buClrTx/>
              <a:buSzTx/>
              <a:buFontTx/>
              <a:buNone/>
              <a:tabLst/>
              <a:defRPr/>
            </a:pPr>
            <a:fld id="{B38049E5-7B53-4E85-8972-7D6C4BCE5BB9}" type="slidenum">
              <a:rPr kumimoji="0" lang="en-US" sz="1200" b="0" i="0" u="none" strike="noStrike" kern="1200" cap="none" spc="0" normalizeH="0" baseline="0" noProof="0" smtClean="0">
                <a:ln>
                  <a:noFill/>
                </a:ln>
                <a:solidFill>
                  <a:srgbClr val="1F497D"/>
                </a:solidFill>
                <a:effectLst/>
                <a:uLnTx/>
                <a:uFillTx/>
                <a:latin typeface="Arial"/>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dirty="0">
              <a:ln>
                <a:noFill/>
              </a:ln>
              <a:solidFill>
                <a:srgbClr val="1F497D"/>
              </a:solidFill>
              <a:effectLst/>
              <a:uLnTx/>
              <a:uFillTx/>
              <a:latin typeface="Arial"/>
              <a:ea typeface="+mn-ea"/>
              <a:cs typeface="+mn-cs"/>
            </a:endParaRPr>
          </a:p>
        </p:txBody>
      </p:sp>
      <p:sp>
        <p:nvSpPr>
          <p:cNvPr id="9" name="Rectangle 8" title="Divider Bar"/>
          <p:cNvSpPr/>
          <p:nvPr/>
        </p:nvSpPr>
        <p:spPr>
          <a:xfrm>
            <a:off x="6024000" y="0"/>
            <a:ext cx="1440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Picture Placeholder 12">
            <a:extLst>
              <a:ext uri="{FF2B5EF4-FFF2-40B4-BE49-F238E27FC236}">
                <a16:creationId xmlns:a16="http://schemas.microsoft.com/office/drawing/2014/main" id="{9786B981-6A78-425B-97A2-BA24E40DB7AD}"/>
              </a:ext>
            </a:extLst>
          </p:cNvPr>
          <p:cNvSpPr>
            <a:spLocks noGrp="1"/>
          </p:cNvSpPr>
          <p:nvPr>
            <p:ph type="pic" sz="quarter" idx="13"/>
          </p:nvPr>
        </p:nvSpPr>
        <p:spPr>
          <a:xfrm>
            <a:off x="7145761" y="670570"/>
            <a:ext cx="4151312" cy="4248000"/>
          </a:xfrm>
          <a:prstGeom prst="ellipse">
            <a:avLst/>
          </a:prstGeom>
          <a:ln w="38100">
            <a:solidFill>
              <a:schemeClr val="bg2"/>
            </a:solidFill>
          </a:ln>
          <a:effectLst>
            <a:innerShdw blurRad="114300">
              <a:prstClr val="black"/>
            </a:innerShdw>
          </a:effectLst>
        </p:spPr>
        <p:txBody>
          <a:bodyPr anchor="ctr" anchorCtr="0"/>
          <a:lstStyle>
            <a:lvl1pPr>
              <a:defRPr>
                <a:solidFill>
                  <a:schemeClr val="bg1"/>
                </a:solidFill>
              </a:defRPr>
            </a:lvl1pPr>
          </a:lstStyle>
          <a:p>
            <a:r>
              <a:rPr lang="en-US" noProof="0" smtClean="0"/>
              <a:t>Click icon to add picture</a:t>
            </a:r>
            <a:endParaRPr lang="en-US" noProof="0" dirty="0"/>
          </a:p>
        </p:txBody>
      </p:sp>
      <p:sp>
        <p:nvSpPr>
          <p:cNvPr id="17" name="Content Placeholder 15">
            <a:extLst>
              <a:ext uri="{FF2B5EF4-FFF2-40B4-BE49-F238E27FC236}">
                <a16:creationId xmlns:a16="http://schemas.microsoft.com/office/drawing/2014/main" id="{A21C7D74-31FD-4638-819B-6F7351A1770B}"/>
              </a:ext>
            </a:extLst>
          </p:cNvPr>
          <p:cNvSpPr>
            <a:spLocks noGrp="1"/>
          </p:cNvSpPr>
          <p:nvPr>
            <p:ph sz="quarter" idx="15"/>
          </p:nvPr>
        </p:nvSpPr>
        <p:spPr>
          <a:xfrm>
            <a:off x="6747294" y="5188236"/>
            <a:ext cx="4858459" cy="1126906"/>
          </a:xfrm>
          <a:solidFill>
            <a:schemeClr val="bg2"/>
          </a:solidFill>
          <a:ln>
            <a:noFill/>
          </a:ln>
          <a:effectLst>
            <a:innerShdw blurRad="114300">
              <a:prstClr val="black"/>
            </a:innerShdw>
          </a:effectLst>
        </p:spPr>
        <p:txBody>
          <a:bodyPr anchor="ctr" anchorCtr="0"/>
          <a:lstStyle>
            <a:lvl1pPr marL="0" indent="0" algn="ctr">
              <a:buNone/>
              <a:defRPr sz="1800">
                <a:solidFill>
                  <a:schemeClr val="tx2">
                    <a:lumMod val="50000"/>
                  </a:schemeClr>
                </a:solidFill>
              </a:defRPr>
            </a:lvl1pPr>
            <a:lvl2pPr marL="530352" indent="0" algn="ctr">
              <a:buNone/>
              <a:defRPr sz="1800">
                <a:solidFill>
                  <a:schemeClr val="tx2">
                    <a:lumMod val="50000"/>
                  </a:schemeClr>
                </a:solidFill>
              </a:defRPr>
            </a:lvl2pPr>
            <a:lvl3pPr marL="987552" indent="0" algn="ctr">
              <a:buNone/>
              <a:defRPr sz="1600">
                <a:solidFill>
                  <a:schemeClr val="tx2">
                    <a:lumMod val="50000"/>
                  </a:schemeClr>
                </a:solidFill>
              </a:defRPr>
            </a:lvl3pPr>
            <a:lvl4pPr marL="1444752" indent="0" algn="ctr">
              <a:buNone/>
              <a:defRPr sz="1600">
                <a:solidFill>
                  <a:schemeClr val="tx2">
                    <a:lumMod val="50000"/>
                  </a:schemeClr>
                </a:solidFill>
              </a:defRPr>
            </a:lvl4pPr>
            <a:lvl5pPr marL="1901952" indent="0" algn="ctr">
              <a:buNone/>
              <a:defRPr sz="1400">
                <a:solidFill>
                  <a:schemeClr val="tx2">
                    <a:lumMod val="50000"/>
                  </a:schemeClr>
                </a:solidFill>
              </a:defRPr>
            </a:lvl5pPr>
          </a:lstStyle>
          <a:p>
            <a:pPr lvl="0"/>
            <a:r>
              <a:rPr lang="en-US" noProof="0" smtClean="0"/>
              <a:t>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
        <p:nvSpPr>
          <p:cNvPr id="21" name="L-Shape 20">
            <a:extLst>
              <a:ext uri="{FF2B5EF4-FFF2-40B4-BE49-F238E27FC236}">
                <a16:creationId xmlns:a16="http://schemas.microsoft.com/office/drawing/2014/main" id="{CB430D22-8AAF-444F-A6CE-7C02859083DF}"/>
              </a:ext>
            </a:extLst>
          </p:cNvPr>
          <p:cNvSpPr>
            <a:spLocks noChangeAspect="1"/>
          </p:cNvSpPr>
          <p:nvPr userDrawn="1"/>
        </p:nvSpPr>
        <p:spPr>
          <a:xfrm flipV="1">
            <a:off x="516927" y="335049"/>
            <a:ext cx="403201" cy="395617"/>
          </a:xfrm>
          <a:prstGeom prst="corner">
            <a:avLst>
              <a:gd name="adj1" fmla="val 4470"/>
              <a:gd name="adj2" fmla="val 4823"/>
            </a:avLst>
          </a:prstGeom>
          <a:solidFill>
            <a:schemeClr val="bg2"/>
          </a:solidFill>
          <a:ln w="12700">
            <a:solidFill>
              <a:schemeClr val="bg2"/>
            </a:solidFill>
          </a:ln>
          <a:effectLst/>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rial"/>
              <a:ea typeface="+mn-ea"/>
              <a:cs typeface="+mn-cs"/>
            </a:endParaRPr>
          </a:p>
        </p:txBody>
      </p:sp>
      <p:sp>
        <p:nvSpPr>
          <p:cNvPr id="23" name="L-Shape 22">
            <a:extLst>
              <a:ext uri="{FF2B5EF4-FFF2-40B4-BE49-F238E27FC236}">
                <a16:creationId xmlns:a16="http://schemas.microsoft.com/office/drawing/2014/main" id="{0D8BA010-8544-4718-9EA3-B0248C963FD4}"/>
              </a:ext>
            </a:extLst>
          </p:cNvPr>
          <p:cNvSpPr>
            <a:spLocks noChangeAspect="1"/>
          </p:cNvSpPr>
          <p:nvPr userDrawn="1"/>
        </p:nvSpPr>
        <p:spPr>
          <a:xfrm flipH="1" flipV="1">
            <a:off x="5085711" y="330291"/>
            <a:ext cx="410929" cy="403201"/>
          </a:xfrm>
          <a:prstGeom prst="corner">
            <a:avLst>
              <a:gd name="adj1" fmla="val 4470"/>
              <a:gd name="adj2" fmla="val 4823"/>
            </a:avLst>
          </a:prstGeom>
          <a:solidFill>
            <a:schemeClr val="bg2"/>
          </a:solidFill>
          <a:ln w="12700">
            <a:solidFill>
              <a:schemeClr val="bg2"/>
            </a:solidFill>
          </a:ln>
          <a:effectLst/>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rial"/>
              <a:ea typeface="+mn-ea"/>
              <a:cs typeface="+mn-cs"/>
            </a:endParaRPr>
          </a:p>
        </p:txBody>
      </p:sp>
      <p:sp>
        <p:nvSpPr>
          <p:cNvPr id="24" name="L-Shape 23">
            <a:extLst>
              <a:ext uri="{FF2B5EF4-FFF2-40B4-BE49-F238E27FC236}">
                <a16:creationId xmlns:a16="http://schemas.microsoft.com/office/drawing/2014/main" id="{C0FFB550-21A6-456B-BA1A-EF145674866C}"/>
              </a:ext>
            </a:extLst>
          </p:cNvPr>
          <p:cNvSpPr>
            <a:spLocks noChangeAspect="1"/>
          </p:cNvSpPr>
          <p:nvPr userDrawn="1"/>
        </p:nvSpPr>
        <p:spPr>
          <a:xfrm>
            <a:off x="522817" y="1476927"/>
            <a:ext cx="403201" cy="395617"/>
          </a:xfrm>
          <a:prstGeom prst="corner">
            <a:avLst>
              <a:gd name="adj1" fmla="val 4470"/>
              <a:gd name="adj2" fmla="val 4823"/>
            </a:avLst>
          </a:prstGeom>
          <a:solidFill>
            <a:schemeClr val="bg2"/>
          </a:solidFill>
          <a:ln w="12700">
            <a:solidFill>
              <a:schemeClr val="bg2"/>
            </a:solidFill>
          </a:ln>
          <a:effectLst/>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rial"/>
              <a:ea typeface="+mn-ea"/>
              <a:cs typeface="+mn-cs"/>
            </a:endParaRPr>
          </a:p>
        </p:txBody>
      </p:sp>
      <p:sp>
        <p:nvSpPr>
          <p:cNvPr id="25" name="L-Shape 24">
            <a:extLst>
              <a:ext uri="{FF2B5EF4-FFF2-40B4-BE49-F238E27FC236}">
                <a16:creationId xmlns:a16="http://schemas.microsoft.com/office/drawing/2014/main" id="{70EF88E9-8CAC-422B-A9A6-D9FD1F17DAE2}"/>
              </a:ext>
            </a:extLst>
          </p:cNvPr>
          <p:cNvSpPr>
            <a:spLocks noChangeAspect="1"/>
          </p:cNvSpPr>
          <p:nvPr userDrawn="1"/>
        </p:nvSpPr>
        <p:spPr>
          <a:xfrm flipH="1">
            <a:off x="5081769" y="1482001"/>
            <a:ext cx="410929" cy="403201"/>
          </a:xfrm>
          <a:prstGeom prst="corner">
            <a:avLst>
              <a:gd name="adj1" fmla="val 4470"/>
              <a:gd name="adj2" fmla="val 4823"/>
            </a:avLst>
          </a:prstGeom>
          <a:solidFill>
            <a:schemeClr val="bg2"/>
          </a:solidFill>
          <a:ln w="12700">
            <a:solidFill>
              <a:schemeClr val="bg2"/>
            </a:solidFill>
          </a:ln>
          <a:effectLst/>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rial"/>
              <a:ea typeface="+mn-ea"/>
              <a:cs typeface="+mn-cs"/>
            </a:endParaRPr>
          </a:p>
        </p:txBody>
      </p:sp>
    </p:spTree>
    <p:extLst>
      <p:ext uri="{BB962C8B-B14F-4D97-AF65-F5344CB8AC3E}">
        <p14:creationId xmlns:p14="http://schemas.microsoft.com/office/powerpoint/2010/main" val="47363941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Content with Caption">
    <p:bg bwMode="ltGray">
      <p:bgPr>
        <a:solidFill>
          <a:schemeClr val="bg2"/>
        </a:solidFill>
        <a:effectLst/>
      </p:bgPr>
    </p:bg>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20A2BD38-4A6C-44EB-900D-A3E3AE37854F}"/>
              </a:ext>
            </a:extLst>
          </p:cNvPr>
          <p:cNvSpPr/>
          <p:nvPr userDrawn="1"/>
        </p:nvSpPr>
        <p:spPr>
          <a:xfrm>
            <a:off x="6581723" y="404614"/>
            <a:ext cx="5191176" cy="6048772"/>
          </a:xfrm>
          <a:prstGeom prst="rect">
            <a:avLst/>
          </a:prstGeom>
          <a:gradFill flip="none" rotWithShape="1">
            <a:gsLst>
              <a:gs pos="0">
                <a:schemeClr val="tx2">
                  <a:lumMod val="50000"/>
                </a:schemeClr>
              </a:gs>
              <a:gs pos="36000">
                <a:schemeClr val="tx2"/>
              </a:gs>
              <a:gs pos="69000">
                <a:schemeClr val="tx2">
                  <a:lumMod val="75000"/>
                </a:schemeClr>
              </a:gs>
              <a:gs pos="97000">
                <a:schemeClr val="tx2">
                  <a:lumMod val="50000"/>
                </a:schemeClr>
              </a:gs>
            </a:gsLst>
            <a:lin ang="2700000" scaled="1"/>
            <a:tileRect/>
          </a:gradFill>
          <a:ln>
            <a:noFill/>
          </a:ln>
          <a:effectLst>
            <a:outerShdw blurRad="63500" sx="102000" sy="102000" algn="ctr" rotWithShape="0">
              <a:prstClr val="black">
                <a:alpha val="20000"/>
              </a:prstClr>
            </a:outerShdw>
          </a:effectLst>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rial"/>
              <a:ea typeface="+mn-ea"/>
              <a:cs typeface="+mn-cs"/>
            </a:endParaRPr>
          </a:p>
        </p:txBody>
      </p:sp>
      <p:sp>
        <p:nvSpPr>
          <p:cNvPr id="8" name="Rectangle 7" title="Background Shape"/>
          <p:cNvSpPr/>
          <p:nvPr/>
        </p:nvSpPr>
        <p:spPr>
          <a:xfrm>
            <a:off x="0" y="376"/>
            <a:ext cx="6096000" cy="6857624"/>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hasCustomPrompt="1"/>
          </p:nvPr>
        </p:nvSpPr>
        <p:spPr bwMode="white">
          <a:xfrm>
            <a:off x="586246" y="400665"/>
            <a:ext cx="4858460" cy="1428136"/>
          </a:xfrm>
        </p:spPr>
        <p:txBody>
          <a:bodyPr anchor="ctr" anchorCtr="0">
            <a:noAutofit/>
          </a:bodyPr>
          <a:lstStyle>
            <a:lvl1pPr algn="ctr">
              <a:lnSpc>
                <a:spcPct val="84000"/>
              </a:lnSpc>
              <a:defRPr sz="4800" baseline="0">
                <a:solidFill>
                  <a:schemeClr val="bg1"/>
                </a:solidFill>
              </a:defRPr>
            </a:lvl1pPr>
          </a:lstStyle>
          <a:p>
            <a:r>
              <a:rPr lang="en-US" noProof="0"/>
              <a:t>Click To Edit Master Title Style</a:t>
            </a:r>
          </a:p>
        </p:txBody>
      </p:sp>
      <p:sp>
        <p:nvSpPr>
          <p:cNvPr id="4" name="Text Placeholder 3"/>
          <p:cNvSpPr>
            <a:spLocks noGrp="1"/>
          </p:cNvSpPr>
          <p:nvPr>
            <p:ph type="body" sz="half" idx="2"/>
          </p:nvPr>
        </p:nvSpPr>
        <p:spPr>
          <a:xfrm>
            <a:off x="586246" y="2113935"/>
            <a:ext cx="4858460" cy="4247186"/>
          </a:xfrm>
        </p:spPr>
        <p:txBody>
          <a:bodyPr/>
          <a:lstStyle>
            <a:lvl1pPr marL="285750" indent="-285750">
              <a:lnSpc>
                <a:spcPct val="100000"/>
              </a:lnSpc>
              <a:spcBef>
                <a:spcPts val="0"/>
              </a:spcBef>
              <a:spcAft>
                <a:spcPts val="100"/>
              </a:spcAft>
              <a:buFont typeface="Arial" panose="020B0604020202020204" pitchFamily="34" charset="0"/>
              <a:buChar char="•"/>
              <a:defRPr sz="18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noProof="0" smtClean="0"/>
              <a:t>Edit Master text styles</a:t>
            </a:r>
          </a:p>
        </p:txBody>
      </p:sp>
      <p:sp>
        <p:nvSpPr>
          <p:cNvPr id="5" name="Date Placeholder 4"/>
          <p:cNvSpPr>
            <a:spLocks noGrp="1"/>
          </p:cNvSpPr>
          <p:nvPr>
            <p:ph type="dt" sz="half" idx="10"/>
          </p:nvPr>
        </p:nvSpPr>
        <p:spPr>
          <a:xfrm>
            <a:off x="586246" y="6443554"/>
            <a:ext cx="1324322" cy="404614"/>
          </a:xfrm>
        </p:spPr>
        <p:txBody>
          <a:bodyPr/>
          <a:lstStyle>
            <a:lvl1pPr>
              <a:defRPr>
                <a:solidFill>
                  <a:schemeClr val="bg1"/>
                </a:solidFill>
              </a:defRPr>
            </a:lvl1pPr>
          </a:lstStyle>
          <a:p>
            <a:pPr marL="0" marR="0" lvl="0" indent="0" algn="l" defTabSz="457200" rtl="0" eaLnBrk="1" fontAlgn="auto" latinLnBrk="0" hangingPunct="1">
              <a:lnSpc>
                <a:spcPct val="100000"/>
              </a:lnSpc>
              <a:spcBef>
                <a:spcPts val="0"/>
              </a:spcBef>
              <a:spcAft>
                <a:spcPts val="0"/>
              </a:spcAft>
              <a:buClrTx/>
              <a:buSzTx/>
              <a:buFontTx/>
              <a:buNone/>
              <a:tabLst/>
              <a:defRPr/>
            </a:pPr>
            <a:fld id="{3B77EF04-6424-4B70-94D1-FC932CBBDD9B}" type="datetimeFigureOut">
              <a:rPr kumimoji="0" lang="en-US" sz="1200" b="0" i="0" u="none" strike="noStrike" kern="1200" cap="none" spc="0" normalizeH="0" baseline="0" noProof="0" smtClean="0">
                <a:ln>
                  <a:noFill/>
                </a:ln>
                <a:solidFill>
                  <a:prstClr val="white"/>
                </a:solidFill>
                <a:effectLst/>
                <a:uLnTx/>
                <a:uFillTx/>
                <a:latin typeface="Arial"/>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9/2/2025</a:t>
            </a:fld>
            <a:endParaRPr kumimoji="0" lang="en-US" sz="1200" b="0" i="0" u="none" strike="noStrike" kern="1200" cap="none" spc="0" normalizeH="0" baseline="0" noProof="0" dirty="0">
              <a:ln>
                <a:noFill/>
              </a:ln>
              <a:solidFill>
                <a:prstClr val="white"/>
              </a:solidFill>
              <a:effectLst/>
              <a:uLnTx/>
              <a:uFillTx/>
              <a:latin typeface="Arial"/>
              <a:ea typeface="+mn-ea"/>
              <a:cs typeface="+mn-cs"/>
            </a:endParaRPr>
          </a:p>
        </p:txBody>
      </p:sp>
      <p:sp>
        <p:nvSpPr>
          <p:cNvPr id="6" name="Footer Placeholder 5"/>
          <p:cNvSpPr>
            <a:spLocks noGrp="1"/>
          </p:cNvSpPr>
          <p:nvPr>
            <p:ph type="ftr" sz="quarter" idx="11"/>
          </p:nvPr>
        </p:nvSpPr>
        <p:spPr>
          <a:xfrm>
            <a:off x="2825377" y="6453386"/>
            <a:ext cx="2619329" cy="404614"/>
          </a:xfrm>
        </p:spPr>
        <p:txBody>
          <a:bodyPr/>
          <a:lstStyle>
            <a:lvl1pPr>
              <a:defRPr>
                <a:solidFill>
                  <a:schemeClr val="bg1"/>
                </a:solidFill>
              </a:defRPr>
            </a:lvl1p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white"/>
                </a:solidFill>
                <a:effectLst/>
                <a:uLnTx/>
                <a:uFillTx/>
                <a:latin typeface="Arial"/>
                <a:ea typeface="+mn-ea"/>
                <a:cs typeface="+mn-cs"/>
              </a:rPr>
              <a:t>Add a footer </a:t>
            </a:r>
          </a:p>
        </p:txBody>
      </p:sp>
      <p:sp>
        <p:nvSpPr>
          <p:cNvPr id="7" name="Slide Number Placeholder 6"/>
          <p:cNvSpPr>
            <a:spLocks noGrp="1"/>
          </p:cNvSpPr>
          <p:nvPr>
            <p:ph type="sldNum" sz="quarter" idx="12"/>
          </p:nvPr>
        </p:nvSpPr>
        <p:spPr>
          <a:xfrm>
            <a:off x="10187939" y="6453386"/>
            <a:ext cx="1596292" cy="404614"/>
          </a:xfrm>
        </p:spPr>
        <p:txBody>
          <a:bodyPr/>
          <a:lstStyle>
            <a:lvl1pPr>
              <a:defRPr>
                <a:solidFill>
                  <a:schemeClr val="tx2"/>
                </a:solidFill>
              </a:defRPr>
            </a:lvl1pPr>
          </a:lstStyle>
          <a:p>
            <a:pPr marL="0" marR="0" lvl="0" indent="0" algn="r" defTabSz="457200" rtl="0" eaLnBrk="1" fontAlgn="auto" latinLnBrk="0" hangingPunct="1">
              <a:lnSpc>
                <a:spcPct val="100000"/>
              </a:lnSpc>
              <a:spcBef>
                <a:spcPts val="0"/>
              </a:spcBef>
              <a:spcAft>
                <a:spcPts val="0"/>
              </a:spcAft>
              <a:buClrTx/>
              <a:buSzTx/>
              <a:buFontTx/>
              <a:buNone/>
              <a:tabLst/>
              <a:defRPr/>
            </a:pPr>
            <a:fld id="{B38049E5-7B53-4E85-8972-7D6C4BCE5BB9}" type="slidenum">
              <a:rPr kumimoji="0" lang="en-US" sz="1200" b="0" i="0" u="none" strike="noStrike" kern="1200" cap="none" spc="0" normalizeH="0" baseline="0" noProof="0" smtClean="0">
                <a:ln>
                  <a:noFill/>
                </a:ln>
                <a:solidFill>
                  <a:srgbClr val="1F497D"/>
                </a:solidFill>
                <a:effectLst/>
                <a:uLnTx/>
                <a:uFillTx/>
                <a:latin typeface="Arial"/>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dirty="0">
              <a:ln>
                <a:noFill/>
              </a:ln>
              <a:solidFill>
                <a:srgbClr val="1F497D"/>
              </a:solidFill>
              <a:effectLst/>
              <a:uLnTx/>
              <a:uFillTx/>
              <a:latin typeface="Arial"/>
              <a:ea typeface="+mn-ea"/>
              <a:cs typeface="+mn-cs"/>
            </a:endParaRPr>
          </a:p>
        </p:txBody>
      </p:sp>
      <p:sp>
        <p:nvSpPr>
          <p:cNvPr id="9" name="Rectangle 8" title="Divider Bar"/>
          <p:cNvSpPr/>
          <p:nvPr/>
        </p:nvSpPr>
        <p:spPr>
          <a:xfrm>
            <a:off x="6024000" y="0"/>
            <a:ext cx="1440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1" name="L-Shape 20">
            <a:extLst>
              <a:ext uri="{FF2B5EF4-FFF2-40B4-BE49-F238E27FC236}">
                <a16:creationId xmlns:a16="http://schemas.microsoft.com/office/drawing/2014/main" id="{CB430D22-8AAF-444F-A6CE-7C02859083DF}"/>
              </a:ext>
            </a:extLst>
          </p:cNvPr>
          <p:cNvSpPr>
            <a:spLocks noChangeAspect="1"/>
          </p:cNvSpPr>
          <p:nvPr userDrawn="1"/>
        </p:nvSpPr>
        <p:spPr>
          <a:xfrm flipV="1">
            <a:off x="516927" y="335049"/>
            <a:ext cx="403201" cy="395617"/>
          </a:xfrm>
          <a:prstGeom prst="corner">
            <a:avLst>
              <a:gd name="adj1" fmla="val 4470"/>
              <a:gd name="adj2" fmla="val 4823"/>
            </a:avLst>
          </a:prstGeom>
          <a:solidFill>
            <a:schemeClr val="bg2"/>
          </a:solidFill>
          <a:ln w="12700">
            <a:solidFill>
              <a:schemeClr val="bg2"/>
            </a:solidFill>
          </a:ln>
          <a:effectLst/>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rial"/>
              <a:ea typeface="+mn-ea"/>
              <a:cs typeface="+mn-cs"/>
            </a:endParaRPr>
          </a:p>
        </p:txBody>
      </p:sp>
      <p:sp>
        <p:nvSpPr>
          <p:cNvPr id="23" name="L-Shape 22">
            <a:extLst>
              <a:ext uri="{FF2B5EF4-FFF2-40B4-BE49-F238E27FC236}">
                <a16:creationId xmlns:a16="http://schemas.microsoft.com/office/drawing/2014/main" id="{0D8BA010-8544-4718-9EA3-B0248C963FD4}"/>
              </a:ext>
            </a:extLst>
          </p:cNvPr>
          <p:cNvSpPr>
            <a:spLocks noChangeAspect="1"/>
          </p:cNvSpPr>
          <p:nvPr userDrawn="1"/>
        </p:nvSpPr>
        <p:spPr>
          <a:xfrm flipH="1" flipV="1">
            <a:off x="5085711" y="330291"/>
            <a:ext cx="410929" cy="403201"/>
          </a:xfrm>
          <a:prstGeom prst="corner">
            <a:avLst>
              <a:gd name="adj1" fmla="val 4470"/>
              <a:gd name="adj2" fmla="val 4823"/>
            </a:avLst>
          </a:prstGeom>
          <a:solidFill>
            <a:schemeClr val="bg2"/>
          </a:solidFill>
          <a:ln w="12700">
            <a:solidFill>
              <a:schemeClr val="bg2"/>
            </a:solidFill>
          </a:ln>
          <a:effectLst/>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rial"/>
              <a:ea typeface="+mn-ea"/>
              <a:cs typeface="+mn-cs"/>
            </a:endParaRPr>
          </a:p>
        </p:txBody>
      </p:sp>
      <p:sp>
        <p:nvSpPr>
          <p:cNvPr id="24" name="L-Shape 23">
            <a:extLst>
              <a:ext uri="{FF2B5EF4-FFF2-40B4-BE49-F238E27FC236}">
                <a16:creationId xmlns:a16="http://schemas.microsoft.com/office/drawing/2014/main" id="{C0FFB550-21A6-456B-BA1A-EF145674866C}"/>
              </a:ext>
            </a:extLst>
          </p:cNvPr>
          <p:cNvSpPr>
            <a:spLocks noChangeAspect="1"/>
          </p:cNvSpPr>
          <p:nvPr userDrawn="1"/>
        </p:nvSpPr>
        <p:spPr>
          <a:xfrm>
            <a:off x="522817" y="1476927"/>
            <a:ext cx="403201" cy="395617"/>
          </a:xfrm>
          <a:prstGeom prst="corner">
            <a:avLst>
              <a:gd name="adj1" fmla="val 4470"/>
              <a:gd name="adj2" fmla="val 4823"/>
            </a:avLst>
          </a:prstGeom>
          <a:solidFill>
            <a:schemeClr val="bg2"/>
          </a:solidFill>
          <a:ln w="12700">
            <a:solidFill>
              <a:schemeClr val="bg2"/>
            </a:solidFill>
          </a:ln>
          <a:effectLst/>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rial"/>
              <a:ea typeface="+mn-ea"/>
              <a:cs typeface="+mn-cs"/>
            </a:endParaRPr>
          </a:p>
        </p:txBody>
      </p:sp>
      <p:sp>
        <p:nvSpPr>
          <p:cNvPr id="25" name="L-Shape 24">
            <a:extLst>
              <a:ext uri="{FF2B5EF4-FFF2-40B4-BE49-F238E27FC236}">
                <a16:creationId xmlns:a16="http://schemas.microsoft.com/office/drawing/2014/main" id="{70EF88E9-8CAC-422B-A9A6-D9FD1F17DAE2}"/>
              </a:ext>
            </a:extLst>
          </p:cNvPr>
          <p:cNvSpPr>
            <a:spLocks noChangeAspect="1"/>
          </p:cNvSpPr>
          <p:nvPr userDrawn="1"/>
        </p:nvSpPr>
        <p:spPr>
          <a:xfrm flipH="1">
            <a:off x="5081769" y="1482001"/>
            <a:ext cx="410929" cy="403201"/>
          </a:xfrm>
          <a:prstGeom prst="corner">
            <a:avLst>
              <a:gd name="adj1" fmla="val 4470"/>
              <a:gd name="adj2" fmla="val 4823"/>
            </a:avLst>
          </a:prstGeom>
          <a:solidFill>
            <a:schemeClr val="bg2"/>
          </a:solidFill>
          <a:ln w="12700">
            <a:solidFill>
              <a:schemeClr val="bg2"/>
            </a:solidFill>
          </a:ln>
          <a:effectLst/>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rial"/>
              <a:ea typeface="+mn-ea"/>
              <a:cs typeface="+mn-cs"/>
            </a:endParaRPr>
          </a:p>
        </p:txBody>
      </p:sp>
      <p:sp>
        <p:nvSpPr>
          <p:cNvPr id="18" name="Content Placeholder 2">
            <a:extLst>
              <a:ext uri="{FF2B5EF4-FFF2-40B4-BE49-F238E27FC236}">
                <a16:creationId xmlns:a16="http://schemas.microsoft.com/office/drawing/2014/main" id="{ED439475-E625-4449-B42E-8F291D64A3C7}"/>
              </a:ext>
            </a:extLst>
          </p:cNvPr>
          <p:cNvSpPr>
            <a:spLocks noGrp="1"/>
          </p:cNvSpPr>
          <p:nvPr>
            <p:ph idx="1"/>
          </p:nvPr>
        </p:nvSpPr>
        <p:spPr>
          <a:xfrm>
            <a:off x="6695360" y="518474"/>
            <a:ext cx="4910394" cy="5759777"/>
          </a:xfrm>
          <a:solidFill>
            <a:schemeClr val="bg2"/>
          </a:solidFill>
          <a:ln>
            <a:noFill/>
          </a:ln>
          <a:effectLst>
            <a:innerShdw blurRad="114300">
              <a:prstClr val="black"/>
            </a:innerShdw>
          </a:effectLst>
        </p:spPr>
        <p:txBody>
          <a:bodyPr vert="horz" lIns="91440" tIns="45720" rIns="91440" bIns="45720" rtlCol="0" anchor="ctr" anchorCtr="0">
            <a:noAutofit/>
          </a:bodyPr>
          <a:lstStyle>
            <a:lvl1pPr>
              <a:defRPr lang="en-US" sz="1800">
                <a:solidFill>
                  <a:schemeClr val="tx2">
                    <a:lumMod val="50000"/>
                  </a:schemeClr>
                </a:solidFill>
              </a:defRPr>
            </a:lvl1pPr>
            <a:lvl2pPr>
              <a:defRPr lang="en-US" sz="1800">
                <a:solidFill>
                  <a:schemeClr val="tx2">
                    <a:lumMod val="50000"/>
                  </a:schemeClr>
                </a:solidFill>
              </a:defRPr>
            </a:lvl2pPr>
            <a:lvl3pPr>
              <a:defRPr lang="en-US" sz="1600">
                <a:solidFill>
                  <a:schemeClr val="tx2">
                    <a:lumMod val="50000"/>
                  </a:schemeClr>
                </a:solidFill>
              </a:defRPr>
            </a:lvl3pPr>
            <a:lvl4pPr>
              <a:defRPr lang="en-US" sz="1600">
                <a:solidFill>
                  <a:schemeClr val="tx2">
                    <a:lumMod val="50000"/>
                  </a:schemeClr>
                </a:solidFill>
              </a:defRPr>
            </a:lvl4pPr>
            <a:lvl5pPr>
              <a:defRPr lang="en-US" sz="1400">
                <a:solidFill>
                  <a:schemeClr val="tx2">
                    <a:lumMod val="50000"/>
                  </a:schemeClr>
                </a:solidFill>
              </a:defRPr>
            </a:lvl5pPr>
          </a:lstStyle>
          <a:p>
            <a:pPr marL="0" lvl="0" indent="0" algn="ctr">
              <a:buNone/>
            </a:pPr>
            <a:r>
              <a:rPr lang="en-US" noProof="0" smtClean="0"/>
              <a:t>Edit Master text styles</a:t>
            </a:r>
          </a:p>
          <a:p>
            <a:pPr marL="0" lvl="1" indent="0" algn="ctr">
              <a:buNone/>
            </a:pPr>
            <a:r>
              <a:rPr lang="en-US" noProof="0" smtClean="0"/>
              <a:t>Second level</a:t>
            </a:r>
          </a:p>
          <a:p>
            <a:pPr marL="0" lvl="2" indent="0" algn="ctr">
              <a:buNone/>
            </a:pPr>
            <a:r>
              <a:rPr lang="en-US" noProof="0" smtClean="0"/>
              <a:t>Third level</a:t>
            </a:r>
          </a:p>
          <a:p>
            <a:pPr marL="0" lvl="3" indent="0" algn="ctr">
              <a:buNone/>
            </a:pPr>
            <a:r>
              <a:rPr lang="en-US" noProof="0" smtClean="0"/>
              <a:t>Fourth level</a:t>
            </a:r>
          </a:p>
          <a:p>
            <a:pPr marL="0" lvl="4" indent="0" algn="ctr">
              <a:buNone/>
            </a:pPr>
            <a:r>
              <a:rPr lang="en-US" noProof="0" smtClean="0"/>
              <a:t>Fifth level</a:t>
            </a:r>
            <a:endParaRPr lang="en-US" noProof="0"/>
          </a:p>
        </p:txBody>
      </p:sp>
    </p:spTree>
    <p:extLst>
      <p:ext uri="{BB962C8B-B14F-4D97-AF65-F5344CB8AC3E}">
        <p14:creationId xmlns:p14="http://schemas.microsoft.com/office/powerpoint/2010/main" val="135050884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Picture, TItle, and Caption">
    <p:spTree>
      <p:nvGrpSpPr>
        <p:cNvPr id="1" name=""/>
        <p:cNvGrpSpPr/>
        <p:nvPr/>
      </p:nvGrpSpPr>
      <p:grpSpPr>
        <a:xfrm>
          <a:off x="0" y="0"/>
          <a:ext cx="0" cy="0"/>
          <a:chOff x="0" y="0"/>
          <a:chExt cx="0" cy="0"/>
        </a:xfrm>
      </p:grpSpPr>
      <p:sp>
        <p:nvSpPr>
          <p:cNvPr id="8" name="Rectangle 7" title="Background Shape"/>
          <p:cNvSpPr/>
          <p:nvPr/>
        </p:nvSpPr>
        <p:spPr>
          <a:xfrm>
            <a:off x="-1" y="376"/>
            <a:ext cx="6234898" cy="6857624"/>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Rectangle 13">
            <a:extLst>
              <a:ext uri="{FF2B5EF4-FFF2-40B4-BE49-F238E27FC236}">
                <a16:creationId xmlns:a16="http://schemas.microsoft.com/office/drawing/2014/main" id="{1F430D42-50DC-4502-A3E8-251FE7F0809D}"/>
              </a:ext>
            </a:extLst>
          </p:cNvPr>
          <p:cNvSpPr/>
          <p:nvPr userDrawn="1"/>
        </p:nvSpPr>
        <p:spPr>
          <a:xfrm>
            <a:off x="507591" y="5289755"/>
            <a:ext cx="5270049" cy="1012722"/>
          </a:xfrm>
          <a:prstGeom prst="rect">
            <a:avLst/>
          </a:prstGeom>
          <a:solidFill>
            <a:schemeClr val="bg1"/>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6923C"/>
              </a:solidFill>
              <a:effectLst/>
              <a:uLnTx/>
              <a:uFillTx/>
              <a:latin typeface="Arial"/>
              <a:ea typeface="+mn-ea"/>
              <a:cs typeface="+mn-cs"/>
            </a:endParaRPr>
          </a:p>
        </p:txBody>
      </p:sp>
      <p:sp>
        <p:nvSpPr>
          <p:cNvPr id="11" name="Rectangle: Diagonal Corners Snipped 10">
            <a:extLst>
              <a:ext uri="{FF2B5EF4-FFF2-40B4-BE49-F238E27FC236}">
                <a16:creationId xmlns:a16="http://schemas.microsoft.com/office/drawing/2014/main" id="{836AFDEB-3C72-49E0-9B45-DC9EFBA6587F}"/>
              </a:ext>
            </a:extLst>
          </p:cNvPr>
          <p:cNvSpPr/>
          <p:nvPr userDrawn="1"/>
        </p:nvSpPr>
        <p:spPr bwMode="white">
          <a:xfrm>
            <a:off x="507591" y="409286"/>
            <a:ext cx="5270049" cy="4732985"/>
          </a:xfrm>
          <a:prstGeom prst="snip2DiagRect">
            <a:avLst>
              <a:gd name="adj1" fmla="val 0"/>
              <a:gd name="adj2" fmla="val 10697"/>
            </a:avLst>
          </a:prstGeom>
          <a:solidFill>
            <a:schemeClr val="accent3"/>
          </a:solidFill>
          <a:ln>
            <a:noFill/>
          </a:ln>
          <a:effectLst>
            <a:outerShdw blurRad="63500" sx="102000" sy="102000" algn="ctr" rotWithShape="0">
              <a:prstClr val="black">
                <a:alpha val="40000"/>
              </a:prstClr>
            </a:outerShdw>
          </a:effectLst>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rial"/>
              <a:ea typeface="+mn-ea"/>
              <a:cs typeface="+mn-cs"/>
            </a:endParaRPr>
          </a:p>
        </p:txBody>
      </p:sp>
      <p:sp>
        <p:nvSpPr>
          <p:cNvPr id="2" name="Title 1"/>
          <p:cNvSpPr>
            <a:spLocks noGrp="1"/>
          </p:cNvSpPr>
          <p:nvPr>
            <p:ph type="title" hasCustomPrompt="1"/>
          </p:nvPr>
        </p:nvSpPr>
        <p:spPr>
          <a:xfrm>
            <a:off x="6930776" y="477366"/>
            <a:ext cx="4644000" cy="1341602"/>
          </a:xfrm>
        </p:spPr>
        <p:txBody>
          <a:bodyPr anchor="ctr" anchorCtr="0">
            <a:normAutofit/>
          </a:bodyPr>
          <a:lstStyle>
            <a:lvl1pPr algn="ctr">
              <a:lnSpc>
                <a:spcPct val="84000"/>
              </a:lnSpc>
              <a:defRPr sz="4800" baseline="0">
                <a:solidFill>
                  <a:schemeClr val="tx2"/>
                </a:solidFill>
              </a:defRPr>
            </a:lvl1pPr>
          </a:lstStyle>
          <a:p>
            <a:r>
              <a:rPr lang="en-US" noProof="0"/>
              <a:t>Click To Edit Master Title Style</a:t>
            </a:r>
          </a:p>
        </p:txBody>
      </p:sp>
      <p:sp>
        <p:nvSpPr>
          <p:cNvPr id="4" name="Text Placeholder 3"/>
          <p:cNvSpPr>
            <a:spLocks noGrp="1"/>
          </p:cNvSpPr>
          <p:nvPr>
            <p:ph type="body" sz="half" idx="2"/>
          </p:nvPr>
        </p:nvSpPr>
        <p:spPr>
          <a:xfrm>
            <a:off x="6930775" y="1966451"/>
            <a:ext cx="4644001" cy="4388615"/>
          </a:xfrm>
        </p:spPr>
        <p:txBody>
          <a:bodyPr/>
          <a:lstStyle>
            <a:lvl1pPr marL="285750" indent="-285750">
              <a:lnSpc>
                <a:spcPct val="100000"/>
              </a:lnSpc>
              <a:spcBef>
                <a:spcPts val="0"/>
              </a:spcBef>
              <a:spcAft>
                <a:spcPts val="0"/>
              </a:spcAft>
              <a:buFont typeface="Arial" panose="020B0604020202020204" pitchFamily="34" charset="0"/>
              <a:buChar char="•"/>
              <a:defRPr sz="1800">
                <a:solidFill>
                  <a:schemeClr val="tx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noProof="0" smtClean="0"/>
              <a:t>Edit Master text styles</a:t>
            </a:r>
          </a:p>
        </p:txBody>
      </p:sp>
      <p:sp>
        <p:nvSpPr>
          <p:cNvPr id="5" name="Date Placeholder 4"/>
          <p:cNvSpPr>
            <a:spLocks noGrp="1"/>
          </p:cNvSpPr>
          <p:nvPr>
            <p:ph type="dt" sz="half" idx="10"/>
          </p:nvPr>
        </p:nvSpPr>
        <p:spPr>
          <a:xfrm>
            <a:off x="507591" y="6453386"/>
            <a:ext cx="1204572" cy="404614"/>
          </a:xfrm>
        </p:spPr>
        <p:txBody>
          <a:bodyPr/>
          <a:lstStyle>
            <a:lvl1pPr>
              <a:defRPr>
                <a:solidFill>
                  <a:schemeClr val="bg1"/>
                </a:solidFill>
              </a:defRPr>
            </a:lvl1pPr>
          </a:lstStyle>
          <a:p>
            <a:pPr marL="0" marR="0" lvl="0" indent="0" algn="l" defTabSz="457200" rtl="0" eaLnBrk="1" fontAlgn="auto" latinLnBrk="0" hangingPunct="1">
              <a:lnSpc>
                <a:spcPct val="100000"/>
              </a:lnSpc>
              <a:spcBef>
                <a:spcPts val="0"/>
              </a:spcBef>
              <a:spcAft>
                <a:spcPts val="0"/>
              </a:spcAft>
              <a:buClrTx/>
              <a:buSzTx/>
              <a:buFontTx/>
              <a:buNone/>
              <a:tabLst/>
              <a:defRPr/>
            </a:pPr>
            <a:fld id="{3B77EF04-6424-4B70-94D1-FC932CBBDD9B}" type="datetimeFigureOut">
              <a:rPr kumimoji="0" lang="en-US" sz="1200" b="0" i="0" u="none" strike="noStrike" kern="1200" cap="none" spc="0" normalizeH="0" baseline="0" noProof="0" smtClean="0">
                <a:ln>
                  <a:noFill/>
                </a:ln>
                <a:solidFill>
                  <a:prstClr val="white"/>
                </a:solidFill>
                <a:effectLst/>
                <a:uLnTx/>
                <a:uFillTx/>
                <a:latin typeface="Arial"/>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9/2/2025</a:t>
            </a:fld>
            <a:endParaRPr kumimoji="0" lang="en-US" sz="1200" b="0" i="0" u="none" strike="noStrike" kern="1200" cap="none" spc="0" normalizeH="0" baseline="0" noProof="0" dirty="0">
              <a:ln>
                <a:noFill/>
              </a:ln>
              <a:solidFill>
                <a:prstClr val="white"/>
              </a:solidFill>
              <a:effectLst/>
              <a:uLnTx/>
              <a:uFillTx/>
              <a:latin typeface="Arial"/>
              <a:ea typeface="+mn-ea"/>
              <a:cs typeface="+mn-cs"/>
            </a:endParaRPr>
          </a:p>
        </p:txBody>
      </p:sp>
      <p:sp>
        <p:nvSpPr>
          <p:cNvPr id="6" name="Footer Placeholder 5"/>
          <p:cNvSpPr>
            <a:spLocks noGrp="1"/>
          </p:cNvSpPr>
          <p:nvPr>
            <p:ph type="ftr" sz="quarter" idx="11"/>
          </p:nvPr>
        </p:nvSpPr>
        <p:spPr>
          <a:xfrm>
            <a:off x="3403965" y="6453386"/>
            <a:ext cx="2373675" cy="404614"/>
          </a:xfrm>
        </p:spPr>
        <p:txBody>
          <a:bodyPr/>
          <a:lstStyle>
            <a:lvl1pPr>
              <a:defRPr>
                <a:solidFill>
                  <a:schemeClr val="bg1"/>
                </a:solidFill>
              </a:defRPr>
            </a:lvl1p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white"/>
                </a:solidFill>
                <a:effectLst/>
                <a:uLnTx/>
                <a:uFillTx/>
                <a:latin typeface="Arial"/>
                <a:ea typeface="+mn-ea"/>
                <a:cs typeface="+mn-cs"/>
              </a:rPr>
              <a:t>Add a footer </a:t>
            </a:r>
          </a:p>
        </p:txBody>
      </p:sp>
      <p:sp>
        <p:nvSpPr>
          <p:cNvPr id="7" name="Slide Number Placeholder 6"/>
          <p:cNvSpPr>
            <a:spLocks noGrp="1"/>
          </p:cNvSpPr>
          <p:nvPr>
            <p:ph type="sldNum" sz="quarter" idx="12"/>
          </p:nvPr>
        </p:nvSpPr>
        <p:spPr>
          <a:xfrm>
            <a:off x="9883140" y="6453386"/>
            <a:ext cx="1596292" cy="404614"/>
          </a:xfrm>
        </p:spPr>
        <p:txBody>
          <a:bodyPr/>
          <a:lstStyle>
            <a:lvl1pPr>
              <a:defRPr>
                <a:solidFill>
                  <a:schemeClr val="tx2"/>
                </a:solidFill>
              </a:defRPr>
            </a:lvl1pPr>
          </a:lstStyle>
          <a:p>
            <a:pPr marL="0" marR="0" lvl="0" indent="0" algn="r" defTabSz="457200" rtl="0" eaLnBrk="1" fontAlgn="auto" latinLnBrk="0" hangingPunct="1">
              <a:lnSpc>
                <a:spcPct val="100000"/>
              </a:lnSpc>
              <a:spcBef>
                <a:spcPts val="0"/>
              </a:spcBef>
              <a:spcAft>
                <a:spcPts val="0"/>
              </a:spcAft>
              <a:buClrTx/>
              <a:buSzTx/>
              <a:buFontTx/>
              <a:buNone/>
              <a:tabLst/>
              <a:defRPr/>
            </a:pPr>
            <a:fld id="{B38049E5-7B53-4E85-8972-7D6C4BCE5BB9}" type="slidenum">
              <a:rPr kumimoji="0" lang="en-US" sz="1200" b="0" i="0" u="none" strike="noStrike" kern="1200" cap="none" spc="0" normalizeH="0" baseline="0" noProof="0" smtClean="0">
                <a:ln>
                  <a:noFill/>
                </a:ln>
                <a:solidFill>
                  <a:srgbClr val="1F497D"/>
                </a:solidFill>
                <a:effectLst/>
                <a:uLnTx/>
                <a:uFillTx/>
                <a:latin typeface="Arial"/>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dirty="0">
              <a:ln>
                <a:noFill/>
              </a:ln>
              <a:solidFill>
                <a:srgbClr val="1F497D"/>
              </a:solidFill>
              <a:effectLst/>
              <a:uLnTx/>
              <a:uFillTx/>
              <a:latin typeface="Arial"/>
              <a:ea typeface="+mn-ea"/>
              <a:cs typeface="+mn-cs"/>
            </a:endParaRPr>
          </a:p>
        </p:txBody>
      </p:sp>
      <p:sp>
        <p:nvSpPr>
          <p:cNvPr id="9" name="Rectangle 8" title="Divider Bar"/>
          <p:cNvSpPr/>
          <p:nvPr/>
        </p:nvSpPr>
        <p:spPr>
          <a:xfrm>
            <a:off x="6234897" y="-376"/>
            <a:ext cx="144000" cy="6876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2" name="L-Shape 11">
            <a:extLst>
              <a:ext uri="{FF2B5EF4-FFF2-40B4-BE49-F238E27FC236}">
                <a16:creationId xmlns:a16="http://schemas.microsoft.com/office/drawing/2014/main" id="{26A5AA85-E28D-4647-B000-742C83A8047D}"/>
              </a:ext>
            </a:extLst>
          </p:cNvPr>
          <p:cNvSpPr>
            <a:spLocks noChangeAspect="1"/>
          </p:cNvSpPr>
          <p:nvPr userDrawn="1"/>
        </p:nvSpPr>
        <p:spPr>
          <a:xfrm flipV="1">
            <a:off x="6845770" y="372071"/>
            <a:ext cx="625971" cy="614197"/>
          </a:xfrm>
          <a:prstGeom prst="corner">
            <a:avLst>
              <a:gd name="adj1" fmla="val 4470"/>
              <a:gd name="adj2" fmla="val 4823"/>
            </a:avLst>
          </a:prstGeom>
          <a:solidFill>
            <a:schemeClr val="tx2"/>
          </a:solidFill>
          <a:ln w="28575">
            <a:solidFill>
              <a:schemeClr val="tx2"/>
            </a:solidFill>
          </a:ln>
          <a:effectLst/>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1F497D"/>
              </a:solidFill>
              <a:effectLst/>
              <a:uLnTx/>
              <a:uFillTx/>
              <a:latin typeface="Arial"/>
              <a:ea typeface="+mn-ea"/>
              <a:cs typeface="+mn-cs"/>
            </a:endParaRPr>
          </a:p>
        </p:txBody>
      </p:sp>
      <p:sp>
        <p:nvSpPr>
          <p:cNvPr id="13" name="L-Shape 12">
            <a:extLst>
              <a:ext uri="{FF2B5EF4-FFF2-40B4-BE49-F238E27FC236}">
                <a16:creationId xmlns:a16="http://schemas.microsoft.com/office/drawing/2014/main" id="{C3CD9875-0A2E-4F4D-ACB7-87DD98EED9D0}"/>
              </a:ext>
            </a:extLst>
          </p:cNvPr>
          <p:cNvSpPr>
            <a:spLocks noChangeAspect="1"/>
          </p:cNvSpPr>
          <p:nvPr userDrawn="1"/>
        </p:nvSpPr>
        <p:spPr>
          <a:xfrm flipH="1">
            <a:off x="11058438" y="5819525"/>
            <a:ext cx="625971" cy="614197"/>
          </a:xfrm>
          <a:prstGeom prst="corner">
            <a:avLst>
              <a:gd name="adj1" fmla="val 4470"/>
              <a:gd name="adj2" fmla="val 4823"/>
            </a:avLst>
          </a:prstGeom>
          <a:solidFill>
            <a:schemeClr val="tx2"/>
          </a:solidFill>
          <a:ln w="28575">
            <a:solidFill>
              <a:schemeClr val="tx2"/>
            </a:solidFill>
          </a:ln>
          <a:effectLst/>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1F497D"/>
              </a:solidFill>
              <a:effectLst/>
              <a:uLnTx/>
              <a:uFillTx/>
              <a:latin typeface="Arial"/>
              <a:ea typeface="+mn-ea"/>
              <a:cs typeface="+mn-cs"/>
            </a:endParaRPr>
          </a:p>
        </p:txBody>
      </p:sp>
      <p:sp>
        <p:nvSpPr>
          <p:cNvPr id="10" name="Picture Placeholder 9">
            <a:extLst>
              <a:ext uri="{FF2B5EF4-FFF2-40B4-BE49-F238E27FC236}">
                <a16:creationId xmlns:a16="http://schemas.microsoft.com/office/drawing/2014/main" id="{3BDA3A4D-2561-4EEB-8787-E1A652565755}"/>
              </a:ext>
            </a:extLst>
          </p:cNvPr>
          <p:cNvSpPr>
            <a:spLocks noGrp="1"/>
          </p:cNvSpPr>
          <p:nvPr>
            <p:ph type="pic" sz="quarter" idx="13"/>
          </p:nvPr>
        </p:nvSpPr>
        <p:spPr>
          <a:xfrm>
            <a:off x="806245" y="668595"/>
            <a:ext cx="4646651" cy="4198373"/>
          </a:xfrm>
          <a:prstGeom prst="snip2DiagRect">
            <a:avLst>
              <a:gd name="adj1" fmla="val 0"/>
              <a:gd name="adj2" fmla="val 10300"/>
            </a:avLst>
          </a:prstGeom>
          <a:ln w="38100">
            <a:solidFill>
              <a:schemeClr val="bg1"/>
            </a:solidFill>
          </a:ln>
          <a:effectLst>
            <a:innerShdw blurRad="114300">
              <a:prstClr val="black"/>
            </a:innerShdw>
          </a:effectLst>
        </p:spPr>
        <p:txBody>
          <a:bodyPr/>
          <a:lstStyle>
            <a:lvl1pPr>
              <a:defRPr>
                <a:solidFill>
                  <a:schemeClr val="bg1"/>
                </a:solidFill>
              </a:defRPr>
            </a:lvl1pPr>
          </a:lstStyle>
          <a:p>
            <a:r>
              <a:rPr lang="en-US" noProof="0" smtClean="0"/>
              <a:t>Click icon to add picture</a:t>
            </a:r>
            <a:endParaRPr lang="en-US" noProof="0" dirty="0"/>
          </a:p>
        </p:txBody>
      </p:sp>
      <p:sp>
        <p:nvSpPr>
          <p:cNvPr id="16" name="Text Placeholder 15">
            <a:extLst>
              <a:ext uri="{FF2B5EF4-FFF2-40B4-BE49-F238E27FC236}">
                <a16:creationId xmlns:a16="http://schemas.microsoft.com/office/drawing/2014/main" id="{FBB32A6B-92AA-4208-9120-FFC166CE751C}"/>
              </a:ext>
            </a:extLst>
          </p:cNvPr>
          <p:cNvSpPr>
            <a:spLocks noGrp="1"/>
          </p:cNvSpPr>
          <p:nvPr>
            <p:ph type="body" sz="quarter" idx="14"/>
          </p:nvPr>
        </p:nvSpPr>
        <p:spPr>
          <a:xfrm>
            <a:off x="570275" y="5352418"/>
            <a:ext cx="5148000" cy="900000"/>
          </a:xfrm>
          <a:solidFill>
            <a:schemeClr val="bg2"/>
          </a:solidFill>
          <a:effectLst>
            <a:innerShdw blurRad="114300">
              <a:prstClr val="black">
                <a:alpha val="34000"/>
              </a:prstClr>
            </a:innerShdw>
          </a:effectLst>
        </p:spPr>
        <p:txBody>
          <a:bodyPr anchor="ctr" anchorCtr="0"/>
          <a:lstStyle>
            <a:lvl1pPr marL="0" indent="0" algn="ctr">
              <a:buFont typeface="Arial" panose="020B0604020202020204" pitchFamily="34" charset="0"/>
              <a:buNone/>
              <a:defRPr sz="1800">
                <a:solidFill>
                  <a:schemeClr val="accent3"/>
                </a:solidFill>
              </a:defRPr>
            </a:lvl1pPr>
            <a:lvl2pPr marL="530352" indent="0" algn="ctr">
              <a:buFont typeface="Arial" panose="020B0604020202020204" pitchFamily="34" charset="0"/>
              <a:buNone/>
              <a:defRPr sz="1800">
                <a:solidFill>
                  <a:schemeClr val="accent3"/>
                </a:solidFill>
              </a:defRPr>
            </a:lvl2pPr>
            <a:lvl3pPr marL="987552" indent="0" algn="ctr">
              <a:buFont typeface="Arial" panose="020B0604020202020204" pitchFamily="34" charset="0"/>
              <a:buNone/>
              <a:defRPr sz="1600">
                <a:solidFill>
                  <a:schemeClr val="accent3"/>
                </a:solidFill>
              </a:defRPr>
            </a:lvl3pPr>
            <a:lvl4pPr marL="1444752" indent="0" algn="ctr">
              <a:buFont typeface="Arial" panose="020B0604020202020204" pitchFamily="34" charset="0"/>
              <a:buNone/>
              <a:defRPr sz="1600">
                <a:solidFill>
                  <a:schemeClr val="accent3"/>
                </a:solidFill>
              </a:defRPr>
            </a:lvl4pPr>
            <a:lvl5pPr marL="1901952" indent="0" algn="ctr">
              <a:buFont typeface="Arial" panose="020B0604020202020204" pitchFamily="34" charset="0"/>
              <a:buNone/>
              <a:defRPr sz="1400">
                <a:solidFill>
                  <a:schemeClr val="accent3"/>
                </a:solidFill>
              </a:defRPr>
            </a:lvl5pPr>
          </a:lstStyle>
          <a:p>
            <a:pPr lvl="0"/>
            <a:r>
              <a:rPr lang="en-US" noProof="0" smtClean="0"/>
              <a:t>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
        <p:nvSpPr>
          <p:cNvPr id="20" name="L-Shape 19">
            <a:extLst>
              <a:ext uri="{FF2B5EF4-FFF2-40B4-BE49-F238E27FC236}">
                <a16:creationId xmlns:a16="http://schemas.microsoft.com/office/drawing/2014/main" id="{CC096F9F-3AD4-4FC8-823F-DBD962E2E1C6}"/>
              </a:ext>
            </a:extLst>
          </p:cNvPr>
          <p:cNvSpPr>
            <a:spLocks noChangeAspect="1"/>
          </p:cNvSpPr>
          <p:nvPr userDrawn="1"/>
        </p:nvSpPr>
        <p:spPr>
          <a:xfrm flipH="1" flipV="1">
            <a:off x="11021316" y="361496"/>
            <a:ext cx="625971" cy="614197"/>
          </a:xfrm>
          <a:prstGeom prst="corner">
            <a:avLst>
              <a:gd name="adj1" fmla="val 4470"/>
              <a:gd name="adj2" fmla="val 4823"/>
            </a:avLst>
          </a:prstGeom>
          <a:solidFill>
            <a:schemeClr val="tx2"/>
          </a:solidFill>
          <a:ln w="28575">
            <a:solidFill>
              <a:schemeClr val="tx2"/>
            </a:solidFill>
          </a:ln>
          <a:effectLst/>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1F497D"/>
              </a:solidFill>
              <a:effectLst/>
              <a:uLnTx/>
              <a:uFillTx/>
              <a:latin typeface="Arial"/>
              <a:ea typeface="+mn-ea"/>
              <a:cs typeface="+mn-cs"/>
            </a:endParaRPr>
          </a:p>
        </p:txBody>
      </p:sp>
      <p:sp>
        <p:nvSpPr>
          <p:cNvPr id="21" name="L-Shape 20">
            <a:extLst>
              <a:ext uri="{FF2B5EF4-FFF2-40B4-BE49-F238E27FC236}">
                <a16:creationId xmlns:a16="http://schemas.microsoft.com/office/drawing/2014/main" id="{9CFFEAD0-9992-49A8-A068-3357E08CD7C0}"/>
              </a:ext>
            </a:extLst>
          </p:cNvPr>
          <p:cNvSpPr>
            <a:spLocks noChangeAspect="1"/>
          </p:cNvSpPr>
          <p:nvPr userDrawn="1"/>
        </p:nvSpPr>
        <p:spPr>
          <a:xfrm>
            <a:off x="6865431" y="5819524"/>
            <a:ext cx="625971" cy="614197"/>
          </a:xfrm>
          <a:prstGeom prst="corner">
            <a:avLst>
              <a:gd name="adj1" fmla="val 4470"/>
              <a:gd name="adj2" fmla="val 4823"/>
            </a:avLst>
          </a:prstGeom>
          <a:solidFill>
            <a:schemeClr val="tx2"/>
          </a:solidFill>
          <a:ln w="28575">
            <a:solidFill>
              <a:schemeClr val="tx2"/>
            </a:solidFill>
          </a:ln>
          <a:effectLst/>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1F497D"/>
              </a:solidFill>
              <a:effectLst/>
              <a:uLnTx/>
              <a:uFillTx/>
              <a:latin typeface="Arial"/>
              <a:ea typeface="+mn-ea"/>
              <a:cs typeface="+mn-cs"/>
            </a:endParaRPr>
          </a:p>
        </p:txBody>
      </p:sp>
      <p:cxnSp>
        <p:nvCxnSpPr>
          <p:cNvPr id="23" name="Straight Connector 22">
            <a:extLst>
              <a:ext uri="{FF2B5EF4-FFF2-40B4-BE49-F238E27FC236}">
                <a16:creationId xmlns:a16="http://schemas.microsoft.com/office/drawing/2014/main" id="{D470145D-417E-4648-AB08-0A7974A629E0}"/>
              </a:ext>
            </a:extLst>
          </p:cNvPr>
          <p:cNvCxnSpPr/>
          <p:nvPr userDrawn="1"/>
        </p:nvCxnSpPr>
        <p:spPr>
          <a:xfrm>
            <a:off x="7118556" y="1789472"/>
            <a:ext cx="4284000" cy="0"/>
          </a:xfrm>
          <a:prstGeom prst="line">
            <a:avLst/>
          </a:prstGeom>
          <a:ln w="28575">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9001036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Picture with Caption">
    <p:spTree>
      <p:nvGrpSpPr>
        <p:cNvPr id="1" name=""/>
        <p:cNvGrpSpPr/>
        <p:nvPr/>
      </p:nvGrpSpPr>
      <p:grpSpPr>
        <a:xfrm>
          <a:off x="0" y="0"/>
          <a:ext cx="0" cy="0"/>
          <a:chOff x="0" y="0"/>
          <a:chExt cx="0" cy="0"/>
        </a:xfrm>
      </p:grpSpPr>
      <p:sp>
        <p:nvSpPr>
          <p:cNvPr id="8" name="Rectangle 7" title="Background Shape"/>
          <p:cNvSpPr/>
          <p:nvPr/>
        </p:nvSpPr>
        <p:spPr>
          <a:xfrm>
            <a:off x="-1" y="376"/>
            <a:ext cx="6234898" cy="6857624"/>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Diagonal Corners Snipped 10">
            <a:extLst>
              <a:ext uri="{FF2B5EF4-FFF2-40B4-BE49-F238E27FC236}">
                <a16:creationId xmlns:a16="http://schemas.microsoft.com/office/drawing/2014/main" id="{836AFDEB-3C72-49E0-9B45-DC9EFBA6587F}"/>
              </a:ext>
            </a:extLst>
          </p:cNvPr>
          <p:cNvSpPr/>
          <p:nvPr userDrawn="1"/>
        </p:nvSpPr>
        <p:spPr bwMode="white">
          <a:xfrm>
            <a:off x="507591" y="409286"/>
            <a:ext cx="5270049" cy="5945780"/>
          </a:xfrm>
          <a:prstGeom prst="snip2DiagRect">
            <a:avLst>
              <a:gd name="adj1" fmla="val 0"/>
              <a:gd name="adj2" fmla="val 10697"/>
            </a:avLst>
          </a:prstGeom>
          <a:solidFill>
            <a:schemeClr val="accent3"/>
          </a:solidFill>
          <a:ln>
            <a:noFill/>
          </a:ln>
          <a:effectLst>
            <a:outerShdw blurRad="63500" sx="102000" sy="102000" algn="ctr" rotWithShape="0">
              <a:prstClr val="black">
                <a:alpha val="40000"/>
              </a:prstClr>
            </a:outerShdw>
          </a:effectLst>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rial"/>
              <a:ea typeface="+mn-ea"/>
              <a:cs typeface="+mn-cs"/>
            </a:endParaRPr>
          </a:p>
        </p:txBody>
      </p:sp>
      <p:sp>
        <p:nvSpPr>
          <p:cNvPr id="2" name="Title 1"/>
          <p:cNvSpPr>
            <a:spLocks noGrp="1"/>
          </p:cNvSpPr>
          <p:nvPr>
            <p:ph type="title" hasCustomPrompt="1"/>
          </p:nvPr>
        </p:nvSpPr>
        <p:spPr>
          <a:xfrm>
            <a:off x="6930776" y="477366"/>
            <a:ext cx="4644000" cy="1341602"/>
          </a:xfrm>
        </p:spPr>
        <p:txBody>
          <a:bodyPr anchor="ctr" anchorCtr="0">
            <a:normAutofit/>
          </a:bodyPr>
          <a:lstStyle>
            <a:lvl1pPr algn="ctr">
              <a:lnSpc>
                <a:spcPct val="84000"/>
              </a:lnSpc>
              <a:defRPr sz="4800" baseline="0">
                <a:solidFill>
                  <a:schemeClr val="tx2"/>
                </a:solidFill>
              </a:defRPr>
            </a:lvl1pPr>
          </a:lstStyle>
          <a:p>
            <a:r>
              <a:rPr lang="en-US" noProof="0"/>
              <a:t>Click To Edit Master Title Style</a:t>
            </a:r>
          </a:p>
        </p:txBody>
      </p:sp>
      <p:sp>
        <p:nvSpPr>
          <p:cNvPr id="4" name="Text Placeholder 3"/>
          <p:cNvSpPr>
            <a:spLocks noGrp="1"/>
          </p:cNvSpPr>
          <p:nvPr>
            <p:ph type="body" sz="half" idx="2"/>
          </p:nvPr>
        </p:nvSpPr>
        <p:spPr>
          <a:xfrm>
            <a:off x="6930775" y="1966451"/>
            <a:ext cx="4644001" cy="4388615"/>
          </a:xfrm>
        </p:spPr>
        <p:txBody>
          <a:bodyPr/>
          <a:lstStyle>
            <a:lvl1pPr marL="285750" indent="-285750">
              <a:lnSpc>
                <a:spcPct val="100000"/>
              </a:lnSpc>
              <a:spcBef>
                <a:spcPts val="0"/>
              </a:spcBef>
              <a:spcAft>
                <a:spcPts val="0"/>
              </a:spcAft>
              <a:buFont typeface="Arial" panose="020B0604020202020204" pitchFamily="34" charset="0"/>
              <a:buChar char="•"/>
              <a:defRPr sz="1800">
                <a:solidFill>
                  <a:schemeClr val="tx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noProof="0" smtClean="0"/>
              <a:t>Edit Master text styles</a:t>
            </a:r>
          </a:p>
        </p:txBody>
      </p:sp>
      <p:sp>
        <p:nvSpPr>
          <p:cNvPr id="5" name="Date Placeholder 4"/>
          <p:cNvSpPr>
            <a:spLocks noGrp="1"/>
          </p:cNvSpPr>
          <p:nvPr>
            <p:ph type="dt" sz="half" idx="10"/>
          </p:nvPr>
        </p:nvSpPr>
        <p:spPr>
          <a:xfrm>
            <a:off x="507591" y="6453386"/>
            <a:ext cx="1204572" cy="404614"/>
          </a:xfrm>
        </p:spPr>
        <p:txBody>
          <a:bodyPr/>
          <a:lstStyle>
            <a:lvl1pPr>
              <a:defRPr>
                <a:solidFill>
                  <a:schemeClr val="bg1"/>
                </a:solidFill>
              </a:defRPr>
            </a:lvl1pPr>
          </a:lstStyle>
          <a:p>
            <a:pPr marL="0" marR="0" lvl="0" indent="0" algn="l" defTabSz="457200" rtl="0" eaLnBrk="1" fontAlgn="auto" latinLnBrk="0" hangingPunct="1">
              <a:lnSpc>
                <a:spcPct val="100000"/>
              </a:lnSpc>
              <a:spcBef>
                <a:spcPts val="0"/>
              </a:spcBef>
              <a:spcAft>
                <a:spcPts val="0"/>
              </a:spcAft>
              <a:buClrTx/>
              <a:buSzTx/>
              <a:buFontTx/>
              <a:buNone/>
              <a:tabLst/>
              <a:defRPr/>
            </a:pPr>
            <a:fld id="{3B77EF04-6424-4B70-94D1-FC932CBBDD9B}" type="datetimeFigureOut">
              <a:rPr kumimoji="0" lang="en-US" sz="1200" b="0" i="0" u="none" strike="noStrike" kern="1200" cap="none" spc="0" normalizeH="0" baseline="0" noProof="0" smtClean="0">
                <a:ln>
                  <a:noFill/>
                </a:ln>
                <a:solidFill>
                  <a:prstClr val="white"/>
                </a:solidFill>
                <a:effectLst/>
                <a:uLnTx/>
                <a:uFillTx/>
                <a:latin typeface="Arial"/>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9/2/2025</a:t>
            </a:fld>
            <a:endParaRPr kumimoji="0" lang="en-US" sz="1200" b="0" i="0" u="none" strike="noStrike" kern="1200" cap="none" spc="0" normalizeH="0" baseline="0" noProof="0" dirty="0">
              <a:ln>
                <a:noFill/>
              </a:ln>
              <a:solidFill>
                <a:prstClr val="white"/>
              </a:solidFill>
              <a:effectLst/>
              <a:uLnTx/>
              <a:uFillTx/>
              <a:latin typeface="Arial"/>
              <a:ea typeface="+mn-ea"/>
              <a:cs typeface="+mn-cs"/>
            </a:endParaRPr>
          </a:p>
        </p:txBody>
      </p:sp>
      <p:sp>
        <p:nvSpPr>
          <p:cNvPr id="6" name="Footer Placeholder 5"/>
          <p:cNvSpPr>
            <a:spLocks noGrp="1"/>
          </p:cNvSpPr>
          <p:nvPr>
            <p:ph type="ftr" sz="quarter" idx="11"/>
          </p:nvPr>
        </p:nvSpPr>
        <p:spPr>
          <a:xfrm>
            <a:off x="3403965" y="6453386"/>
            <a:ext cx="2373675" cy="404614"/>
          </a:xfrm>
        </p:spPr>
        <p:txBody>
          <a:bodyPr/>
          <a:lstStyle>
            <a:lvl1pPr>
              <a:defRPr>
                <a:solidFill>
                  <a:schemeClr val="bg1"/>
                </a:solidFill>
              </a:defRPr>
            </a:lvl1p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white"/>
                </a:solidFill>
                <a:effectLst/>
                <a:uLnTx/>
                <a:uFillTx/>
                <a:latin typeface="Arial"/>
                <a:ea typeface="+mn-ea"/>
                <a:cs typeface="+mn-cs"/>
              </a:rPr>
              <a:t>Add a footer </a:t>
            </a:r>
          </a:p>
        </p:txBody>
      </p:sp>
      <p:sp>
        <p:nvSpPr>
          <p:cNvPr id="7" name="Slide Number Placeholder 6"/>
          <p:cNvSpPr>
            <a:spLocks noGrp="1"/>
          </p:cNvSpPr>
          <p:nvPr>
            <p:ph type="sldNum" sz="quarter" idx="12"/>
          </p:nvPr>
        </p:nvSpPr>
        <p:spPr>
          <a:xfrm>
            <a:off x="9883140" y="6453386"/>
            <a:ext cx="1596292" cy="404614"/>
          </a:xfrm>
        </p:spPr>
        <p:txBody>
          <a:bodyPr/>
          <a:lstStyle>
            <a:lvl1pPr>
              <a:defRPr>
                <a:solidFill>
                  <a:schemeClr val="tx2"/>
                </a:solidFill>
              </a:defRPr>
            </a:lvl1pPr>
          </a:lstStyle>
          <a:p>
            <a:pPr marL="0" marR="0" lvl="0" indent="0" algn="r" defTabSz="457200" rtl="0" eaLnBrk="1" fontAlgn="auto" latinLnBrk="0" hangingPunct="1">
              <a:lnSpc>
                <a:spcPct val="100000"/>
              </a:lnSpc>
              <a:spcBef>
                <a:spcPts val="0"/>
              </a:spcBef>
              <a:spcAft>
                <a:spcPts val="0"/>
              </a:spcAft>
              <a:buClrTx/>
              <a:buSzTx/>
              <a:buFontTx/>
              <a:buNone/>
              <a:tabLst/>
              <a:defRPr/>
            </a:pPr>
            <a:fld id="{B38049E5-7B53-4E85-8972-7D6C4BCE5BB9}" type="slidenum">
              <a:rPr kumimoji="0" lang="en-US" sz="1200" b="0" i="0" u="none" strike="noStrike" kern="1200" cap="none" spc="0" normalizeH="0" baseline="0" noProof="0" smtClean="0">
                <a:ln>
                  <a:noFill/>
                </a:ln>
                <a:solidFill>
                  <a:srgbClr val="1F497D"/>
                </a:solidFill>
                <a:effectLst/>
                <a:uLnTx/>
                <a:uFillTx/>
                <a:latin typeface="Arial"/>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dirty="0">
              <a:ln>
                <a:noFill/>
              </a:ln>
              <a:solidFill>
                <a:srgbClr val="1F497D"/>
              </a:solidFill>
              <a:effectLst/>
              <a:uLnTx/>
              <a:uFillTx/>
              <a:latin typeface="Arial"/>
              <a:ea typeface="+mn-ea"/>
              <a:cs typeface="+mn-cs"/>
            </a:endParaRPr>
          </a:p>
        </p:txBody>
      </p:sp>
      <p:sp>
        <p:nvSpPr>
          <p:cNvPr id="9" name="Rectangle 8" title="Divider Bar"/>
          <p:cNvSpPr/>
          <p:nvPr/>
        </p:nvSpPr>
        <p:spPr>
          <a:xfrm>
            <a:off x="6234897" y="-376"/>
            <a:ext cx="144000" cy="6876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2" name="L-Shape 11">
            <a:extLst>
              <a:ext uri="{FF2B5EF4-FFF2-40B4-BE49-F238E27FC236}">
                <a16:creationId xmlns:a16="http://schemas.microsoft.com/office/drawing/2014/main" id="{26A5AA85-E28D-4647-B000-742C83A8047D}"/>
              </a:ext>
            </a:extLst>
          </p:cNvPr>
          <p:cNvSpPr>
            <a:spLocks noChangeAspect="1"/>
          </p:cNvSpPr>
          <p:nvPr userDrawn="1"/>
        </p:nvSpPr>
        <p:spPr>
          <a:xfrm flipV="1">
            <a:off x="6845770" y="372071"/>
            <a:ext cx="625971" cy="614197"/>
          </a:xfrm>
          <a:prstGeom prst="corner">
            <a:avLst>
              <a:gd name="adj1" fmla="val 4470"/>
              <a:gd name="adj2" fmla="val 4823"/>
            </a:avLst>
          </a:prstGeom>
          <a:solidFill>
            <a:schemeClr val="tx2"/>
          </a:solidFill>
          <a:ln w="28575">
            <a:solidFill>
              <a:schemeClr val="tx2"/>
            </a:solidFill>
          </a:ln>
          <a:effectLst/>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1F497D"/>
              </a:solidFill>
              <a:effectLst/>
              <a:uLnTx/>
              <a:uFillTx/>
              <a:latin typeface="Arial"/>
              <a:ea typeface="+mn-ea"/>
              <a:cs typeface="+mn-cs"/>
            </a:endParaRPr>
          </a:p>
        </p:txBody>
      </p:sp>
      <p:sp>
        <p:nvSpPr>
          <p:cNvPr id="13" name="L-Shape 12">
            <a:extLst>
              <a:ext uri="{FF2B5EF4-FFF2-40B4-BE49-F238E27FC236}">
                <a16:creationId xmlns:a16="http://schemas.microsoft.com/office/drawing/2014/main" id="{C3CD9875-0A2E-4F4D-ACB7-87DD98EED9D0}"/>
              </a:ext>
            </a:extLst>
          </p:cNvPr>
          <p:cNvSpPr>
            <a:spLocks noChangeAspect="1"/>
          </p:cNvSpPr>
          <p:nvPr userDrawn="1"/>
        </p:nvSpPr>
        <p:spPr>
          <a:xfrm flipH="1">
            <a:off x="11058438" y="5819525"/>
            <a:ext cx="625971" cy="614197"/>
          </a:xfrm>
          <a:prstGeom prst="corner">
            <a:avLst>
              <a:gd name="adj1" fmla="val 4470"/>
              <a:gd name="adj2" fmla="val 4823"/>
            </a:avLst>
          </a:prstGeom>
          <a:solidFill>
            <a:schemeClr val="tx2"/>
          </a:solidFill>
          <a:ln w="28575">
            <a:solidFill>
              <a:schemeClr val="tx2"/>
            </a:solidFill>
          </a:ln>
          <a:effectLst/>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1F497D"/>
              </a:solidFill>
              <a:effectLst/>
              <a:uLnTx/>
              <a:uFillTx/>
              <a:latin typeface="Arial"/>
              <a:ea typeface="+mn-ea"/>
              <a:cs typeface="+mn-cs"/>
            </a:endParaRPr>
          </a:p>
        </p:txBody>
      </p:sp>
      <p:sp>
        <p:nvSpPr>
          <p:cNvPr id="19" name="Picture Placeholder 18">
            <a:extLst>
              <a:ext uri="{FF2B5EF4-FFF2-40B4-BE49-F238E27FC236}">
                <a16:creationId xmlns:a16="http://schemas.microsoft.com/office/drawing/2014/main" id="{D57F3340-8A42-40F0-BF5B-EEF6E3E88E6E}"/>
              </a:ext>
            </a:extLst>
          </p:cNvPr>
          <p:cNvSpPr>
            <a:spLocks noGrp="1"/>
          </p:cNvSpPr>
          <p:nvPr>
            <p:ph type="pic" idx="1"/>
          </p:nvPr>
        </p:nvSpPr>
        <p:spPr>
          <a:xfrm>
            <a:off x="806246" y="668595"/>
            <a:ext cx="4646651" cy="5383413"/>
          </a:xfrm>
          <a:custGeom>
            <a:avLst/>
            <a:gdLst>
              <a:gd name="connsiteX0" fmla="*/ 0 w 4646651"/>
              <a:gd name="connsiteY0" fmla="*/ 0 h 5383413"/>
              <a:gd name="connsiteX1" fmla="*/ 4168046 w 4646651"/>
              <a:gd name="connsiteY1" fmla="*/ 0 h 5383413"/>
              <a:gd name="connsiteX2" fmla="*/ 4646651 w 4646651"/>
              <a:gd name="connsiteY2" fmla="*/ 478605 h 5383413"/>
              <a:gd name="connsiteX3" fmla="*/ 4646651 w 4646651"/>
              <a:gd name="connsiteY3" fmla="*/ 5383413 h 5383413"/>
              <a:gd name="connsiteX4" fmla="*/ 478605 w 4646651"/>
              <a:gd name="connsiteY4" fmla="*/ 5383413 h 5383413"/>
              <a:gd name="connsiteX5" fmla="*/ 0 w 4646651"/>
              <a:gd name="connsiteY5" fmla="*/ 4904808 h 53834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46651" h="5383413">
                <a:moveTo>
                  <a:pt x="0" y="0"/>
                </a:moveTo>
                <a:lnTo>
                  <a:pt x="4168046" y="0"/>
                </a:lnTo>
                <a:lnTo>
                  <a:pt x="4646651" y="478605"/>
                </a:lnTo>
                <a:lnTo>
                  <a:pt x="4646651" y="5383413"/>
                </a:lnTo>
                <a:lnTo>
                  <a:pt x="478605" y="5383413"/>
                </a:lnTo>
                <a:lnTo>
                  <a:pt x="0" y="4904808"/>
                </a:lnTo>
                <a:close/>
              </a:path>
            </a:pathLst>
          </a:custGeom>
          <a:ln w="57150">
            <a:solidFill>
              <a:schemeClr val="bg1"/>
            </a:solidFill>
          </a:ln>
        </p:spPr>
        <p:txBody>
          <a:bodyPr wrap="square" anchor="ctr">
            <a:noAutofit/>
          </a:bodyPr>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noProof="0" smtClean="0"/>
              <a:t>Click icon to add picture</a:t>
            </a:r>
            <a:endParaRPr lang="en-US" noProof="0" dirty="0"/>
          </a:p>
        </p:txBody>
      </p:sp>
      <p:sp>
        <p:nvSpPr>
          <p:cNvPr id="20" name="L-Shape 19">
            <a:extLst>
              <a:ext uri="{FF2B5EF4-FFF2-40B4-BE49-F238E27FC236}">
                <a16:creationId xmlns:a16="http://schemas.microsoft.com/office/drawing/2014/main" id="{CC096F9F-3AD4-4FC8-823F-DBD962E2E1C6}"/>
              </a:ext>
            </a:extLst>
          </p:cNvPr>
          <p:cNvSpPr>
            <a:spLocks noChangeAspect="1"/>
          </p:cNvSpPr>
          <p:nvPr userDrawn="1"/>
        </p:nvSpPr>
        <p:spPr>
          <a:xfrm flipH="1" flipV="1">
            <a:off x="11021316" y="361496"/>
            <a:ext cx="625971" cy="614197"/>
          </a:xfrm>
          <a:prstGeom prst="corner">
            <a:avLst>
              <a:gd name="adj1" fmla="val 4470"/>
              <a:gd name="adj2" fmla="val 4823"/>
            </a:avLst>
          </a:prstGeom>
          <a:solidFill>
            <a:schemeClr val="tx2"/>
          </a:solidFill>
          <a:ln w="28575">
            <a:solidFill>
              <a:schemeClr val="tx2"/>
            </a:solidFill>
          </a:ln>
          <a:effectLst/>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1F497D"/>
              </a:solidFill>
              <a:effectLst/>
              <a:uLnTx/>
              <a:uFillTx/>
              <a:latin typeface="Arial"/>
              <a:ea typeface="+mn-ea"/>
              <a:cs typeface="+mn-cs"/>
            </a:endParaRPr>
          </a:p>
        </p:txBody>
      </p:sp>
      <p:sp>
        <p:nvSpPr>
          <p:cNvPr id="21" name="L-Shape 20">
            <a:extLst>
              <a:ext uri="{FF2B5EF4-FFF2-40B4-BE49-F238E27FC236}">
                <a16:creationId xmlns:a16="http://schemas.microsoft.com/office/drawing/2014/main" id="{9CFFEAD0-9992-49A8-A068-3357E08CD7C0}"/>
              </a:ext>
            </a:extLst>
          </p:cNvPr>
          <p:cNvSpPr>
            <a:spLocks noChangeAspect="1"/>
          </p:cNvSpPr>
          <p:nvPr userDrawn="1"/>
        </p:nvSpPr>
        <p:spPr>
          <a:xfrm>
            <a:off x="6865431" y="5819524"/>
            <a:ext cx="625971" cy="614197"/>
          </a:xfrm>
          <a:prstGeom prst="corner">
            <a:avLst>
              <a:gd name="adj1" fmla="val 4470"/>
              <a:gd name="adj2" fmla="val 4823"/>
            </a:avLst>
          </a:prstGeom>
          <a:solidFill>
            <a:schemeClr val="tx2"/>
          </a:solidFill>
          <a:ln w="28575">
            <a:solidFill>
              <a:schemeClr val="tx2"/>
            </a:solidFill>
          </a:ln>
          <a:effectLst/>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1F497D"/>
              </a:solidFill>
              <a:effectLst/>
              <a:uLnTx/>
              <a:uFillTx/>
              <a:latin typeface="Arial"/>
              <a:ea typeface="+mn-ea"/>
              <a:cs typeface="+mn-cs"/>
            </a:endParaRPr>
          </a:p>
        </p:txBody>
      </p:sp>
      <p:cxnSp>
        <p:nvCxnSpPr>
          <p:cNvPr id="23" name="Straight Connector 22">
            <a:extLst>
              <a:ext uri="{FF2B5EF4-FFF2-40B4-BE49-F238E27FC236}">
                <a16:creationId xmlns:a16="http://schemas.microsoft.com/office/drawing/2014/main" id="{D470145D-417E-4648-AB08-0A7974A629E0}"/>
              </a:ext>
            </a:extLst>
          </p:cNvPr>
          <p:cNvCxnSpPr/>
          <p:nvPr userDrawn="1"/>
        </p:nvCxnSpPr>
        <p:spPr>
          <a:xfrm>
            <a:off x="7118556" y="1789472"/>
            <a:ext cx="4284000" cy="0"/>
          </a:xfrm>
          <a:prstGeom prst="line">
            <a:avLst/>
          </a:prstGeom>
          <a:ln w="28575">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7031148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bwMode="blackWhite">
      <p:bgPr>
        <a:gradFill flip="none" rotWithShape="1">
          <a:gsLst>
            <a:gs pos="0">
              <a:schemeClr val="bg2">
                <a:lumMod val="50000"/>
              </a:schemeClr>
            </a:gs>
            <a:gs pos="33000">
              <a:schemeClr val="bg2"/>
            </a:gs>
            <a:gs pos="66000">
              <a:schemeClr val="bg2">
                <a:lumMod val="75000"/>
              </a:schemeClr>
            </a:gs>
            <a:gs pos="97000">
              <a:schemeClr val="bg2">
                <a:lumMod val="50000"/>
              </a:schemeClr>
            </a:gs>
          </a:gsLst>
          <a:lin ang="2700000" scaled="1"/>
          <a:tileRect/>
        </a:gra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65025" y="1301360"/>
            <a:ext cx="9612971" cy="2852737"/>
          </a:xfrm>
        </p:spPr>
        <p:txBody>
          <a:bodyPr anchor="b">
            <a:normAutofit/>
          </a:bodyPr>
          <a:lstStyle>
            <a:lvl1pPr algn="r">
              <a:defRPr sz="7200" cap="none" baseline="0">
                <a:solidFill>
                  <a:schemeClr val="tx1"/>
                </a:solidFill>
              </a:defRPr>
            </a:lvl1pPr>
          </a:lstStyle>
          <a:p>
            <a:r>
              <a:rPr lang="en-US" noProof="0"/>
              <a:t>Click To Edit Master Title Style</a:t>
            </a:r>
          </a:p>
        </p:txBody>
      </p:sp>
      <p:sp>
        <p:nvSpPr>
          <p:cNvPr id="3" name="Text Placeholder 2"/>
          <p:cNvSpPr>
            <a:spLocks noGrp="1"/>
          </p:cNvSpPr>
          <p:nvPr>
            <p:ph type="body" idx="1"/>
          </p:nvPr>
        </p:nvSpPr>
        <p:spPr>
          <a:xfrm>
            <a:off x="765025" y="4216328"/>
            <a:ext cx="9612971" cy="1143324"/>
          </a:xfrm>
        </p:spPr>
        <p:txBody>
          <a:bodyPr/>
          <a:lstStyle>
            <a:lvl1pPr marL="0" indent="0" algn="r">
              <a:lnSpc>
                <a:spcPct val="112000"/>
              </a:lnSpc>
              <a:spcBef>
                <a:spcPts val="0"/>
              </a:spcBef>
              <a:spcAft>
                <a:spcPts val="0"/>
              </a:spcAft>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noProof="0" smtClean="0"/>
              <a:t>Edit Master text styles</a:t>
            </a:r>
          </a:p>
        </p:txBody>
      </p:sp>
      <p:sp>
        <p:nvSpPr>
          <p:cNvPr id="4" name="Date Placeholder 3"/>
          <p:cNvSpPr>
            <a:spLocks noGrp="1"/>
          </p:cNvSpPr>
          <p:nvPr>
            <p:ph type="dt" sz="half" idx="10"/>
          </p:nvPr>
        </p:nvSpPr>
        <p:spPr>
          <a:xfrm>
            <a:off x="738908" y="6453386"/>
            <a:ext cx="1622409" cy="404614"/>
          </a:xfrm>
        </p:spPr>
        <p:txBody>
          <a:bodyPr/>
          <a:lstStyle>
            <a:lvl1pPr>
              <a:defRPr>
                <a:solidFill>
                  <a:schemeClr val="tx2"/>
                </a:solidFill>
              </a:defRPr>
            </a:lvl1pPr>
          </a:lstStyle>
          <a:p>
            <a:pPr marL="0" marR="0" lvl="0" indent="0" algn="l" defTabSz="457200" rtl="0" eaLnBrk="1" fontAlgn="auto" latinLnBrk="0" hangingPunct="1">
              <a:lnSpc>
                <a:spcPct val="100000"/>
              </a:lnSpc>
              <a:spcBef>
                <a:spcPts val="0"/>
              </a:spcBef>
              <a:spcAft>
                <a:spcPts val="0"/>
              </a:spcAft>
              <a:buClrTx/>
              <a:buSzTx/>
              <a:buFontTx/>
              <a:buNone/>
              <a:tabLst/>
              <a:defRPr/>
            </a:pPr>
            <a:fld id="{3B77EF04-6424-4B70-94D1-FC932CBBDD9B}" type="datetimeFigureOut">
              <a:rPr kumimoji="0" lang="en-US" sz="1200" b="0" i="0" u="none" strike="noStrike" kern="1200" cap="none" spc="0" normalizeH="0" baseline="0" noProof="0" smtClean="0">
                <a:ln>
                  <a:noFill/>
                </a:ln>
                <a:solidFill>
                  <a:srgbClr val="EEECE1"/>
                </a:solidFill>
                <a:effectLst/>
                <a:uLnTx/>
                <a:uFillTx/>
                <a:latin typeface="Arial"/>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9/2/2025</a:t>
            </a:fld>
            <a:endParaRPr kumimoji="0" lang="en-US" sz="1200" b="0" i="0" u="none" strike="noStrike" kern="1200" cap="none" spc="0" normalizeH="0" baseline="0" noProof="0" dirty="0">
              <a:ln>
                <a:noFill/>
              </a:ln>
              <a:solidFill>
                <a:srgbClr val="EEECE1"/>
              </a:solidFill>
              <a:effectLst/>
              <a:uLnTx/>
              <a:uFillTx/>
              <a:latin typeface="Arial"/>
              <a:ea typeface="+mn-ea"/>
              <a:cs typeface="+mn-cs"/>
            </a:endParaRPr>
          </a:p>
        </p:txBody>
      </p:sp>
      <p:sp>
        <p:nvSpPr>
          <p:cNvPr id="5" name="Footer Placeholder 4"/>
          <p:cNvSpPr>
            <a:spLocks noGrp="1"/>
          </p:cNvSpPr>
          <p:nvPr>
            <p:ph type="ftr" sz="quarter" idx="11"/>
          </p:nvPr>
        </p:nvSpPr>
        <p:spPr>
          <a:xfrm>
            <a:off x="2584312" y="6453386"/>
            <a:ext cx="7023377" cy="404614"/>
          </a:xfrm>
        </p:spPr>
        <p:txBody>
          <a:bodyPr/>
          <a:lstStyle>
            <a:lvl1pPr algn="ctr">
              <a:defRPr>
                <a:solidFill>
                  <a:schemeClr val="tx2"/>
                </a:solidFill>
              </a:defRPr>
            </a:lvl1p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EEECE1"/>
                </a:solidFill>
                <a:effectLst/>
                <a:uLnTx/>
                <a:uFillTx/>
                <a:latin typeface="Arial"/>
                <a:ea typeface="+mn-ea"/>
                <a:cs typeface="+mn-cs"/>
              </a:rPr>
              <a:t>Add a footer </a:t>
            </a:r>
          </a:p>
        </p:txBody>
      </p:sp>
      <p:sp>
        <p:nvSpPr>
          <p:cNvPr id="6" name="Slide Number Placeholder 5"/>
          <p:cNvSpPr>
            <a:spLocks noGrp="1"/>
          </p:cNvSpPr>
          <p:nvPr>
            <p:ph type="sldNum" sz="quarter" idx="12"/>
          </p:nvPr>
        </p:nvSpPr>
        <p:spPr>
          <a:xfrm>
            <a:off x="9830683" y="6453386"/>
            <a:ext cx="1596292" cy="404614"/>
          </a:xfrm>
        </p:spPr>
        <p:txBody>
          <a:bodyPr/>
          <a:lstStyle>
            <a:lvl1pPr>
              <a:defRPr>
                <a:solidFill>
                  <a:schemeClr val="tx2"/>
                </a:solidFill>
              </a:defRPr>
            </a:lvl1pPr>
          </a:lstStyle>
          <a:p>
            <a:pPr marL="0" marR="0" lvl="0" indent="0" algn="r" defTabSz="457200" rtl="0" eaLnBrk="1" fontAlgn="auto" latinLnBrk="0" hangingPunct="1">
              <a:lnSpc>
                <a:spcPct val="100000"/>
              </a:lnSpc>
              <a:spcBef>
                <a:spcPts val="0"/>
              </a:spcBef>
              <a:spcAft>
                <a:spcPts val="0"/>
              </a:spcAft>
              <a:buClrTx/>
              <a:buSzTx/>
              <a:buFontTx/>
              <a:buNone/>
              <a:tabLst/>
              <a:defRPr/>
            </a:pPr>
            <a:fld id="{B38049E5-7B53-4E85-8972-7D6C4BCE5BB9}" type="slidenum">
              <a:rPr kumimoji="0" lang="en-US" sz="1200" b="0" i="0" u="none" strike="noStrike" kern="1200" cap="none" spc="0" normalizeH="0" baseline="0" noProof="0" smtClean="0">
                <a:ln>
                  <a:noFill/>
                </a:ln>
                <a:solidFill>
                  <a:srgbClr val="EEECE1"/>
                </a:solidFill>
                <a:effectLst/>
                <a:uLnTx/>
                <a:uFillTx/>
                <a:latin typeface="Arial"/>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dirty="0">
              <a:ln>
                <a:noFill/>
              </a:ln>
              <a:solidFill>
                <a:srgbClr val="EEECE1"/>
              </a:solidFill>
              <a:effectLst/>
              <a:uLnTx/>
              <a:uFillTx/>
              <a:latin typeface="Arial"/>
              <a:ea typeface="+mn-ea"/>
              <a:cs typeface="+mn-cs"/>
            </a:endParaRPr>
          </a:p>
        </p:txBody>
      </p:sp>
      <p:sp>
        <p:nvSpPr>
          <p:cNvPr id="9" name="L-Shape 8">
            <a:extLst>
              <a:ext uri="{FF2B5EF4-FFF2-40B4-BE49-F238E27FC236}">
                <a16:creationId xmlns:a16="http://schemas.microsoft.com/office/drawing/2014/main" id="{BF5B4C6D-2825-4690-8D32-39CBF5E0F7E6}"/>
              </a:ext>
            </a:extLst>
          </p:cNvPr>
          <p:cNvSpPr/>
          <p:nvPr userDrawn="1"/>
        </p:nvSpPr>
        <p:spPr>
          <a:xfrm rot="10800000" flipV="1">
            <a:off x="8532326" y="1820272"/>
            <a:ext cx="2772000" cy="4158497"/>
          </a:xfrm>
          <a:prstGeom prst="corner">
            <a:avLst>
              <a:gd name="adj1" fmla="val 7397"/>
              <a:gd name="adj2" fmla="val 7750"/>
            </a:avLst>
          </a:prstGeom>
          <a:solidFill>
            <a:schemeClr val="accent3"/>
          </a:solidFill>
          <a:ln>
            <a:solidFill>
              <a:schemeClr val="accent3"/>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rial"/>
              <a:ea typeface="+mn-ea"/>
              <a:cs typeface="+mn-cs"/>
            </a:endParaRPr>
          </a:p>
        </p:txBody>
      </p:sp>
      <p:sp>
        <p:nvSpPr>
          <p:cNvPr id="8" name="L-Shape 7">
            <a:extLst>
              <a:ext uri="{FF2B5EF4-FFF2-40B4-BE49-F238E27FC236}">
                <a16:creationId xmlns:a16="http://schemas.microsoft.com/office/drawing/2014/main" id="{DFD43940-6D78-4E75-BDB6-8792768BB894}"/>
              </a:ext>
            </a:extLst>
          </p:cNvPr>
          <p:cNvSpPr/>
          <p:nvPr userDrawn="1"/>
        </p:nvSpPr>
        <p:spPr>
          <a:xfrm flipH="1">
            <a:off x="8286318" y="1685652"/>
            <a:ext cx="3152309" cy="4408489"/>
          </a:xfrm>
          <a:prstGeom prst="corner">
            <a:avLst>
              <a:gd name="adj1" fmla="val 5837"/>
              <a:gd name="adj2" fmla="val 6502"/>
            </a:avLst>
          </a:prstGeom>
          <a:solidFill>
            <a:srgbClr val="EFEDE3"/>
          </a:solidFill>
          <a:ln>
            <a:solidFill>
              <a:srgbClr val="EFEDE3"/>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rial"/>
              <a:ea typeface="+mn-ea"/>
              <a:cs typeface="+mn-cs"/>
            </a:endParaRPr>
          </a:p>
        </p:txBody>
      </p:sp>
    </p:spTree>
    <p:extLst>
      <p:ext uri="{BB962C8B-B14F-4D97-AF65-F5344CB8AC3E}">
        <p14:creationId xmlns:p14="http://schemas.microsoft.com/office/powerpoint/2010/main" val="1772556420"/>
      </p:ext>
    </p:extLst>
  </p:cSld>
  <p:clrMapOvr>
    <a:overrideClrMapping bg1="dk1" tx1="lt1" bg2="dk2" tx2="lt2" accent1="accent1" accent2="accent2" accent3="accent3" accent4="accent4" accent5="accent5" accent6="accent6" hlink="hlink" folHlink="folHlink"/>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normAutofit/>
          </a:bodyPr>
          <a:lstStyle>
            <a:lvl1pPr>
              <a:defRPr sz="4800">
                <a:solidFill>
                  <a:schemeClr val="tx2"/>
                </a:solidFill>
              </a:defRPr>
            </a:lvl1pPr>
          </a:lstStyle>
          <a:p>
            <a:r>
              <a:rPr lang="en-US" noProof="0"/>
              <a:t>Click To Edit Master Title Style</a:t>
            </a:r>
          </a:p>
        </p:txBody>
      </p:sp>
      <p:sp>
        <p:nvSpPr>
          <p:cNvPr id="3" name="Content Placeholder 2"/>
          <p:cNvSpPr>
            <a:spLocks noGrp="1"/>
          </p:cNvSpPr>
          <p:nvPr>
            <p:ph sz="half" idx="1"/>
          </p:nvPr>
        </p:nvSpPr>
        <p:spPr>
          <a:xfrm>
            <a:off x="1371600" y="2285999"/>
            <a:ext cx="4447786" cy="3581401"/>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US" noProof="0" smtClean="0"/>
              <a:t>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
        <p:nvSpPr>
          <p:cNvPr id="4" name="Content Placeholder 3"/>
          <p:cNvSpPr>
            <a:spLocks noGrp="1"/>
          </p:cNvSpPr>
          <p:nvPr>
            <p:ph sz="half" idx="2"/>
          </p:nvPr>
        </p:nvSpPr>
        <p:spPr>
          <a:xfrm>
            <a:off x="6525403" y="2285999"/>
            <a:ext cx="4447786" cy="3581401"/>
          </a:xfrm>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noProof="0" smtClean="0"/>
              <a:t>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
        <p:nvSpPr>
          <p:cNvPr id="5" name="Date Placeholder 4"/>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3B77EF04-6424-4B70-94D1-FC932CBBDD9B}" type="datetimeFigureOut">
              <a:rPr kumimoji="0" lang="en-US" sz="1200" b="0" i="0" u="none" strike="noStrike" kern="1200" cap="none" spc="0" normalizeH="0" baseline="0" noProof="0" smtClean="0">
                <a:ln>
                  <a:noFill/>
                </a:ln>
                <a:solidFill>
                  <a:srgbClr val="1F497D"/>
                </a:solidFill>
                <a:effectLst/>
                <a:uLnTx/>
                <a:uFillTx/>
                <a:latin typeface="Arial"/>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9/2/2025</a:t>
            </a:fld>
            <a:endParaRPr kumimoji="0" lang="en-US" sz="1200" b="0" i="0" u="none" strike="noStrike" kern="1200" cap="none" spc="0" normalizeH="0" baseline="0" noProof="0" dirty="0">
              <a:ln>
                <a:noFill/>
              </a:ln>
              <a:solidFill>
                <a:srgbClr val="1F497D"/>
              </a:solidFill>
              <a:effectLst/>
              <a:uLnTx/>
              <a:uFillTx/>
              <a:latin typeface="Arial"/>
              <a:ea typeface="+mn-ea"/>
              <a:cs typeface="+mn-cs"/>
            </a:endParaRPr>
          </a:p>
        </p:txBody>
      </p:sp>
      <p:sp>
        <p:nvSpPr>
          <p:cNvPr id="6" name="Footer Placeholder 5"/>
          <p:cNvSpPr>
            <a:spLocks noGrp="1"/>
          </p:cNvSpPr>
          <p:nvPr>
            <p:ph type="ftr" sz="quarter" idx="1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1F497D"/>
                </a:solidFill>
                <a:effectLst/>
                <a:uLnTx/>
                <a:uFillTx/>
                <a:latin typeface="Arial"/>
                <a:ea typeface="+mn-ea"/>
                <a:cs typeface="+mn-cs"/>
              </a:rPr>
              <a:t>Add a footer </a:t>
            </a:r>
          </a:p>
        </p:txBody>
      </p:sp>
      <p:sp>
        <p:nvSpPr>
          <p:cNvPr id="7" name="Slide Number Placeholder 6"/>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B38049E5-7B53-4E85-8972-7D6C4BCE5BB9}" type="slidenum">
              <a:rPr kumimoji="0" lang="en-US" sz="1200" b="0" i="0" u="none" strike="noStrike" kern="1200" cap="none" spc="0" normalizeH="0" baseline="0" noProof="0" smtClean="0">
                <a:ln>
                  <a:noFill/>
                </a:ln>
                <a:solidFill>
                  <a:srgbClr val="1F497D"/>
                </a:solidFill>
                <a:effectLst/>
                <a:uLnTx/>
                <a:uFillTx/>
                <a:latin typeface="Arial"/>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dirty="0">
              <a:ln>
                <a:noFill/>
              </a:ln>
              <a:solidFill>
                <a:srgbClr val="1F497D"/>
              </a:solidFill>
              <a:effectLst/>
              <a:uLnTx/>
              <a:uFillTx/>
              <a:latin typeface="Arial"/>
              <a:ea typeface="+mn-ea"/>
              <a:cs typeface="+mn-cs"/>
            </a:endParaRPr>
          </a:p>
        </p:txBody>
      </p:sp>
    </p:spTree>
    <p:extLst>
      <p:ext uri="{BB962C8B-B14F-4D97-AF65-F5344CB8AC3E}">
        <p14:creationId xmlns:p14="http://schemas.microsoft.com/office/powerpoint/2010/main" val="360565867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1371600" y="685800"/>
            <a:ext cx="9601200" cy="1485900"/>
          </a:xfrm>
        </p:spPr>
        <p:txBody>
          <a:bodyPr>
            <a:normAutofit/>
          </a:bodyPr>
          <a:lstStyle>
            <a:lvl1pPr>
              <a:defRPr sz="4800">
                <a:solidFill>
                  <a:schemeClr val="tx2"/>
                </a:solidFill>
              </a:defRPr>
            </a:lvl1pPr>
          </a:lstStyle>
          <a:p>
            <a:r>
              <a:rPr lang="en-US" noProof="0"/>
              <a:t>Click To Edit Master Title Style</a:t>
            </a:r>
          </a:p>
        </p:txBody>
      </p:sp>
      <p:sp>
        <p:nvSpPr>
          <p:cNvPr id="3" name="Text Placeholder 2"/>
          <p:cNvSpPr>
            <a:spLocks noGrp="1"/>
          </p:cNvSpPr>
          <p:nvPr>
            <p:ph type="body" idx="1"/>
          </p:nvPr>
        </p:nvSpPr>
        <p:spPr>
          <a:xfrm>
            <a:off x="1371600" y="2340864"/>
            <a:ext cx="4443984" cy="823912"/>
          </a:xfrm>
        </p:spPr>
        <p:txBody>
          <a:bodyPr anchor="b">
            <a:noAutofit/>
          </a:bodyPr>
          <a:lstStyle>
            <a:lvl1pPr marL="0" indent="0">
              <a:lnSpc>
                <a:spcPct val="84000"/>
              </a:lnSpc>
              <a:spcBef>
                <a:spcPts val="0"/>
              </a:spcBef>
              <a:spcAft>
                <a:spcPts val="0"/>
              </a:spcAft>
              <a:buNone/>
              <a:defRPr sz="3000" b="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smtClean="0"/>
              <a:t>Edit Master text styles</a:t>
            </a:r>
          </a:p>
        </p:txBody>
      </p:sp>
      <p:sp>
        <p:nvSpPr>
          <p:cNvPr id="4" name="Content Placeholder 3"/>
          <p:cNvSpPr>
            <a:spLocks noGrp="1"/>
          </p:cNvSpPr>
          <p:nvPr>
            <p:ph sz="half" idx="2"/>
          </p:nvPr>
        </p:nvSpPr>
        <p:spPr>
          <a:xfrm>
            <a:off x="1371600" y="3305207"/>
            <a:ext cx="4443984" cy="2562193"/>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US" noProof="0" smtClean="0"/>
              <a:t>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
        <p:nvSpPr>
          <p:cNvPr id="5" name="Text Placeholder 4"/>
          <p:cNvSpPr>
            <a:spLocks noGrp="1"/>
          </p:cNvSpPr>
          <p:nvPr>
            <p:ph type="body" sz="quarter" idx="3"/>
          </p:nvPr>
        </p:nvSpPr>
        <p:spPr>
          <a:xfrm>
            <a:off x="6525014" y="2340864"/>
            <a:ext cx="4443984" cy="823912"/>
          </a:xfrm>
        </p:spPr>
        <p:txBody>
          <a:bodyPr anchor="b">
            <a:noAutofit/>
          </a:bodyPr>
          <a:lstStyle>
            <a:lvl1pPr marL="0" indent="0">
              <a:lnSpc>
                <a:spcPct val="84000"/>
              </a:lnSpc>
              <a:spcBef>
                <a:spcPts val="0"/>
              </a:spcBef>
              <a:spcAft>
                <a:spcPts val="0"/>
              </a:spcAft>
              <a:buNone/>
              <a:defRPr sz="3000" b="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smtClean="0"/>
              <a:t>Edit Master text styles</a:t>
            </a:r>
          </a:p>
        </p:txBody>
      </p:sp>
      <p:sp>
        <p:nvSpPr>
          <p:cNvPr id="6" name="Content Placeholder 5"/>
          <p:cNvSpPr>
            <a:spLocks noGrp="1"/>
          </p:cNvSpPr>
          <p:nvPr>
            <p:ph sz="quarter" idx="4"/>
          </p:nvPr>
        </p:nvSpPr>
        <p:spPr>
          <a:xfrm>
            <a:off x="6525014" y="3305207"/>
            <a:ext cx="4443984" cy="2562193"/>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US" noProof="0" smtClean="0"/>
              <a:t>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
        <p:nvSpPr>
          <p:cNvPr id="7" name="Date Placeholder 6"/>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3B77EF04-6424-4B70-94D1-FC932CBBDD9B}" type="datetimeFigureOut">
              <a:rPr kumimoji="0" lang="en-US" sz="1200" b="0" i="0" u="none" strike="noStrike" kern="1200" cap="none" spc="0" normalizeH="0" baseline="0" noProof="0" smtClean="0">
                <a:ln>
                  <a:noFill/>
                </a:ln>
                <a:solidFill>
                  <a:srgbClr val="1F497D"/>
                </a:solidFill>
                <a:effectLst/>
                <a:uLnTx/>
                <a:uFillTx/>
                <a:latin typeface="Arial"/>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9/2/2025</a:t>
            </a:fld>
            <a:endParaRPr kumimoji="0" lang="en-US" sz="1200" b="0" i="0" u="none" strike="noStrike" kern="1200" cap="none" spc="0" normalizeH="0" baseline="0" noProof="0" dirty="0">
              <a:ln>
                <a:noFill/>
              </a:ln>
              <a:solidFill>
                <a:srgbClr val="1F497D"/>
              </a:solidFill>
              <a:effectLst/>
              <a:uLnTx/>
              <a:uFillTx/>
              <a:latin typeface="Arial"/>
              <a:ea typeface="+mn-ea"/>
              <a:cs typeface="+mn-cs"/>
            </a:endParaRPr>
          </a:p>
        </p:txBody>
      </p:sp>
      <p:sp>
        <p:nvSpPr>
          <p:cNvPr id="8" name="Footer Placeholder 7"/>
          <p:cNvSpPr>
            <a:spLocks noGrp="1"/>
          </p:cNvSpPr>
          <p:nvPr>
            <p:ph type="ftr" sz="quarter" idx="1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1F497D"/>
                </a:solidFill>
                <a:effectLst/>
                <a:uLnTx/>
                <a:uFillTx/>
                <a:latin typeface="Arial"/>
                <a:ea typeface="+mn-ea"/>
                <a:cs typeface="+mn-cs"/>
              </a:rPr>
              <a:t>Add a footer </a:t>
            </a:r>
          </a:p>
        </p:txBody>
      </p:sp>
      <p:sp>
        <p:nvSpPr>
          <p:cNvPr id="9" name="Slide Number Placeholder 8"/>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B38049E5-7B53-4E85-8972-7D6C4BCE5BB9}" type="slidenum">
              <a:rPr kumimoji="0" lang="en-US" sz="1200" b="0" i="0" u="none" strike="noStrike" kern="1200" cap="none" spc="0" normalizeH="0" baseline="0" noProof="0" smtClean="0">
                <a:ln>
                  <a:noFill/>
                </a:ln>
                <a:solidFill>
                  <a:srgbClr val="1F497D"/>
                </a:solidFill>
                <a:effectLst/>
                <a:uLnTx/>
                <a:uFillTx/>
                <a:latin typeface="Arial"/>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dirty="0">
              <a:ln>
                <a:noFill/>
              </a:ln>
              <a:solidFill>
                <a:srgbClr val="1F497D"/>
              </a:solidFill>
              <a:effectLst/>
              <a:uLnTx/>
              <a:uFillTx/>
              <a:latin typeface="Arial"/>
              <a:ea typeface="+mn-ea"/>
              <a:cs typeface="+mn-cs"/>
            </a:endParaRPr>
          </a:p>
        </p:txBody>
      </p:sp>
      <p:sp>
        <p:nvSpPr>
          <p:cNvPr id="11" name="L-Shape 10">
            <a:extLst>
              <a:ext uri="{FF2B5EF4-FFF2-40B4-BE49-F238E27FC236}">
                <a16:creationId xmlns:a16="http://schemas.microsoft.com/office/drawing/2014/main" id="{91236E78-C797-4C31-BA0C-DB193BAF6D2D}"/>
              </a:ext>
            </a:extLst>
          </p:cNvPr>
          <p:cNvSpPr/>
          <p:nvPr userDrawn="1"/>
        </p:nvSpPr>
        <p:spPr>
          <a:xfrm rot="10800000" flipV="1">
            <a:off x="8391654" y="1873024"/>
            <a:ext cx="2772000" cy="4158497"/>
          </a:xfrm>
          <a:prstGeom prst="corner">
            <a:avLst>
              <a:gd name="adj1" fmla="val 7397"/>
              <a:gd name="adj2" fmla="val 7750"/>
            </a:avLst>
          </a:prstGeom>
          <a:solidFill>
            <a:schemeClr val="accent3"/>
          </a:solidFill>
          <a:ln>
            <a:solidFill>
              <a:schemeClr val="accent3"/>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rial"/>
              <a:ea typeface="+mn-ea"/>
              <a:cs typeface="+mn-cs"/>
            </a:endParaRPr>
          </a:p>
        </p:txBody>
      </p:sp>
      <p:sp>
        <p:nvSpPr>
          <p:cNvPr id="10" name="L-Shape 9">
            <a:extLst>
              <a:ext uri="{FF2B5EF4-FFF2-40B4-BE49-F238E27FC236}">
                <a16:creationId xmlns:a16="http://schemas.microsoft.com/office/drawing/2014/main" id="{BFA658F0-F295-40A9-8BA8-1F6CBDFBBE09}"/>
              </a:ext>
            </a:extLst>
          </p:cNvPr>
          <p:cNvSpPr/>
          <p:nvPr userDrawn="1"/>
        </p:nvSpPr>
        <p:spPr>
          <a:xfrm flipH="1">
            <a:off x="8152968" y="1752327"/>
            <a:ext cx="3152309" cy="4408489"/>
          </a:xfrm>
          <a:prstGeom prst="corner">
            <a:avLst>
              <a:gd name="adj1" fmla="val 7085"/>
              <a:gd name="adj2" fmla="val 7750"/>
            </a:avLst>
          </a:prstGeom>
          <a:solidFill>
            <a:schemeClr val="tx2"/>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rial"/>
              <a:ea typeface="+mn-ea"/>
              <a:cs typeface="+mn-cs"/>
            </a:endParaRPr>
          </a:p>
        </p:txBody>
      </p:sp>
    </p:spTree>
    <p:extLst>
      <p:ext uri="{BB962C8B-B14F-4D97-AF65-F5344CB8AC3E}">
        <p14:creationId xmlns:p14="http://schemas.microsoft.com/office/powerpoint/2010/main" val="383323670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normAutofit/>
          </a:bodyPr>
          <a:lstStyle>
            <a:lvl1pPr>
              <a:defRPr sz="4800"/>
            </a:lvl1pPr>
          </a:lstStyle>
          <a:p>
            <a:r>
              <a:rPr lang="en-US" noProof="0"/>
              <a:t>Click To Edit Master Title Style</a:t>
            </a:r>
          </a:p>
        </p:txBody>
      </p:sp>
      <p:sp>
        <p:nvSpPr>
          <p:cNvPr id="3" name="Date Placeholder 2"/>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3B77EF04-6424-4B70-94D1-FC932CBBDD9B}" type="datetimeFigureOut">
              <a:rPr kumimoji="0" lang="en-US" sz="1200" b="0" i="0" u="none" strike="noStrike" kern="1200" cap="none" spc="0" normalizeH="0" baseline="0" noProof="0" smtClean="0">
                <a:ln>
                  <a:noFill/>
                </a:ln>
                <a:solidFill>
                  <a:srgbClr val="1F497D"/>
                </a:solidFill>
                <a:effectLst/>
                <a:uLnTx/>
                <a:uFillTx/>
                <a:latin typeface="Arial"/>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9/2/2025</a:t>
            </a:fld>
            <a:endParaRPr kumimoji="0" lang="en-US" sz="1200" b="0" i="0" u="none" strike="noStrike" kern="1200" cap="none" spc="0" normalizeH="0" baseline="0" noProof="0" dirty="0">
              <a:ln>
                <a:noFill/>
              </a:ln>
              <a:solidFill>
                <a:srgbClr val="1F497D"/>
              </a:solidFill>
              <a:effectLst/>
              <a:uLnTx/>
              <a:uFillTx/>
              <a:latin typeface="Arial"/>
              <a:ea typeface="+mn-ea"/>
              <a:cs typeface="+mn-cs"/>
            </a:endParaRPr>
          </a:p>
        </p:txBody>
      </p:sp>
      <p:sp>
        <p:nvSpPr>
          <p:cNvPr id="4" name="Footer Placeholder 3"/>
          <p:cNvSpPr>
            <a:spLocks noGrp="1"/>
          </p:cNvSpPr>
          <p:nvPr>
            <p:ph type="ftr" sz="quarter" idx="1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1F497D"/>
                </a:solidFill>
                <a:effectLst/>
                <a:uLnTx/>
                <a:uFillTx/>
                <a:latin typeface="Arial"/>
                <a:ea typeface="+mn-ea"/>
                <a:cs typeface="+mn-cs"/>
              </a:rPr>
              <a:t>Add a footer </a:t>
            </a:r>
          </a:p>
        </p:txBody>
      </p:sp>
      <p:sp>
        <p:nvSpPr>
          <p:cNvPr id="5" name="Slide Number Placeholder 4"/>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B38049E5-7B53-4E85-8972-7D6C4BCE5BB9}" type="slidenum">
              <a:rPr kumimoji="0" lang="en-US" sz="1200" b="0" i="0" u="none" strike="noStrike" kern="1200" cap="none" spc="0" normalizeH="0" baseline="0" noProof="0" smtClean="0">
                <a:ln>
                  <a:noFill/>
                </a:ln>
                <a:solidFill>
                  <a:srgbClr val="1F497D"/>
                </a:solidFill>
                <a:effectLst/>
                <a:uLnTx/>
                <a:uFillTx/>
                <a:latin typeface="Arial"/>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dirty="0">
              <a:ln>
                <a:noFill/>
              </a:ln>
              <a:solidFill>
                <a:srgbClr val="1F497D"/>
              </a:solidFill>
              <a:effectLst/>
              <a:uLnTx/>
              <a:uFillTx/>
              <a:latin typeface="Arial"/>
              <a:ea typeface="+mn-ea"/>
              <a:cs typeface="+mn-cs"/>
            </a:endParaRPr>
          </a:p>
        </p:txBody>
      </p:sp>
    </p:spTree>
    <p:extLst>
      <p:ext uri="{BB962C8B-B14F-4D97-AF65-F5344CB8AC3E}">
        <p14:creationId xmlns:p14="http://schemas.microsoft.com/office/powerpoint/2010/main" val="310828700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1_Title Only">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normAutofit/>
          </a:bodyPr>
          <a:lstStyle>
            <a:lvl1pPr>
              <a:defRPr sz="4800"/>
            </a:lvl1pPr>
          </a:lstStyle>
          <a:p>
            <a:r>
              <a:rPr lang="en-US" noProof="0"/>
              <a:t>Click To Edit Master Title Style</a:t>
            </a:r>
          </a:p>
        </p:txBody>
      </p:sp>
      <p:sp>
        <p:nvSpPr>
          <p:cNvPr id="3" name="Date Placeholder 2"/>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3B77EF04-6424-4B70-94D1-FC932CBBDD9B}" type="datetimeFigureOut">
              <a:rPr kumimoji="0" lang="en-US" sz="1200" b="0" i="0" u="none" strike="noStrike" kern="1200" cap="none" spc="0" normalizeH="0" baseline="0" noProof="0" smtClean="0">
                <a:ln>
                  <a:noFill/>
                </a:ln>
                <a:solidFill>
                  <a:srgbClr val="1F497D"/>
                </a:solidFill>
                <a:effectLst/>
                <a:uLnTx/>
                <a:uFillTx/>
                <a:latin typeface="Arial"/>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9/2/2025</a:t>
            </a:fld>
            <a:endParaRPr kumimoji="0" lang="en-US" sz="1200" b="0" i="0" u="none" strike="noStrike" kern="1200" cap="none" spc="0" normalizeH="0" baseline="0" noProof="0" dirty="0">
              <a:ln>
                <a:noFill/>
              </a:ln>
              <a:solidFill>
                <a:srgbClr val="1F497D"/>
              </a:solidFill>
              <a:effectLst/>
              <a:uLnTx/>
              <a:uFillTx/>
              <a:latin typeface="Arial"/>
              <a:ea typeface="+mn-ea"/>
              <a:cs typeface="+mn-cs"/>
            </a:endParaRPr>
          </a:p>
        </p:txBody>
      </p:sp>
      <p:sp>
        <p:nvSpPr>
          <p:cNvPr id="4" name="Footer Placeholder 3"/>
          <p:cNvSpPr>
            <a:spLocks noGrp="1"/>
          </p:cNvSpPr>
          <p:nvPr>
            <p:ph type="ftr" sz="quarter" idx="1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1F497D"/>
                </a:solidFill>
                <a:effectLst/>
                <a:uLnTx/>
                <a:uFillTx/>
                <a:latin typeface="Arial"/>
                <a:ea typeface="+mn-ea"/>
                <a:cs typeface="+mn-cs"/>
              </a:rPr>
              <a:t>Add a footer </a:t>
            </a:r>
          </a:p>
        </p:txBody>
      </p:sp>
      <p:sp>
        <p:nvSpPr>
          <p:cNvPr id="5" name="Slide Number Placeholder 4"/>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B38049E5-7B53-4E85-8972-7D6C4BCE5BB9}" type="slidenum">
              <a:rPr kumimoji="0" lang="en-US" sz="1200" b="0" i="0" u="none" strike="noStrike" kern="1200" cap="none" spc="0" normalizeH="0" baseline="0" noProof="0" smtClean="0">
                <a:ln>
                  <a:noFill/>
                </a:ln>
                <a:solidFill>
                  <a:srgbClr val="1F497D"/>
                </a:solidFill>
                <a:effectLst/>
                <a:uLnTx/>
                <a:uFillTx/>
                <a:latin typeface="Arial"/>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dirty="0">
              <a:ln>
                <a:noFill/>
              </a:ln>
              <a:solidFill>
                <a:srgbClr val="1F497D"/>
              </a:solidFill>
              <a:effectLst/>
              <a:uLnTx/>
              <a:uFillTx/>
              <a:latin typeface="Arial"/>
              <a:ea typeface="+mn-ea"/>
              <a:cs typeface="+mn-cs"/>
            </a:endParaRPr>
          </a:p>
        </p:txBody>
      </p:sp>
      <p:sp>
        <p:nvSpPr>
          <p:cNvPr id="7" name="Text Placeholder 6">
            <a:extLst>
              <a:ext uri="{FF2B5EF4-FFF2-40B4-BE49-F238E27FC236}">
                <a16:creationId xmlns:a16="http://schemas.microsoft.com/office/drawing/2014/main" id="{CAFD1631-6749-4027-9415-B72D163BBD58}"/>
              </a:ext>
            </a:extLst>
          </p:cNvPr>
          <p:cNvSpPr>
            <a:spLocks noGrp="1"/>
          </p:cNvSpPr>
          <p:nvPr>
            <p:ph type="body" sz="quarter" idx="13"/>
          </p:nvPr>
        </p:nvSpPr>
        <p:spPr>
          <a:xfrm>
            <a:off x="1560471" y="2297695"/>
            <a:ext cx="9071059" cy="2767600"/>
          </a:xfrm>
        </p:spPr>
        <p:txBody>
          <a:bodyPr anchor="ctr"/>
          <a:lstStyle>
            <a:lvl1pPr marL="0" indent="0" algn="ctr">
              <a:buNone/>
              <a:defRPr sz="6000"/>
            </a:lvl1pPr>
          </a:lstStyle>
          <a:p>
            <a:pPr lvl="0"/>
            <a:r>
              <a:rPr lang="en-US" noProof="0" smtClean="0"/>
              <a:t>Edit Master text styles</a:t>
            </a:r>
          </a:p>
        </p:txBody>
      </p:sp>
    </p:spTree>
    <p:extLst>
      <p:ext uri="{BB962C8B-B14F-4D97-AF65-F5344CB8AC3E}">
        <p14:creationId xmlns:p14="http://schemas.microsoft.com/office/powerpoint/2010/main" val="208855933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3B77EF04-6424-4B70-94D1-FC932CBBDD9B}" type="datetimeFigureOut">
              <a:rPr kumimoji="0" lang="en-US" sz="1200" b="0" i="0" u="none" strike="noStrike" kern="1200" cap="none" spc="0" normalizeH="0" baseline="0" noProof="0" smtClean="0">
                <a:ln>
                  <a:noFill/>
                </a:ln>
                <a:solidFill>
                  <a:srgbClr val="1F497D"/>
                </a:solidFill>
                <a:effectLst/>
                <a:uLnTx/>
                <a:uFillTx/>
                <a:latin typeface="Arial"/>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9/2/2025</a:t>
            </a:fld>
            <a:endParaRPr kumimoji="0" lang="en-US" sz="1200" b="0" i="0" u="none" strike="noStrike" kern="1200" cap="none" spc="0" normalizeH="0" baseline="0" noProof="0" dirty="0">
              <a:ln>
                <a:noFill/>
              </a:ln>
              <a:solidFill>
                <a:srgbClr val="1F497D"/>
              </a:solidFill>
              <a:effectLst/>
              <a:uLnTx/>
              <a:uFillTx/>
              <a:latin typeface="Arial"/>
              <a:ea typeface="+mn-ea"/>
              <a:cs typeface="+mn-cs"/>
            </a:endParaRPr>
          </a:p>
        </p:txBody>
      </p:sp>
      <p:sp>
        <p:nvSpPr>
          <p:cNvPr id="3" name="Footer Placeholder 2"/>
          <p:cNvSpPr>
            <a:spLocks noGrp="1"/>
          </p:cNvSpPr>
          <p:nvPr>
            <p:ph type="ftr" sz="quarter" idx="1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1F497D"/>
                </a:solidFill>
                <a:effectLst/>
                <a:uLnTx/>
                <a:uFillTx/>
                <a:latin typeface="Arial"/>
                <a:ea typeface="+mn-ea"/>
                <a:cs typeface="+mn-cs"/>
              </a:rPr>
              <a:t>Add a footer </a:t>
            </a:r>
          </a:p>
        </p:txBody>
      </p:sp>
      <p:sp>
        <p:nvSpPr>
          <p:cNvPr id="4" name="Slide Number Placeholder 3"/>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B38049E5-7B53-4E85-8972-7D6C4BCE5BB9}" type="slidenum">
              <a:rPr kumimoji="0" lang="en-US" sz="1200" b="0" i="0" u="none" strike="noStrike" kern="1200" cap="none" spc="0" normalizeH="0" baseline="0" noProof="0" smtClean="0">
                <a:ln>
                  <a:noFill/>
                </a:ln>
                <a:solidFill>
                  <a:srgbClr val="1F497D"/>
                </a:solidFill>
                <a:effectLst/>
                <a:uLnTx/>
                <a:uFillTx/>
                <a:latin typeface="Arial"/>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dirty="0">
              <a:ln>
                <a:noFill/>
              </a:ln>
              <a:solidFill>
                <a:srgbClr val="1F497D"/>
              </a:solidFill>
              <a:effectLst/>
              <a:uLnTx/>
              <a:uFillTx/>
              <a:latin typeface="Arial"/>
              <a:ea typeface="+mn-ea"/>
              <a:cs typeface="+mn-cs"/>
            </a:endParaRPr>
          </a:p>
        </p:txBody>
      </p:sp>
    </p:spTree>
    <p:extLst>
      <p:ext uri="{BB962C8B-B14F-4D97-AF65-F5344CB8AC3E}">
        <p14:creationId xmlns:p14="http://schemas.microsoft.com/office/powerpoint/2010/main" val="1695650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7.xml"/><Relationship Id="rId13" Type="http://schemas.openxmlformats.org/officeDocument/2006/relationships/slideLayout" Target="../slideLayouts/slideLayout22.xml"/><Relationship Id="rId3" Type="http://schemas.openxmlformats.org/officeDocument/2006/relationships/slideLayout" Target="../slideLayouts/slideLayout12.xml"/><Relationship Id="rId7" Type="http://schemas.openxmlformats.org/officeDocument/2006/relationships/slideLayout" Target="../slideLayouts/slideLayout16.xml"/><Relationship Id="rId12" Type="http://schemas.openxmlformats.org/officeDocument/2006/relationships/slideLayout" Target="../slideLayouts/slideLayout21.xml"/><Relationship Id="rId2" Type="http://schemas.openxmlformats.org/officeDocument/2006/relationships/slideLayout" Target="../slideLayouts/slideLayout11.xml"/><Relationship Id="rId1" Type="http://schemas.openxmlformats.org/officeDocument/2006/relationships/slideLayout" Target="../slideLayouts/slideLayout10.xml"/><Relationship Id="rId6" Type="http://schemas.openxmlformats.org/officeDocument/2006/relationships/slideLayout" Target="../slideLayouts/slideLayout15.xml"/><Relationship Id="rId11" Type="http://schemas.openxmlformats.org/officeDocument/2006/relationships/slideLayout" Target="../slideLayouts/slideLayout20.xml"/><Relationship Id="rId5" Type="http://schemas.openxmlformats.org/officeDocument/2006/relationships/slideLayout" Target="../slideLayouts/slideLayout14.xml"/><Relationship Id="rId10" Type="http://schemas.openxmlformats.org/officeDocument/2006/relationships/slideLayout" Target="../slideLayouts/slideLayout19.xml"/><Relationship Id="rId4" Type="http://schemas.openxmlformats.org/officeDocument/2006/relationships/slideLayout" Target="../slideLayouts/slideLayout13.xml"/><Relationship Id="rId9" Type="http://schemas.openxmlformats.org/officeDocument/2006/relationships/slideLayout" Target="../slideLayouts/slideLayout18.xml"/><Relationship Id="rId1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645B175-C851-453B-B2A0-9A5CFCADC07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a:extLst>
              <a:ext uri="{FF2B5EF4-FFF2-40B4-BE49-F238E27FC236}">
                <a16:creationId xmlns:a16="http://schemas.microsoft.com/office/drawing/2014/main" id="{2E65F4A2-0E4F-4E49-A0BF-BEEC7220330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a:extLst>
              <a:ext uri="{FF2B5EF4-FFF2-40B4-BE49-F238E27FC236}">
                <a16:creationId xmlns:a16="http://schemas.microsoft.com/office/drawing/2014/main" id="{9328AA27-3F13-4BFD-B949-21CF3191088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133F5E9-5DAC-4C4A-9DF5-C2B87276BCC8}" type="datetimeFigureOut">
              <a:rPr lang="en-US" smtClean="0"/>
              <a:t>9/2/2025</a:t>
            </a:fld>
            <a:endParaRPr lang="en-US" dirty="0"/>
          </a:p>
        </p:txBody>
      </p:sp>
      <p:sp>
        <p:nvSpPr>
          <p:cNvPr id="5" name="Footer Placeholder 4">
            <a:extLst>
              <a:ext uri="{FF2B5EF4-FFF2-40B4-BE49-F238E27FC236}">
                <a16:creationId xmlns:a16="http://schemas.microsoft.com/office/drawing/2014/main" id="{EEEE99A2-0FED-42D4-9FBD-08CC1C3F81B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a:extLst>
              <a:ext uri="{FF2B5EF4-FFF2-40B4-BE49-F238E27FC236}">
                <a16:creationId xmlns:a16="http://schemas.microsoft.com/office/drawing/2014/main" id="{DF2468D4-5440-4CE2-BAB3-61D83F628C5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CEC5C30-0B3A-4B13-ADDD-7C63C8AA921B}" type="slidenum">
              <a:rPr lang="en-US" smtClean="0"/>
              <a:t>‹#›</a:t>
            </a:fld>
            <a:endParaRPr lang="en-US" dirty="0"/>
          </a:p>
        </p:txBody>
      </p:sp>
    </p:spTree>
    <p:extLst>
      <p:ext uri="{BB962C8B-B14F-4D97-AF65-F5344CB8AC3E}">
        <p14:creationId xmlns:p14="http://schemas.microsoft.com/office/powerpoint/2010/main" val="412203945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bwMode="blackGray">
      <p:bgPr>
        <a:solidFill>
          <a:schemeClr val="bg2"/>
        </a:solidFill>
        <a:effectLst/>
      </p:bgPr>
    </p:bg>
    <p:spTree>
      <p:nvGrpSpPr>
        <p:cNvPr id="1" name=""/>
        <p:cNvGrpSpPr/>
        <p:nvPr/>
      </p:nvGrpSpPr>
      <p:grpSpPr>
        <a:xfrm>
          <a:off x="0" y="0"/>
          <a:ext cx="0" cy="0"/>
          <a:chOff x="0" y="0"/>
          <a:chExt cx="0" cy="0"/>
        </a:xfrm>
      </p:grpSpPr>
      <p:sp>
        <p:nvSpPr>
          <p:cNvPr id="8" name="Rectangle 7" title="Side bar">
            <a:extLst>
              <a:ext uri="{FF2B5EF4-FFF2-40B4-BE49-F238E27FC236}">
                <a16:creationId xmlns:a16="http://schemas.microsoft.com/office/drawing/2014/main" id="{FFA7AFEF-D97A-4A94-A884-7F95E91332B7}"/>
              </a:ext>
            </a:extLst>
          </p:cNvPr>
          <p:cNvSpPr/>
          <p:nvPr userDrawn="1"/>
        </p:nvSpPr>
        <p:spPr>
          <a:xfrm>
            <a:off x="622095" y="0"/>
            <a:ext cx="144000" cy="6876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371600" y="685800"/>
            <a:ext cx="9601200" cy="1485900"/>
          </a:xfrm>
          <a:prstGeom prst="rect">
            <a:avLst/>
          </a:prstGeom>
        </p:spPr>
        <p:txBody>
          <a:bodyPr vert="horz" lIns="91440" tIns="45720" rIns="91440" bIns="45720" rtlCol="0" anchor="t">
            <a:normAutofit/>
          </a:bodyPr>
          <a:lstStyle/>
          <a:p>
            <a:r>
              <a:rPr lang="en-US" noProof="0" smtClean="0"/>
              <a:t>Click to edit Master title style</a:t>
            </a:r>
            <a:endParaRPr lang="en-US" noProof="0"/>
          </a:p>
        </p:txBody>
      </p:sp>
      <p:sp>
        <p:nvSpPr>
          <p:cNvPr id="3" name="Text Placeholder 2"/>
          <p:cNvSpPr>
            <a:spLocks noGrp="1"/>
          </p:cNvSpPr>
          <p:nvPr>
            <p:ph type="body" idx="1"/>
          </p:nvPr>
        </p:nvSpPr>
        <p:spPr>
          <a:xfrm>
            <a:off x="1371600" y="2286000"/>
            <a:ext cx="9601200" cy="3581400"/>
          </a:xfrm>
          <a:prstGeom prst="rect">
            <a:avLst/>
          </a:prstGeom>
        </p:spPr>
        <p:txBody>
          <a:bodyPr vert="horz" lIns="91440" tIns="45720" rIns="91440" bIns="45720" rtlCol="0">
            <a:noAutofit/>
          </a:bodyPr>
          <a:lstStyle/>
          <a:p>
            <a:pPr lvl="0"/>
            <a:r>
              <a:rPr lang="en-US" noProof="0" smtClean="0"/>
              <a:t>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
        <p:nvSpPr>
          <p:cNvPr id="4" name="Date Placeholder 3"/>
          <p:cNvSpPr>
            <a:spLocks noGrp="1"/>
          </p:cNvSpPr>
          <p:nvPr>
            <p:ph type="dt" sz="half" idx="2"/>
          </p:nvPr>
        </p:nvSpPr>
        <p:spPr>
          <a:xfrm>
            <a:off x="1390650" y="6453386"/>
            <a:ext cx="1204572" cy="404614"/>
          </a:xfrm>
          <a:prstGeom prst="rect">
            <a:avLst/>
          </a:prstGeom>
        </p:spPr>
        <p:txBody>
          <a:bodyPr vert="horz" lIns="91440" tIns="45720" rIns="91440" bIns="45720" rtlCol="0" anchor="ctr"/>
          <a:lstStyle>
            <a:lvl1pPr algn="l">
              <a:defRPr sz="1200" baseline="0">
                <a:solidFill>
                  <a:schemeClr val="tx2"/>
                </a:solidFill>
              </a:defRPr>
            </a:lvl1pPr>
          </a:lstStyle>
          <a:p>
            <a:pPr marL="0" marR="0" lvl="0" indent="0" algn="l" defTabSz="457200" rtl="0" eaLnBrk="1" fontAlgn="auto" latinLnBrk="0" hangingPunct="1">
              <a:lnSpc>
                <a:spcPct val="100000"/>
              </a:lnSpc>
              <a:spcBef>
                <a:spcPts val="0"/>
              </a:spcBef>
              <a:spcAft>
                <a:spcPts val="0"/>
              </a:spcAft>
              <a:buClrTx/>
              <a:buSzTx/>
              <a:buFontTx/>
              <a:buNone/>
              <a:tabLst/>
              <a:defRPr/>
            </a:pPr>
            <a:fld id="{3B77EF04-6424-4B70-94D1-FC932CBBDD9B}" type="datetimeFigureOut">
              <a:rPr kumimoji="0" lang="en-US" sz="1200" b="0" i="0" u="none" strike="noStrike" kern="1200" cap="none" spc="0" normalizeH="0" baseline="0" noProof="0" smtClean="0">
                <a:ln>
                  <a:noFill/>
                </a:ln>
                <a:solidFill>
                  <a:srgbClr val="1F497D"/>
                </a:solidFill>
                <a:effectLst/>
                <a:uLnTx/>
                <a:uFillTx/>
                <a:latin typeface="Arial"/>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9/2/2025</a:t>
            </a:fld>
            <a:endParaRPr kumimoji="0" lang="en-US" sz="1200" b="0" i="0" u="none" strike="noStrike" kern="1200" cap="none" spc="0" normalizeH="0" baseline="0" noProof="0" dirty="0">
              <a:ln>
                <a:noFill/>
              </a:ln>
              <a:solidFill>
                <a:srgbClr val="1F497D"/>
              </a:solidFill>
              <a:effectLst/>
              <a:uLnTx/>
              <a:uFillTx/>
              <a:latin typeface="Arial"/>
              <a:ea typeface="+mn-ea"/>
              <a:cs typeface="+mn-cs"/>
            </a:endParaRPr>
          </a:p>
        </p:txBody>
      </p:sp>
      <p:sp>
        <p:nvSpPr>
          <p:cNvPr id="5" name="Footer Placeholder 4"/>
          <p:cNvSpPr>
            <a:spLocks noGrp="1"/>
          </p:cNvSpPr>
          <p:nvPr>
            <p:ph type="ftr" sz="quarter" idx="3"/>
          </p:nvPr>
        </p:nvSpPr>
        <p:spPr>
          <a:xfrm>
            <a:off x="2893564" y="6453386"/>
            <a:ext cx="6280830" cy="404614"/>
          </a:xfrm>
          <a:prstGeom prst="rect">
            <a:avLst/>
          </a:prstGeom>
        </p:spPr>
        <p:txBody>
          <a:bodyPr vert="horz" lIns="91440" tIns="45720" rIns="91440" bIns="45720" rtlCol="0" anchor="ctr"/>
          <a:lstStyle>
            <a:lvl1pPr algn="l">
              <a:defRPr sz="1200" baseline="0">
                <a:solidFill>
                  <a:schemeClr val="tx2"/>
                </a:solidFill>
              </a:defRPr>
            </a:lvl1p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1F497D"/>
                </a:solidFill>
                <a:effectLst/>
                <a:uLnTx/>
                <a:uFillTx/>
                <a:latin typeface="Arial"/>
                <a:ea typeface="+mn-ea"/>
                <a:cs typeface="+mn-cs"/>
              </a:rPr>
              <a:t>Add a footer </a:t>
            </a:r>
          </a:p>
        </p:txBody>
      </p:sp>
      <p:sp>
        <p:nvSpPr>
          <p:cNvPr id="6" name="Slide Number Placeholder 5"/>
          <p:cNvSpPr>
            <a:spLocks noGrp="1"/>
          </p:cNvSpPr>
          <p:nvPr>
            <p:ph type="sldNum" sz="quarter" idx="4"/>
          </p:nvPr>
        </p:nvSpPr>
        <p:spPr>
          <a:xfrm>
            <a:off x="9472736" y="6453386"/>
            <a:ext cx="1596292" cy="404614"/>
          </a:xfrm>
          <a:prstGeom prst="rect">
            <a:avLst/>
          </a:prstGeom>
        </p:spPr>
        <p:txBody>
          <a:bodyPr vert="horz" lIns="91440" tIns="45720" rIns="91440" bIns="45720" rtlCol="0" anchor="ctr"/>
          <a:lstStyle>
            <a:lvl1pPr algn="r">
              <a:defRPr sz="1200" baseline="0">
                <a:solidFill>
                  <a:schemeClr val="tx2"/>
                </a:solidFill>
              </a:defRPr>
            </a:lvl1pPr>
          </a:lstStyle>
          <a:p>
            <a:pPr marL="0" marR="0" lvl="0" indent="0" algn="r" defTabSz="457200" rtl="0" eaLnBrk="1" fontAlgn="auto" latinLnBrk="0" hangingPunct="1">
              <a:lnSpc>
                <a:spcPct val="100000"/>
              </a:lnSpc>
              <a:spcBef>
                <a:spcPts val="0"/>
              </a:spcBef>
              <a:spcAft>
                <a:spcPts val="0"/>
              </a:spcAft>
              <a:buClrTx/>
              <a:buSzTx/>
              <a:buFontTx/>
              <a:buNone/>
              <a:tabLst/>
              <a:defRPr/>
            </a:pPr>
            <a:fld id="{B38049E5-7B53-4E85-8972-7D6C4BCE5BB9}" type="slidenum">
              <a:rPr kumimoji="0" lang="en-US" sz="1200" b="0" i="0" u="none" strike="noStrike" kern="1200" cap="none" spc="0" normalizeH="0" baseline="0" noProof="0" smtClean="0">
                <a:ln>
                  <a:noFill/>
                </a:ln>
                <a:solidFill>
                  <a:srgbClr val="1F497D"/>
                </a:solidFill>
                <a:effectLst/>
                <a:uLnTx/>
                <a:uFillTx/>
                <a:latin typeface="Arial"/>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dirty="0">
              <a:ln>
                <a:noFill/>
              </a:ln>
              <a:solidFill>
                <a:srgbClr val="1F497D"/>
              </a:solidFill>
              <a:effectLst/>
              <a:uLnTx/>
              <a:uFillTx/>
              <a:latin typeface="Arial"/>
              <a:ea typeface="+mn-ea"/>
              <a:cs typeface="+mn-cs"/>
            </a:endParaRPr>
          </a:p>
        </p:txBody>
      </p:sp>
      <p:sp>
        <p:nvSpPr>
          <p:cNvPr id="9" name="Rectangle 8" title="Side bar"/>
          <p:cNvSpPr/>
          <p:nvPr/>
        </p:nvSpPr>
        <p:spPr>
          <a:xfrm>
            <a:off x="478095" y="376"/>
            <a:ext cx="1440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3425347954"/>
      </p:ext>
    </p:extLst>
  </p:cSld>
  <p:clrMap bg1="lt1" tx1="dk1" bg2="lt2" tx2="dk2" accent1="accent1" accent2="accent2" accent3="accent3" accent4="accent4" accent5="accent5" accent6="accent6" hlink="hlink" folHlink="fol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 id="2147483671" r:id="rId13"/>
  </p:sldLayoutIdLst>
  <p:txStyles>
    <p:titleStyle>
      <a:lvl1pPr algn="l" defTabSz="914400" rtl="0" eaLnBrk="1" latinLnBrk="0" hangingPunct="1">
        <a:lnSpc>
          <a:spcPct val="89000"/>
        </a:lnSpc>
        <a:spcBef>
          <a:spcPct val="0"/>
        </a:spcBef>
        <a:buNone/>
        <a:defRPr sz="4400" kern="1200" baseline="0">
          <a:solidFill>
            <a:schemeClr val="tx2"/>
          </a:solidFill>
          <a:latin typeface="+mj-lt"/>
          <a:ea typeface="+mj-ea"/>
          <a:cs typeface="+mj-cs"/>
        </a:defRPr>
      </a:lvl1pPr>
    </p:titleStyle>
    <p:bodyStyle>
      <a:lvl1pPr marL="342900" indent="-342900" algn="l" defTabSz="914400" rtl="0" eaLnBrk="1" latinLnBrk="0" hangingPunct="1">
        <a:lnSpc>
          <a:spcPct val="94000"/>
        </a:lnSpc>
        <a:spcBef>
          <a:spcPts val="1000"/>
        </a:spcBef>
        <a:spcAft>
          <a:spcPts val="200"/>
        </a:spcAft>
        <a:buFont typeface="Arial" panose="020B0604020202020204" pitchFamily="34" charset="0"/>
        <a:buChar char="•"/>
        <a:defRPr sz="2400" kern="1200" baseline="0">
          <a:solidFill>
            <a:schemeClr val="tx2"/>
          </a:solidFill>
          <a:latin typeface="+mn-lt"/>
          <a:ea typeface="+mn-ea"/>
          <a:cs typeface="+mn-cs"/>
        </a:defRPr>
      </a:lvl1pPr>
      <a:lvl2pPr marL="873252" indent="-342900" algn="l" defTabSz="914400" rtl="0" eaLnBrk="1" latinLnBrk="0" hangingPunct="1">
        <a:lnSpc>
          <a:spcPct val="94000"/>
        </a:lnSpc>
        <a:spcBef>
          <a:spcPts val="500"/>
        </a:spcBef>
        <a:spcAft>
          <a:spcPts val="200"/>
        </a:spcAft>
        <a:buFont typeface="Arial" panose="020B0604020202020204" pitchFamily="34" charset="0"/>
        <a:buChar char="•"/>
        <a:defRPr sz="2400" i="1" kern="1200" baseline="0">
          <a:solidFill>
            <a:schemeClr val="tx2"/>
          </a:solidFill>
          <a:latin typeface="+mn-lt"/>
          <a:ea typeface="+mn-ea"/>
          <a:cs typeface="+mn-cs"/>
        </a:defRPr>
      </a:lvl2pPr>
      <a:lvl3pPr marL="1330452" indent="-342900" algn="l" defTabSz="914400" rtl="0" eaLnBrk="1" latinLnBrk="0" hangingPunct="1">
        <a:lnSpc>
          <a:spcPct val="94000"/>
        </a:lnSpc>
        <a:spcBef>
          <a:spcPts val="500"/>
        </a:spcBef>
        <a:spcAft>
          <a:spcPts val="200"/>
        </a:spcAft>
        <a:buFont typeface="Arial" panose="020B0604020202020204" pitchFamily="34" charset="0"/>
        <a:buChar char="•"/>
        <a:defRPr sz="2000" kern="1200" baseline="0">
          <a:solidFill>
            <a:schemeClr val="tx2"/>
          </a:solidFill>
          <a:latin typeface="+mn-lt"/>
          <a:ea typeface="+mn-ea"/>
          <a:cs typeface="+mn-cs"/>
        </a:defRPr>
      </a:lvl3pPr>
      <a:lvl4pPr marL="1787652" indent="-342900" algn="l" defTabSz="914400" rtl="0" eaLnBrk="1" latinLnBrk="0" hangingPunct="1">
        <a:lnSpc>
          <a:spcPct val="94000"/>
        </a:lnSpc>
        <a:spcBef>
          <a:spcPts val="500"/>
        </a:spcBef>
        <a:spcAft>
          <a:spcPts val="200"/>
        </a:spcAft>
        <a:buFont typeface="Arial" panose="020B0604020202020204" pitchFamily="34" charset="0"/>
        <a:buChar char="•"/>
        <a:defRPr sz="2000" i="1" kern="1200" baseline="0">
          <a:solidFill>
            <a:schemeClr val="tx2"/>
          </a:solidFill>
          <a:latin typeface="+mn-lt"/>
          <a:ea typeface="+mn-ea"/>
          <a:cs typeface="+mn-cs"/>
        </a:defRPr>
      </a:lvl4pPr>
      <a:lvl5pPr marL="2187702" indent="-285750" algn="l" defTabSz="914400" rtl="0" eaLnBrk="1" latinLnBrk="0" hangingPunct="1">
        <a:lnSpc>
          <a:spcPct val="94000"/>
        </a:lnSpc>
        <a:spcBef>
          <a:spcPts val="500"/>
        </a:spcBef>
        <a:spcAft>
          <a:spcPts val="200"/>
        </a:spcAft>
        <a:buFont typeface="Arial" panose="020B0604020202020204" pitchFamily="34" charset="0"/>
        <a:buChar char="•"/>
        <a:defRPr sz="1800" kern="1200" baseline="0">
          <a:solidFill>
            <a:schemeClr val="tx2"/>
          </a:solidFill>
          <a:latin typeface="+mn-lt"/>
          <a:ea typeface="+mn-ea"/>
          <a:cs typeface="+mn-cs"/>
        </a:defRPr>
      </a:lvl5pPr>
      <a:lvl6pPr marL="27432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i="1" kern="1200" baseline="0">
          <a:solidFill>
            <a:schemeClr val="tx2"/>
          </a:solidFill>
          <a:latin typeface="+mn-lt"/>
          <a:ea typeface="+mn-ea"/>
          <a:cs typeface="+mn-cs"/>
        </a:defRPr>
      </a:lvl6pPr>
      <a:lvl7pPr marL="3200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7pPr>
      <a:lvl8pPr marL="3657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i="1" kern="1200" baseline="0">
          <a:solidFill>
            <a:schemeClr val="tx2"/>
          </a:solidFill>
          <a:latin typeface="+mn-lt"/>
          <a:ea typeface="+mn-ea"/>
          <a:cs typeface="+mn-cs"/>
        </a:defRPr>
      </a:lvl8pPr>
      <a:lvl9pPr marL="4114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3" orient="horz" pos="1368">
          <p15:clr>
            <a:srgbClr val="F26B43"/>
          </p15:clr>
        </p15:guide>
        <p15:guide id="4" orient="horz" pos="1440">
          <p15:clr>
            <a:srgbClr val="F26B43"/>
          </p15:clr>
        </p15:guide>
        <p15:guide id="6" orient="horz" pos="3696">
          <p15:clr>
            <a:srgbClr val="F26B43"/>
          </p15:clr>
        </p15:guide>
        <p15:guide id="7" orient="horz" pos="432">
          <p15:clr>
            <a:srgbClr val="F26B43"/>
          </p15:clr>
        </p15:guide>
        <p15:guide id="8" orient="horz" pos="1512">
          <p15:clr>
            <a:srgbClr val="F26B43"/>
          </p15:clr>
        </p15:guide>
        <p15:guide id="9" pos="6912">
          <p15:clr>
            <a:srgbClr val="F26B43"/>
          </p15:clr>
        </p15:guide>
        <p15:guide id="10" pos="936">
          <p15:clr>
            <a:srgbClr val="F26B43"/>
          </p15:clr>
        </p15:guide>
        <p15:guide id="11" pos="864">
          <p15:clr>
            <a:srgbClr val="F26B43"/>
          </p15:clr>
        </p15:guide>
      </p15:sldGuideLst>
    </p:ext>
  </p:extLst>
</p:sldMaster>
</file>

<file path=ppt/slides/_rels/slide1.xml.rels><?xml version="1.0" encoding="UTF-8" standalone="yes"?>
<Relationships xmlns="http://schemas.openxmlformats.org/package/2006/relationships"><Relationship Id="rId8" Type="http://schemas.openxmlformats.org/officeDocument/2006/relationships/image" Target="../media/image4.png"/><Relationship Id="rId13" Type="http://schemas.openxmlformats.org/officeDocument/2006/relationships/image" Target="../media/image12.svg"/><Relationship Id="rId3" Type="http://schemas.openxmlformats.org/officeDocument/2006/relationships/image" Target="../media/image2.svg"/><Relationship Id="rId7" Type="http://schemas.openxmlformats.org/officeDocument/2006/relationships/image" Target="../media/image6.svg"/><Relationship Id="rId12"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3.png"/><Relationship Id="rId11" Type="http://schemas.openxmlformats.org/officeDocument/2006/relationships/image" Target="../media/image10.svg"/><Relationship Id="rId5" Type="http://schemas.openxmlformats.org/officeDocument/2006/relationships/image" Target="../media/image4.svg"/><Relationship Id="rId15" Type="http://schemas.openxmlformats.org/officeDocument/2006/relationships/image" Target="../media/image14.svg"/><Relationship Id="rId10" Type="http://schemas.openxmlformats.org/officeDocument/2006/relationships/image" Target="../media/image5.png"/><Relationship Id="rId4" Type="http://schemas.openxmlformats.org/officeDocument/2006/relationships/image" Target="../media/image2.png"/><Relationship Id="rId9" Type="http://schemas.openxmlformats.org/officeDocument/2006/relationships/image" Target="../media/image8.svg"/><Relationship Id="rId14" Type="http://schemas.openxmlformats.org/officeDocument/2006/relationships/image" Target="../media/image7.png"/></Relationships>
</file>

<file path=ppt/slides/_rels/slide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8.jpe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6.xml.rels><?xml version="1.0" encoding="UTF-8" standalone="yes"?>
<Relationships xmlns="http://schemas.openxmlformats.org/package/2006/relationships"><Relationship Id="rId13" Type="http://schemas.openxmlformats.org/officeDocument/2006/relationships/image" Target="../media/image12.svg"/><Relationship Id="rId3" Type="http://schemas.openxmlformats.org/officeDocument/2006/relationships/image" Target="../media/image2.svg"/><Relationship Id="rId12"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4.png"/><Relationship Id="rId11" Type="http://schemas.openxmlformats.org/officeDocument/2006/relationships/image" Target="../media/image10.svg"/><Relationship Id="rId5" Type="http://schemas.openxmlformats.org/officeDocument/2006/relationships/image" Target="../media/image4.svg"/><Relationship Id="rId15" Type="http://schemas.openxmlformats.org/officeDocument/2006/relationships/image" Target="../media/image14.svg"/><Relationship Id="rId10" Type="http://schemas.openxmlformats.org/officeDocument/2006/relationships/image" Target="../media/image5.png"/><Relationship Id="rId4" Type="http://schemas.openxmlformats.org/officeDocument/2006/relationships/image" Target="../media/image2.png"/><Relationship Id="rId9" Type="http://schemas.openxmlformats.org/officeDocument/2006/relationships/image" Target="../media/image8.svg"/><Relationship Id="rId14" Type="http://schemas.openxmlformats.org/officeDocument/2006/relationships/image" Target="../media/image7.png"/></Relationships>
</file>

<file path=ppt/slides/_rels/slide57.xml.rels><?xml version="1.0" encoding="UTF-8" standalone="yes"?>
<Relationships xmlns="http://schemas.openxmlformats.org/package/2006/relationships"><Relationship Id="rId13" Type="http://schemas.openxmlformats.org/officeDocument/2006/relationships/image" Target="../media/image12.svg"/><Relationship Id="rId3" Type="http://schemas.openxmlformats.org/officeDocument/2006/relationships/image" Target="../media/image2.svg"/><Relationship Id="rId12"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4.png"/><Relationship Id="rId11" Type="http://schemas.openxmlformats.org/officeDocument/2006/relationships/image" Target="../media/image10.svg"/><Relationship Id="rId5" Type="http://schemas.openxmlformats.org/officeDocument/2006/relationships/image" Target="../media/image4.svg"/><Relationship Id="rId15" Type="http://schemas.openxmlformats.org/officeDocument/2006/relationships/image" Target="../media/image14.svg"/><Relationship Id="rId10" Type="http://schemas.openxmlformats.org/officeDocument/2006/relationships/image" Target="../media/image5.png"/><Relationship Id="rId4" Type="http://schemas.openxmlformats.org/officeDocument/2006/relationships/image" Target="../media/image2.png"/><Relationship Id="rId9" Type="http://schemas.openxmlformats.org/officeDocument/2006/relationships/image" Target="../media/image8.svg"/><Relationship Id="rId14"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5">
            <a:lumMod val="5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B5F415-7490-4054-85B4-10F7AE6D3385}"/>
              </a:ext>
            </a:extLst>
          </p:cNvPr>
          <p:cNvSpPr>
            <a:spLocks noGrp="1"/>
          </p:cNvSpPr>
          <p:nvPr>
            <p:ph type="ctrTitle"/>
          </p:nvPr>
        </p:nvSpPr>
        <p:spPr>
          <a:xfrm>
            <a:off x="1557253" y="68033"/>
            <a:ext cx="9144000" cy="2126512"/>
          </a:xfrm>
        </p:spPr>
        <p:txBody>
          <a:bodyPr>
            <a:normAutofit fontScale="90000"/>
          </a:bodyPr>
          <a:lstStyle/>
          <a:p>
            <a:r>
              <a:rPr lang="en-US" sz="7200" dirty="0" smtClean="0">
                <a:solidFill>
                  <a:schemeClr val="bg1"/>
                </a:solidFill>
                <a:latin typeface="Rockwell" panose="02060603020205020403" pitchFamily="18" charset="0"/>
              </a:rPr>
              <a:t> </a:t>
            </a:r>
            <a:r>
              <a:rPr lang="en-US" sz="7200" dirty="0" err="1" smtClean="0">
                <a:solidFill>
                  <a:schemeClr val="bg1"/>
                </a:solidFill>
                <a:latin typeface="Rockwell" panose="02060603020205020403" pitchFamily="18" charset="0"/>
              </a:rPr>
              <a:t>Bảo</a:t>
            </a:r>
            <a:r>
              <a:rPr lang="en-US" sz="7200" dirty="0" smtClean="0">
                <a:solidFill>
                  <a:schemeClr val="bg1"/>
                </a:solidFill>
                <a:latin typeface="Rockwell" panose="02060603020205020403" pitchFamily="18" charset="0"/>
              </a:rPr>
              <a:t> </a:t>
            </a:r>
            <a:r>
              <a:rPr lang="en-US" sz="7200" dirty="0" err="1" smtClean="0">
                <a:solidFill>
                  <a:schemeClr val="bg1"/>
                </a:solidFill>
                <a:latin typeface="Rockwell" panose="02060603020205020403" pitchFamily="18" charset="0"/>
              </a:rPr>
              <a:t>mật</a:t>
            </a:r>
            <a:r>
              <a:rPr lang="en-US" sz="7200" dirty="0" smtClean="0">
                <a:solidFill>
                  <a:schemeClr val="bg1"/>
                </a:solidFill>
                <a:latin typeface="Rockwell" panose="02060603020205020403" pitchFamily="18" charset="0"/>
              </a:rPr>
              <a:t> </a:t>
            </a:r>
            <a:br>
              <a:rPr lang="en-US" sz="7200" dirty="0" smtClean="0">
                <a:solidFill>
                  <a:schemeClr val="bg1"/>
                </a:solidFill>
                <a:latin typeface="Rockwell" panose="02060603020205020403" pitchFamily="18" charset="0"/>
              </a:rPr>
            </a:br>
            <a:r>
              <a:rPr lang="en-US" sz="7200" dirty="0" err="1" smtClean="0">
                <a:solidFill>
                  <a:schemeClr val="bg1"/>
                </a:solidFill>
                <a:latin typeface="Rockwell" panose="02060603020205020403" pitchFamily="18" charset="0"/>
              </a:rPr>
              <a:t>Ứng</a:t>
            </a:r>
            <a:r>
              <a:rPr lang="en-US" sz="7200" dirty="0" smtClean="0">
                <a:solidFill>
                  <a:schemeClr val="bg1"/>
                </a:solidFill>
                <a:latin typeface="Rockwell" panose="02060603020205020403" pitchFamily="18" charset="0"/>
              </a:rPr>
              <a:t> </a:t>
            </a:r>
            <a:r>
              <a:rPr lang="en-US" sz="7200" dirty="0" err="1" smtClean="0">
                <a:solidFill>
                  <a:schemeClr val="bg1"/>
                </a:solidFill>
                <a:latin typeface="Rockwell" panose="02060603020205020403" pitchFamily="18" charset="0"/>
              </a:rPr>
              <a:t>dụng</a:t>
            </a:r>
            <a:r>
              <a:rPr lang="en-US" sz="7200" dirty="0" smtClean="0">
                <a:solidFill>
                  <a:schemeClr val="bg1"/>
                </a:solidFill>
                <a:latin typeface="Rockwell" panose="02060603020205020403" pitchFamily="18" charset="0"/>
              </a:rPr>
              <a:t> </a:t>
            </a:r>
            <a:r>
              <a:rPr lang="en-US" sz="7200" dirty="0" err="1" smtClean="0">
                <a:solidFill>
                  <a:schemeClr val="bg1"/>
                </a:solidFill>
                <a:latin typeface="Rockwell" panose="02060603020205020403" pitchFamily="18" charset="0"/>
              </a:rPr>
              <a:t>và</a:t>
            </a:r>
            <a:r>
              <a:rPr lang="en-US" sz="7200" dirty="0" smtClean="0">
                <a:solidFill>
                  <a:schemeClr val="bg1"/>
                </a:solidFill>
                <a:latin typeface="Rockwell" panose="02060603020205020403" pitchFamily="18" charset="0"/>
              </a:rPr>
              <a:t> </a:t>
            </a:r>
            <a:r>
              <a:rPr lang="en-US" sz="7200" dirty="0" err="1" smtClean="0">
                <a:solidFill>
                  <a:schemeClr val="bg1"/>
                </a:solidFill>
                <a:latin typeface="Rockwell" panose="02060603020205020403" pitchFamily="18" charset="0"/>
              </a:rPr>
              <a:t>Hệ</a:t>
            </a:r>
            <a:r>
              <a:rPr lang="en-US" sz="7200" dirty="0" smtClean="0">
                <a:solidFill>
                  <a:schemeClr val="bg1"/>
                </a:solidFill>
                <a:latin typeface="Rockwell" panose="02060603020205020403" pitchFamily="18" charset="0"/>
              </a:rPr>
              <a:t> </a:t>
            </a:r>
            <a:r>
              <a:rPr lang="en-US" sz="7200" dirty="0" err="1" smtClean="0">
                <a:solidFill>
                  <a:schemeClr val="bg1"/>
                </a:solidFill>
                <a:latin typeface="Rockwell" panose="02060603020205020403" pitchFamily="18" charset="0"/>
              </a:rPr>
              <a:t>thống</a:t>
            </a:r>
            <a:endParaRPr lang="en-US" sz="7200" dirty="0">
              <a:solidFill>
                <a:schemeClr val="bg1"/>
              </a:solidFill>
              <a:latin typeface="Rockwell" panose="02060603020205020403" pitchFamily="18" charset="0"/>
            </a:endParaRPr>
          </a:p>
        </p:txBody>
      </p:sp>
      <p:cxnSp>
        <p:nvCxnSpPr>
          <p:cNvPr id="5" name="Straight Connector 4">
            <a:extLst>
              <a:ext uri="{FF2B5EF4-FFF2-40B4-BE49-F238E27FC236}">
                <a16:creationId xmlns:a16="http://schemas.microsoft.com/office/drawing/2014/main" id="{AA65E432-C1E6-4C36-BF8E-2DA25E65DC32}"/>
              </a:ext>
              <a:ext uri="{C183D7F6-B498-43B3-948B-1728B52AA6E4}">
                <adec:decorative xmlns:adec="http://schemas.microsoft.com/office/drawing/2017/decorative" xmlns="" val="1"/>
              </a:ext>
            </a:extLst>
          </p:cNvPr>
          <p:cNvCxnSpPr/>
          <p:nvPr/>
        </p:nvCxnSpPr>
        <p:spPr>
          <a:xfrm>
            <a:off x="3579677" y="2200147"/>
            <a:ext cx="4914900"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3" name="Subtitle 2">
            <a:extLst>
              <a:ext uri="{FF2B5EF4-FFF2-40B4-BE49-F238E27FC236}">
                <a16:creationId xmlns:a16="http://schemas.microsoft.com/office/drawing/2014/main" id="{D05F6415-1E7C-453D-B6B7-DBF76BDA691B}"/>
              </a:ext>
            </a:extLst>
          </p:cNvPr>
          <p:cNvSpPr>
            <a:spLocks noGrp="1"/>
          </p:cNvSpPr>
          <p:nvPr>
            <p:ph type="subTitle" idx="1"/>
          </p:nvPr>
        </p:nvSpPr>
        <p:spPr>
          <a:xfrm>
            <a:off x="1557253" y="2313117"/>
            <a:ext cx="9144000" cy="1655762"/>
          </a:xfrm>
        </p:spPr>
        <p:txBody>
          <a:bodyPr>
            <a:normAutofit/>
          </a:bodyPr>
          <a:lstStyle/>
          <a:p>
            <a:r>
              <a:rPr lang="en-US" sz="2800" dirty="0" err="1" smtClean="0">
                <a:solidFill>
                  <a:schemeClr val="bg1"/>
                </a:solidFill>
                <a:latin typeface="Tahoma" panose="020B0604030504040204" pitchFamily="34" charset="0"/>
                <a:ea typeface="Tahoma" panose="020B0604030504040204" pitchFamily="34" charset="0"/>
                <a:cs typeface="Tahoma" panose="020B0604030504040204" pitchFamily="34" charset="0"/>
              </a:rPr>
              <a:t>Giảng</a:t>
            </a:r>
            <a:r>
              <a:rPr lang="en-US" sz="2800" dirty="0" smtClean="0">
                <a:solidFill>
                  <a:schemeClr val="bg1"/>
                </a:solidFill>
                <a:latin typeface="Tahoma" panose="020B0604030504040204" pitchFamily="34" charset="0"/>
                <a:ea typeface="Tahoma" panose="020B0604030504040204" pitchFamily="34" charset="0"/>
                <a:cs typeface="Tahoma" panose="020B0604030504040204" pitchFamily="34" charset="0"/>
              </a:rPr>
              <a:t> </a:t>
            </a:r>
            <a:r>
              <a:rPr lang="en-US" sz="2800" dirty="0" err="1" smtClean="0">
                <a:solidFill>
                  <a:schemeClr val="bg1"/>
                </a:solidFill>
                <a:latin typeface="Tahoma" panose="020B0604030504040204" pitchFamily="34" charset="0"/>
                <a:ea typeface="Tahoma" panose="020B0604030504040204" pitchFamily="34" charset="0"/>
                <a:cs typeface="Tahoma" panose="020B0604030504040204" pitchFamily="34" charset="0"/>
              </a:rPr>
              <a:t>viên</a:t>
            </a:r>
            <a:r>
              <a:rPr lang="en-US" sz="2800" dirty="0" smtClean="0">
                <a:solidFill>
                  <a:schemeClr val="bg1"/>
                </a:solidFill>
                <a:latin typeface="Tahoma" panose="020B0604030504040204" pitchFamily="34" charset="0"/>
                <a:ea typeface="Tahoma" panose="020B0604030504040204" pitchFamily="34" charset="0"/>
                <a:cs typeface="Tahoma" panose="020B0604030504040204" pitchFamily="34" charset="0"/>
              </a:rPr>
              <a:t>: </a:t>
            </a:r>
            <a:r>
              <a:rPr lang="en-US" sz="2800" dirty="0" err="1" smtClean="0">
                <a:solidFill>
                  <a:schemeClr val="bg1"/>
                </a:solidFill>
                <a:latin typeface="Tahoma" panose="020B0604030504040204" pitchFamily="34" charset="0"/>
                <a:ea typeface="Tahoma" panose="020B0604030504040204" pitchFamily="34" charset="0"/>
                <a:cs typeface="Tahoma" panose="020B0604030504040204" pitchFamily="34" charset="0"/>
              </a:rPr>
              <a:t>Nguyễn</a:t>
            </a:r>
            <a:r>
              <a:rPr lang="en-US" sz="2800" dirty="0" smtClean="0">
                <a:solidFill>
                  <a:schemeClr val="bg1"/>
                </a:solidFill>
                <a:latin typeface="Tahoma" panose="020B0604030504040204" pitchFamily="34" charset="0"/>
                <a:ea typeface="Tahoma" panose="020B0604030504040204" pitchFamily="34" charset="0"/>
                <a:cs typeface="Tahoma" panose="020B0604030504040204" pitchFamily="34" charset="0"/>
              </a:rPr>
              <a:t> Kim </a:t>
            </a:r>
            <a:r>
              <a:rPr lang="en-US" sz="2800" dirty="0" err="1" smtClean="0">
                <a:solidFill>
                  <a:schemeClr val="bg1"/>
                </a:solidFill>
                <a:latin typeface="Tahoma" panose="020B0604030504040204" pitchFamily="34" charset="0"/>
                <a:ea typeface="Tahoma" panose="020B0604030504040204" pitchFamily="34" charset="0"/>
                <a:cs typeface="Tahoma" panose="020B0604030504040204" pitchFamily="34" charset="0"/>
              </a:rPr>
              <a:t>Tuấn</a:t>
            </a:r>
            <a:endParaRPr lang="en-US" sz="2800" dirty="0">
              <a:solidFill>
                <a:schemeClr val="bg1"/>
              </a:solidFill>
              <a:latin typeface="Tahoma" panose="020B0604030504040204" pitchFamily="34" charset="0"/>
              <a:ea typeface="Tahoma" panose="020B0604030504040204" pitchFamily="34" charset="0"/>
              <a:cs typeface="Tahoma" panose="020B0604030504040204" pitchFamily="34" charset="0"/>
            </a:endParaRPr>
          </a:p>
          <a:p>
            <a:r>
              <a:rPr lang="en-US" sz="2800" dirty="0" err="1" smtClean="0">
                <a:solidFill>
                  <a:schemeClr val="bg1"/>
                </a:solidFill>
                <a:latin typeface="Tahoma" panose="020B0604030504040204" pitchFamily="34" charset="0"/>
                <a:ea typeface="Tahoma" panose="020B0604030504040204" pitchFamily="34" charset="0"/>
                <a:cs typeface="Tahoma" panose="020B0604030504040204" pitchFamily="34" charset="0"/>
              </a:rPr>
              <a:t>Khoa</a:t>
            </a:r>
            <a:r>
              <a:rPr lang="en-US" sz="2800" dirty="0" smtClean="0">
                <a:solidFill>
                  <a:schemeClr val="bg1"/>
                </a:solidFill>
                <a:latin typeface="Tahoma" panose="020B0604030504040204" pitchFamily="34" charset="0"/>
                <a:ea typeface="Tahoma" panose="020B0604030504040204" pitchFamily="34" charset="0"/>
                <a:cs typeface="Tahoma" panose="020B0604030504040204" pitchFamily="34" charset="0"/>
              </a:rPr>
              <a:t> </a:t>
            </a:r>
            <a:r>
              <a:rPr lang="en-US" sz="2800" dirty="0" err="1" smtClean="0">
                <a:solidFill>
                  <a:schemeClr val="bg1"/>
                </a:solidFill>
                <a:latin typeface="Tahoma" panose="020B0604030504040204" pitchFamily="34" charset="0"/>
                <a:ea typeface="Tahoma" panose="020B0604030504040204" pitchFamily="34" charset="0"/>
                <a:cs typeface="Tahoma" panose="020B0604030504040204" pitchFamily="34" charset="0"/>
              </a:rPr>
              <a:t>Hệ</a:t>
            </a:r>
            <a:r>
              <a:rPr lang="en-US" sz="2800" dirty="0" smtClean="0">
                <a:solidFill>
                  <a:schemeClr val="bg1"/>
                </a:solidFill>
                <a:latin typeface="Tahoma" panose="020B0604030504040204" pitchFamily="34" charset="0"/>
                <a:ea typeface="Tahoma" panose="020B0604030504040204" pitchFamily="34" charset="0"/>
                <a:cs typeface="Tahoma" panose="020B0604030504040204" pitchFamily="34" charset="0"/>
              </a:rPr>
              <a:t> </a:t>
            </a:r>
            <a:r>
              <a:rPr lang="en-US" sz="2800" dirty="0" err="1" smtClean="0">
                <a:solidFill>
                  <a:schemeClr val="bg1"/>
                </a:solidFill>
                <a:latin typeface="Tahoma" panose="020B0604030504040204" pitchFamily="34" charset="0"/>
                <a:ea typeface="Tahoma" panose="020B0604030504040204" pitchFamily="34" charset="0"/>
                <a:cs typeface="Tahoma" panose="020B0604030504040204" pitchFamily="34" charset="0"/>
              </a:rPr>
              <a:t>thống</a:t>
            </a:r>
            <a:r>
              <a:rPr lang="en-US" sz="2800" dirty="0" smtClean="0">
                <a:solidFill>
                  <a:schemeClr val="bg1"/>
                </a:solidFill>
                <a:latin typeface="Tahoma" panose="020B0604030504040204" pitchFamily="34" charset="0"/>
                <a:ea typeface="Tahoma" panose="020B0604030504040204" pitchFamily="34" charset="0"/>
                <a:cs typeface="Tahoma" panose="020B0604030504040204" pitchFamily="34" charset="0"/>
              </a:rPr>
              <a:t> </a:t>
            </a:r>
            <a:r>
              <a:rPr lang="en-US" sz="2800" dirty="0" err="1" smtClean="0">
                <a:solidFill>
                  <a:schemeClr val="bg1"/>
                </a:solidFill>
                <a:latin typeface="Tahoma" panose="020B0604030504040204" pitchFamily="34" charset="0"/>
                <a:ea typeface="Tahoma" panose="020B0604030504040204" pitchFamily="34" charset="0"/>
                <a:cs typeface="Tahoma" panose="020B0604030504040204" pitchFamily="34" charset="0"/>
              </a:rPr>
              <a:t>thông</a:t>
            </a:r>
            <a:r>
              <a:rPr lang="en-US" sz="2800" dirty="0" smtClean="0">
                <a:solidFill>
                  <a:schemeClr val="bg1"/>
                </a:solidFill>
                <a:latin typeface="Tahoma" panose="020B0604030504040204" pitchFamily="34" charset="0"/>
                <a:ea typeface="Tahoma" panose="020B0604030504040204" pitchFamily="34" charset="0"/>
                <a:cs typeface="Tahoma" panose="020B0604030504040204" pitchFamily="34" charset="0"/>
              </a:rPr>
              <a:t> tin</a:t>
            </a:r>
          </a:p>
          <a:p>
            <a:r>
              <a:rPr lang="en-US" sz="2800" dirty="0" err="1" smtClean="0">
                <a:solidFill>
                  <a:schemeClr val="bg1"/>
                </a:solidFill>
                <a:latin typeface="Tahoma" panose="020B0604030504040204" pitchFamily="34" charset="0"/>
                <a:ea typeface="Tahoma" panose="020B0604030504040204" pitchFamily="34" charset="0"/>
                <a:cs typeface="Tahoma" panose="020B0604030504040204" pitchFamily="34" charset="0"/>
              </a:rPr>
              <a:t>Trường</a:t>
            </a:r>
            <a:r>
              <a:rPr lang="en-US" sz="2800" dirty="0" smtClean="0">
                <a:solidFill>
                  <a:schemeClr val="bg1"/>
                </a:solidFill>
                <a:latin typeface="Tahoma" panose="020B0604030504040204" pitchFamily="34" charset="0"/>
                <a:ea typeface="Tahoma" panose="020B0604030504040204" pitchFamily="34" charset="0"/>
                <a:cs typeface="Tahoma" panose="020B0604030504040204" pitchFamily="34" charset="0"/>
              </a:rPr>
              <a:t> </a:t>
            </a:r>
            <a:r>
              <a:rPr lang="en-US" sz="2800" dirty="0" err="1" smtClean="0">
                <a:solidFill>
                  <a:schemeClr val="bg1"/>
                </a:solidFill>
                <a:latin typeface="Tahoma" panose="020B0604030504040204" pitchFamily="34" charset="0"/>
                <a:ea typeface="Tahoma" panose="020B0604030504040204" pitchFamily="34" charset="0"/>
                <a:cs typeface="Tahoma" panose="020B0604030504040204" pitchFamily="34" charset="0"/>
              </a:rPr>
              <a:t>CNTT</a:t>
            </a:r>
            <a:r>
              <a:rPr lang="en-US" sz="2800" dirty="0" smtClean="0">
                <a:solidFill>
                  <a:schemeClr val="bg1"/>
                </a:solidFill>
                <a:latin typeface="Tahoma" panose="020B0604030504040204" pitchFamily="34" charset="0"/>
                <a:ea typeface="Tahoma" panose="020B0604030504040204" pitchFamily="34" charset="0"/>
                <a:cs typeface="Tahoma" panose="020B0604030504040204" pitchFamily="34" charset="0"/>
              </a:rPr>
              <a:t> </a:t>
            </a:r>
            <a:r>
              <a:rPr lang="en-US" sz="2800" dirty="0" err="1" smtClean="0">
                <a:solidFill>
                  <a:schemeClr val="bg1"/>
                </a:solidFill>
                <a:latin typeface="Tahoma" panose="020B0604030504040204" pitchFamily="34" charset="0"/>
                <a:ea typeface="Tahoma" panose="020B0604030504040204" pitchFamily="34" charset="0"/>
                <a:cs typeface="Tahoma" panose="020B0604030504040204" pitchFamily="34" charset="0"/>
              </a:rPr>
              <a:t>Phenikaa</a:t>
            </a:r>
            <a:r>
              <a:rPr lang="en-US" sz="2800" dirty="0" smtClean="0">
                <a:solidFill>
                  <a:schemeClr val="bg1"/>
                </a:solidFill>
                <a:latin typeface="Tahoma" panose="020B0604030504040204" pitchFamily="34" charset="0"/>
                <a:ea typeface="Tahoma" panose="020B0604030504040204" pitchFamily="34" charset="0"/>
                <a:cs typeface="Tahoma" panose="020B0604030504040204" pitchFamily="34" charset="0"/>
              </a:rPr>
              <a:t> – </a:t>
            </a:r>
            <a:r>
              <a:rPr lang="en-US" sz="2800" dirty="0" err="1" smtClean="0">
                <a:solidFill>
                  <a:schemeClr val="bg1"/>
                </a:solidFill>
                <a:latin typeface="Tahoma" panose="020B0604030504040204" pitchFamily="34" charset="0"/>
                <a:ea typeface="Tahoma" panose="020B0604030504040204" pitchFamily="34" charset="0"/>
                <a:cs typeface="Tahoma" panose="020B0604030504040204" pitchFamily="34" charset="0"/>
              </a:rPr>
              <a:t>Đại</a:t>
            </a:r>
            <a:r>
              <a:rPr lang="en-US" sz="2800" dirty="0" smtClean="0">
                <a:solidFill>
                  <a:schemeClr val="bg1"/>
                </a:solidFill>
                <a:latin typeface="Tahoma" panose="020B0604030504040204" pitchFamily="34" charset="0"/>
                <a:ea typeface="Tahoma" panose="020B0604030504040204" pitchFamily="34" charset="0"/>
                <a:cs typeface="Tahoma" panose="020B0604030504040204" pitchFamily="34" charset="0"/>
              </a:rPr>
              <a:t> </a:t>
            </a:r>
            <a:r>
              <a:rPr lang="en-US" sz="2800" dirty="0" err="1" smtClean="0">
                <a:solidFill>
                  <a:schemeClr val="bg1"/>
                </a:solidFill>
                <a:latin typeface="Tahoma" panose="020B0604030504040204" pitchFamily="34" charset="0"/>
                <a:ea typeface="Tahoma" panose="020B0604030504040204" pitchFamily="34" charset="0"/>
                <a:cs typeface="Tahoma" panose="020B0604030504040204" pitchFamily="34" charset="0"/>
              </a:rPr>
              <a:t>học</a:t>
            </a:r>
            <a:r>
              <a:rPr lang="en-US" sz="2800" dirty="0" smtClean="0">
                <a:solidFill>
                  <a:schemeClr val="bg1"/>
                </a:solidFill>
                <a:latin typeface="Tahoma" panose="020B0604030504040204" pitchFamily="34" charset="0"/>
                <a:ea typeface="Tahoma" panose="020B0604030504040204" pitchFamily="34" charset="0"/>
                <a:cs typeface="Tahoma" panose="020B0604030504040204" pitchFamily="34" charset="0"/>
              </a:rPr>
              <a:t> </a:t>
            </a:r>
            <a:r>
              <a:rPr lang="en-US" sz="2800" dirty="0" err="1" smtClean="0">
                <a:solidFill>
                  <a:schemeClr val="bg1"/>
                </a:solidFill>
                <a:latin typeface="Tahoma" panose="020B0604030504040204" pitchFamily="34" charset="0"/>
                <a:ea typeface="Tahoma" panose="020B0604030504040204" pitchFamily="34" charset="0"/>
                <a:cs typeface="Tahoma" panose="020B0604030504040204" pitchFamily="34" charset="0"/>
              </a:rPr>
              <a:t>Phenikaa</a:t>
            </a:r>
            <a:endParaRPr lang="en-US" sz="2800" dirty="0">
              <a:solidFill>
                <a:schemeClr val="bg1"/>
              </a:solidFill>
              <a:latin typeface="Tahoma" panose="020B0604030504040204" pitchFamily="34" charset="0"/>
              <a:ea typeface="Tahoma" panose="020B0604030504040204" pitchFamily="34" charset="0"/>
              <a:cs typeface="Tahoma" panose="020B0604030504040204" pitchFamily="34" charset="0"/>
            </a:endParaRPr>
          </a:p>
        </p:txBody>
      </p:sp>
      <p:pic>
        <p:nvPicPr>
          <p:cNvPr id="15" name="Graphic 14" descr="Clipboard">
            <a:extLst>
              <a:ext uri="{FF2B5EF4-FFF2-40B4-BE49-F238E27FC236}">
                <a16:creationId xmlns:a16="http://schemas.microsoft.com/office/drawing/2014/main" id="{2A123BD8-A09C-49C0-98E8-54B55610A928}"/>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xmlns="" r:embed="rId3"/>
              </a:ext>
            </a:extLst>
          </a:blip>
          <a:stretch>
            <a:fillRect/>
          </a:stretch>
        </p:blipFill>
        <p:spPr>
          <a:xfrm rot="631394">
            <a:off x="4662065" y="3581995"/>
            <a:ext cx="3194131" cy="3194131"/>
          </a:xfrm>
          <a:prstGeom prst="rect">
            <a:avLst/>
          </a:prstGeom>
        </p:spPr>
      </p:pic>
      <p:pic>
        <p:nvPicPr>
          <p:cNvPr id="11" name="Graphic 10" descr="Microscope">
            <a:extLst>
              <a:ext uri="{FF2B5EF4-FFF2-40B4-BE49-F238E27FC236}">
                <a16:creationId xmlns:a16="http://schemas.microsoft.com/office/drawing/2014/main" id="{3CB00449-E308-4DF3-9CFD-9A7D30B672DE}"/>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xmlns="" r:embed="rId5"/>
              </a:ext>
            </a:extLst>
          </a:blip>
          <a:stretch>
            <a:fillRect/>
          </a:stretch>
        </p:blipFill>
        <p:spPr>
          <a:xfrm rot="1338607" flipH="1">
            <a:off x="-70759" y="489541"/>
            <a:ext cx="2684499" cy="2684499"/>
          </a:xfrm>
          <a:prstGeom prst="rect">
            <a:avLst/>
          </a:prstGeom>
        </p:spPr>
      </p:pic>
      <p:pic>
        <p:nvPicPr>
          <p:cNvPr id="13" name="Graphic 12" descr="Test tubes">
            <a:extLst>
              <a:ext uri="{FF2B5EF4-FFF2-40B4-BE49-F238E27FC236}">
                <a16:creationId xmlns:a16="http://schemas.microsoft.com/office/drawing/2014/main" id="{6A56DF0C-1331-406E-AEE6-06E0E59FB9A8}"/>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xmlns="" r:embed="rId7"/>
              </a:ext>
            </a:extLst>
          </a:blip>
          <a:stretch>
            <a:fillRect/>
          </a:stretch>
        </p:blipFill>
        <p:spPr>
          <a:xfrm rot="21078969">
            <a:off x="2532347" y="3896449"/>
            <a:ext cx="2453456" cy="2453456"/>
          </a:xfrm>
          <a:prstGeom prst="rect">
            <a:avLst/>
          </a:prstGeom>
        </p:spPr>
      </p:pic>
      <p:pic>
        <p:nvPicPr>
          <p:cNvPr id="7" name="Graphic 6" descr="Beaker">
            <a:extLst>
              <a:ext uri="{FF2B5EF4-FFF2-40B4-BE49-F238E27FC236}">
                <a16:creationId xmlns:a16="http://schemas.microsoft.com/office/drawing/2014/main" id="{88D22565-F42F-439B-A6A4-CF161165E6B6}"/>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xmlns="" r:embed="rId9"/>
              </a:ext>
            </a:extLst>
          </a:blip>
          <a:stretch>
            <a:fillRect/>
          </a:stretch>
        </p:blipFill>
        <p:spPr>
          <a:xfrm rot="1213697">
            <a:off x="24665" y="2787872"/>
            <a:ext cx="3245427" cy="3245427"/>
          </a:xfrm>
          <a:prstGeom prst="rect">
            <a:avLst/>
          </a:prstGeom>
        </p:spPr>
      </p:pic>
      <p:pic>
        <p:nvPicPr>
          <p:cNvPr id="9" name="Graphic 8" descr="Flask">
            <a:extLst>
              <a:ext uri="{FF2B5EF4-FFF2-40B4-BE49-F238E27FC236}">
                <a16:creationId xmlns:a16="http://schemas.microsoft.com/office/drawing/2014/main" id="{B46E3E84-D1E6-4422-AA93-3EE98A821B98}"/>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xmlns="" r:embed="rId11"/>
              </a:ext>
            </a:extLst>
          </a:blip>
          <a:stretch>
            <a:fillRect/>
          </a:stretch>
        </p:blipFill>
        <p:spPr>
          <a:xfrm rot="20451125">
            <a:off x="8283867" y="2036637"/>
            <a:ext cx="3005286" cy="3005286"/>
          </a:xfrm>
          <a:prstGeom prst="rect">
            <a:avLst/>
          </a:prstGeom>
        </p:spPr>
      </p:pic>
      <p:pic>
        <p:nvPicPr>
          <p:cNvPr id="19" name="Graphic 18" descr="Ruler">
            <a:extLst>
              <a:ext uri="{FF2B5EF4-FFF2-40B4-BE49-F238E27FC236}">
                <a16:creationId xmlns:a16="http://schemas.microsoft.com/office/drawing/2014/main" id="{39130E3C-1E93-4315-AE76-13C55147DCF2}"/>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xmlns="" r:embed="rId13"/>
              </a:ext>
            </a:extLst>
          </a:blip>
          <a:stretch>
            <a:fillRect/>
          </a:stretch>
        </p:blipFill>
        <p:spPr>
          <a:xfrm rot="18889495">
            <a:off x="9914052" y="2300565"/>
            <a:ext cx="1574403" cy="1574403"/>
          </a:xfrm>
          <a:prstGeom prst="rect">
            <a:avLst/>
          </a:prstGeom>
        </p:spPr>
      </p:pic>
      <p:pic>
        <p:nvPicPr>
          <p:cNvPr id="21" name="Graphic 20" descr="Pencil">
            <a:extLst>
              <a:ext uri="{FF2B5EF4-FFF2-40B4-BE49-F238E27FC236}">
                <a16:creationId xmlns:a16="http://schemas.microsoft.com/office/drawing/2014/main" id="{FFEC1660-205F-490E-800A-0D57D250BAE4}"/>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xmlns="" r:embed="rId15"/>
              </a:ext>
            </a:extLst>
          </a:blip>
          <a:stretch>
            <a:fillRect/>
          </a:stretch>
        </p:blipFill>
        <p:spPr>
          <a:xfrm rot="20520790">
            <a:off x="10660011" y="2938737"/>
            <a:ext cx="1488402" cy="1488402"/>
          </a:xfrm>
          <a:prstGeom prst="rect">
            <a:avLst/>
          </a:prstGeom>
        </p:spPr>
      </p:pic>
      <p:grpSp>
        <p:nvGrpSpPr>
          <p:cNvPr id="12" name="Group 11"/>
          <p:cNvGrpSpPr/>
          <p:nvPr/>
        </p:nvGrpSpPr>
        <p:grpSpPr>
          <a:xfrm>
            <a:off x="7193007" y="5769269"/>
            <a:ext cx="4857966" cy="985602"/>
            <a:chOff x="360535" y="271204"/>
            <a:chExt cx="5047501" cy="985602"/>
          </a:xfrm>
        </p:grpSpPr>
        <p:sp>
          <p:nvSpPr>
            <p:cNvPr id="14" name="Rounded Rectangle 13"/>
            <p:cNvSpPr/>
            <p:nvPr/>
          </p:nvSpPr>
          <p:spPr>
            <a:xfrm>
              <a:off x="360535" y="425063"/>
              <a:ext cx="5047501" cy="721286"/>
            </a:xfrm>
            <a:prstGeom prst="roundRect">
              <a:avLst/>
            </a:prstGeom>
            <a:solidFill>
              <a:schemeClr val="accent5">
                <a:lumMod val="50000"/>
              </a:schemeClr>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sp>
        <p:sp>
          <p:nvSpPr>
            <p:cNvPr id="16" name="Rounded Rectangle 4"/>
            <p:cNvSpPr txBox="1"/>
            <p:nvPr/>
          </p:nvSpPr>
          <p:spPr>
            <a:xfrm>
              <a:off x="413854" y="271204"/>
              <a:ext cx="4940863" cy="985602"/>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190784" tIns="0" rIns="190784" bIns="0" numCol="1" spcCol="1270" anchor="ctr" anchorCtr="0">
              <a:noAutofit/>
            </a:bodyPr>
            <a:lstStyle/>
            <a:p>
              <a:pPr lvl="0" algn="r" defTabSz="1644650">
                <a:spcBef>
                  <a:spcPct val="0"/>
                </a:spcBef>
              </a:pPr>
              <a:r>
                <a:rPr lang="en-US" sz="2000" dirty="0" smtClean="0">
                  <a:latin typeface="Tahoma" panose="020B0604030504040204" pitchFamily="34" charset="0"/>
                  <a:ea typeface="Tahoma" panose="020B0604030504040204" pitchFamily="34" charset="0"/>
                  <a:cs typeface="Tahoma" panose="020B0604030504040204" pitchFamily="34" charset="0"/>
                </a:rPr>
                <a:t>0906.566.665 – 0932.401.907 (</a:t>
              </a:r>
              <a:r>
                <a:rPr lang="en-US" sz="2000" dirty="0" err="1" smtClean="0">
                  <a:latin typeface="Tahoma" panose="020B0604030504040204" pitchFamily="34" charset="0"/>
                  <a:ea typeface="Tahoma" panose="020B0604030504040204" pitchFamily="34" charset="0"/>
                  <a:cs typeface="Tahoma" panose="020B0604030504040204" pitchFamily="34" charset="0"/>
                </a:rPr>
                <a:t>Zalo</a:t>
              </a:r>
              <a:r>
                <a:rPr lang="en-US" sz="2000" dirty="0" smtClean="0">
                  <a:latin typeface="Tahoma" panose="020B0604030504040204" pitchFamily="34" charset="0"/>
                  <a:ea typeface="Tahoma" panose="020B0604030504040204" pitchFamily="34" charset="0"/>
                  <a:cs typeface="Tahoma" panose="020B0604030504040204" pitchFamily="34" charset="0"/>
                </a:rPr>
                <a:t>)</a:t>
              </a:r>
            </a:p>
            <a:p>
              <a:pPr lvl="0" algn="r" defTabSz="1644650">
                <a:spcBef>
                  <a:spcPct val="0"/>
                </a:spcBef>
              </a:pPr>
              <a:r>
                <a:rPr lang="en-US" sz="2000" kern="1200" dirty="0" err="1" smtClean="0">
                  <a:latin typeface="Tahoma" panose="020B0604030504040204" pitchFamily="34" charset="0"/>
                  <a:ea typeface="Tahoma" panose="020B0604030504040204" pitchFamily="34" charset="0"/>
                  <a:cs typeface="Tahoma" panose="020B0604030504040204" pitchFamily="34" charset="0"/>
                </a:rPr>
                <a:t>tuan.nguyenkim@phenikaa-uni.edu.vn</a:t>
              </a:r>
              <a:endParaRPr lang="en-US" sz="2000" kern="1200" dirty="0">
                <a:latin typeface="Tahoma" panose="020B0604030504040204" pitchFamily="34" charset="0"/>
                <a:ea typeface="Tahoma" panose="020B0604030504040204" pitchFamily="34" charset="0"/>
                <a:cs typeface="Tahoma" panose="020B0604030504040204" pitchFamily="34" charset="0"/>
              </a:endParaRPr>
            </a:p>
          </p:txBody>
        </p:sp>
      </p:grpSp>
    </p:spTree>
    <p:extLst>
      <p:ext uri="{BB962C8B-B14F-4D97-AF65-F5344CB8AC3E}">
        <p14:creationId xmlns:p14="http://schemas.microsoft.com/office/powerpoint/2010/main" val="2906397050"/>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742257-3980-4551-868A-26DC3CB821EE}"/>
              </a:ext>
            </a:extLst>
          </p:cNvPr>
          <p:cNvSpPr>
            <a:spLocks noGrp="1"/>
          </p:cNvSpPr>
          <p:nvPr>
            <p:ph type="title"/>
          </p:nvPr>
        </p:nvSpPr>
        <p:spPr>
          <a:xfrm>
            <a:off x="521284" y="64869"/>
            <a:ext cx="8048289" cy="1325563"/>
          </a:xfrm>
        </p:spPr>
        <p:txBody>
          <a:bodyPr>
            <a:normAutofit/>
          </a:bodyPr>
          <a:lstStyle/>
          <a:p>
            <a:pPr algn="ctr">
              <a:lnSpc>
                <a:spcPct val="100000"/>
              </a:lnSpc>
            </a:pPr>
            <a:r>
              <a:rPr lang="en-US" sz="3600" dirty="0" err="1" smtClean="0">
                <a:solidFill>
                  <a:srgbClr val="0000CC"/>
                </a:solidFill>
                <a:latin typeface="Rockwell" panose="02060603020205020403" pitchFamily="18" charset="0"/>
              </a:rPr>
              <a:t>BẢO</a:t>
            </a:r>
            <a:r>
              <a:rPr lang="en-US" sz="3600" dirty="0" smtClean="0">
                <a:solidFill>
                  <a:srgbClr val="0000CC"/>
                </a:solidFill>
                <a:latin typeface="Rockwell" panose="02060603020205020403" pitchFamily="18" charset="0"/>
              </a:rPr>
              <a:t> </a:t>
            </a:r>
            <a:r>
              <a:rPr lang="en-US" sz="3600" dirty="0" err="1" smtClean="0">
                <a:solidFill>
                  <a:srgbClr val="0000CC"/>
                </a:solidFill>
                <a:latin typeface="Rockwell" panose="02060603020205020403" pitchFamily="18" charset="0"/>
              </a:rPr>
              <a:t>MẬT</a:t>
            </a:r>
            <a:r>
              <a:rPr lang="en-US" sz="3600" dirty="0" smtClean="0">
                <a:solidFill>
                  <a:srgbClr val="0000CC"/>
                </a:solidFill>
                <a:latin typeface="Rockwell" panose="02060603020205020403" pitchFamily="18" charset="0"/>
              </a:rPr>
              <a:t> </a:t>
            </a:r>
            <a:r>
              <a:rPr lang="en-US" sz="3600" dirty="0" err="1" smtClean="0">
                <a:solidFill>
                  <a:srgbClr val="0000CC"/>
                </a:solidFill>
                <a:latin typeface="Rockwell" panose="02060603020205020403" pitchFamily="18" charset="0"/>
              </a:rPr>
              <a:t>ỨNG</a:t>
            </a:r>
            <a:r>
              <a:rPr lang="en-US" sz="3600" dirty="0" smtClean="0">
                <a:solidFill>
                  <a:srgbClr val="0000CC"/>
                </a:solidFill>
                <a:latin typeface="Rockwell" panose="02060603020205020403" pitchFamily="18" charset="0"/>
              </a:rPr>
              <a:t> </a:t>
            </a:r>
            <a:r>
              <a:rPr lang="en-US" sz="3600" dirty="0" err="1" smtClean="0">
                <a:solidFill>
                  <a:srgbClr val="0000CC"/>
                </a:solidFill>
                <a:latin typeface="Rockwell" panose="02060603020205020403" pitchFamily="18" charset="0"/>
              </a:rPr>
              <a:t>DỤNG</a:t>
            </a:r>
            <a:r>
              <a:rPr lang="en-US" sz="3600" dirty="0" smtClean="0">
                <a:solidFill>
                  <a:srgbClr val="0000CC"/>
                </a:solidFill>
                <a:latin typeface="Rockwell" panose="02060603020205020403" pitchFamily="18" charset="0"/>
              </a:rPr>
              <a:t> </a:t>
            </a:r>
            <a:r>
              <a:rPr lang="en-US" sz="3600" dirty="0" err="1" smtClean="0">
                <a:solidFill>
                  <a:srgbClr val="0000CC"/>
                </a:solidFill>
                <a:latin typeface="Rockwell" panose="02060603020205020403" pitchFamily="18" charset="0"/>
              </a:rPr>
              <a:t>VÀ</a:t>
            </a:r>
            <a:r>
              <a:rPr lang="en-US" sz="3600" dirty="0" smtClean="0">
                <a:solidFill>
                  <a:srgbClr val="0000CC"/>
                </a:solidFill>
                <a:latin typeface="Rockwell" panose="02060603020205020403" pitchFamily="18" charset="0"/>
              </a:rPr>
              <a:t> </a:t>
            </a:r>
            <a:r>
              <a:rPr lang="en-US" sz="3600" dirty="0" err="1" smtClean="0">
                <a:solidFill>
                  <a:srgbClr val="0000CC"/>
                </a:solidFill>
                <a:latin typeface="Rockwell" panose="02060603020205020403" pitchFamily="18" charset="0"/>
              </a:rPr>
              <a:t>HỆ</a:t>
            </a:r>
            <a:r>
              <a:rPr lang="en-US" sz="3600" dirty="0" smtClean="0">
                <a:solidFill>
                  <a:srgbClr val="0000CC"/>
                </a:solidFill>
                <a:latin typeface="Rockwell" panose="02060603020205020403" pitchFamily="18" charset="0"/>
              </a:rPr>
              <a:t> </a:t>
            </a:r>
            <a:r>
              <a:rPr lang="en-US" sz="3600" dirty="0" err="1" smtClean="0">
                <a:solidFill>
                  <a:srgbClr val="0000CC"/>
                </a:solidFill>
                <a:latin typeface="Rockwell" panose="02060603020205020403" pitchFamily="18" charset="0"/>
              </a:rPr>
              <a:t>THỐNG</a:t>
            </a:r>
            <a:r>
              <a:rPr lang="en-US" sz="3600" dirty="0" smtClean="0">
                <a:solidFill>
                  <a:srgbClr val="0000CC"/>
                </a:solidFill>
                <a:latin typeface="Rockwell" panose="02060603020205020403" pitchFamily="18" charset="0"/>
              </a:rPr>
              <a:t>  </a:t>
            </a:r>
            <a:br>
              <a:rPr lang="en-US" sz="3600" dirty="0" smtClean="0">
                <a:solidFill>
                  <a:srgbClr val="0000CC"/>
                </a:solidFill>
                <a:latin typeface="Rockwell" panose="02060603020205020403" pitchFamily="18" charset="0"/>
              </a:rPr>
            </a:br>
            <a:r>
              <a:rPr lang="en-US" sz="3600" dirty="0" err="1" smtClean="0">
                <a:solidFill>
                  <a:srgbClr val="0000CC"/>
                </a:solidFill>
                <a:latin typeface="Rockwell" panose="02060603020205020403" pitchFamily="18" charset="0"/>
              </a:rPr>
              <a:t>CSE702005</a:t>
            </a:r>
            <a:r>
              <a:rPr lang="en-US" sz="3600" dirty="0" smtClean="0">
                <a:solidFill>
                  <a:srgbClr val="0000CC"/>
                </a:solidFill>
                <a:latin typeface="Rockwell" panose="02060603020205020403" pitchFamily="18" charset="0"/>
              </a:rPr>
              <a:t>-1-1-25 (</a:t>
            </a:r>
            <a:r>
              <a:rPr lang="en-US" sz="3600" dirty="0" err="1" smtClean="0">
                <a:solidFill>
                  <a:srgbClr val="0000CC"/>
                </a:solidFill>
                <a:latin typeface="Rockwell" panose="02060603020205020403" pitchFamily="18" charset="0"/>
              </a:rPr>
              <a:t>N03</a:t>
            </a:r>
            <a:r>
              <a:rPr lang="en-US" sz="3600" dirty="0" smtClean="0">
                <a:solidFill>
                  <a:srgbClr val="0000CC"/>
                </a:solidFill>
                <a:latin typeface="Rockwell" panose="02060603020205020403" pitchFamily="18" charset="0"/>
              </a:rPr>
              <a:t>)</a:t>
            </a:r>
            <a:endParaRPr lang="en-US" sz="3600" dirty="0">
              <a:solidFill>
                <a:srgbClr val="0000CC"/>
              </a:solidFill>
              <a:latin typeface="Rockwell" panose="02060603020205020403" pitchFamily="18" charset="0"/>
            </a:endParaRPr>
          </a:p>
        </p:txBody>
      </p:sp>
      <p:grpSp>
        <p:nvGrpSpPr>
          <p:cNvPr id="9" name="Group 8">
            <a:extLst>
              <a:ext uri="{FF2B5EF4-FFF2-40B4-BE49-F238E27FC236}">
                <a16:creationId xmlns:a16="http://schemas.microsoft.com/office/drawing/2014/main" id="{798EA88B-C439-4F17-9585-820972CE0BA5}"/>
              </a:ext>
              <a:ext uri="{C183D7F6-B498-43B3-948B-1728B52AA6E4}">
                <adec:decorative xmlns:adec="http://schemas.microsoft.com/office/drawing/2017/decorative" xmlns="" val="1"/>
              </a:ext>
            </a:extLst>
          </p:cNvPr>
          <p:cNvGrpSpPr/>
          <p:nvPr/>
        </p:nvGrpSpPr>
        <p:grpSpPr>
          <a:xfrm>
            <a:off x="9009186" y="0"/>
            <a:ext cx="3668917" cy="6941127"/>
            <a:chOff x="9009186" y="0"/>
            <a:chExt cx="3668917" cy="6941127"/>
          </a:xfrm>
        </p:grpSpPr>
        <p:grpSp>
          <p:nvGrpSpPr>
            <p:cNvPr id="10" name="Group 9">
              <a:extLst>
                <a:ext uri="{FF2B5EF4-FFF2-40B4-BE49-F238E27FC236}">
                  <a16:creationId xmlns:a16="http://schemas.microsoft.com/office/drawing/2014/main" id="{D4EF09CF-3362-453A-9463-F6669A9D3E01}"/>
                </a:ext>
              </a:extLst>
            </p:cNvPr>
            <p:cNvGrpSpPr/>
            <p:nvPr/>
          </p:nvGrpSpPr>
          <p:grpSpPr>
            <a:xfrm>
              <a:off x="9055676" y="0"/>
              <a:ext cx="3136324" cy="6858000"/>
              <a:chOff x="9055676" y="0"/>
              <a:chExt cx="3136324" cy="6858000"/>
            </a:xfrm>
          </p:grpSpPr>
          <p:sp>
            <p:nvSpPr>
              <p:cNvPr id="4" name="Rectangle 3">
                <a:extLst>
                  <a:ext uri="{FF2B5EF4-FFF2-40B4-BE49-F238E27FC236}">
                    <a16:creationId xmlns:a16="http://schemas.microsoft.com/office/drawing/2014/main" id="{403AE892-EBD6-40F1-851B-FEADBD59429F}"/>
                  </a:ext>
                </a:extLst>
              </p:cNvPr>
              <p:cNvSpPr/>
              <p:nvPr/>
            </p:nvSpPr>
            <p:spPr>
              <a:xfrm>
                <a:off x="9221932" y="0"/>
                <a:ext cx="2970068" cy="6858000"/>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Rectangle 4">
                <a:extLst>
                  <a:ext uri="{FF2B5EF4-FFF2-40B4-BE49-F238E27FC236}">
                    <a16:creationId xmlns:a16="http://schemas.microsoft.com/office/drawing/2014/main" id="{54318653-1A38-442C-BA0F-F2C51149BCFF}"/>
                  </a:ext>
                </a:extLst>
              </p:cNvPr>
              <p:cNvSpPr/>
              <p:nvPr/>
            </p:nvSpPr>
            <p:spPr>
              <a:xfrm>
                <a:off x="9055676" y="0"/>
                <a:ext cx="166255"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Rectangle 5">
                <a:extLst>
                  <a:ext uri="{FF2B5EF4-FFF2-40B4-BE49-F238E27FC236}">
                    <a16:creationId xmlns:a16="http://schemas.microsoft.com/office/drawing/2014/main" id="{C25D63D1-E9CE-42BF-BD4D-374FD0293155}"/>
                  </a:ext>
                </a:extLst>
              </p:cNvPr>
              <p:cNvSpPr/>
              <p:nvPr/>
            </p:nvSpPr>
            <p:spPr>
              <a:xfrm>
                <a:off x="9221932" y="0"/>
                <a:ext cx="114301" cy="6858000"/>
              </a:xfrm>
              <a:prstGeom prst="rect">
                <a:avLst/>
              </a:prstGeom>
              <a:solidFill>
                <a:srgbClr val="FFD34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id="{BA4EE865-9F0D-4531-A737-E13A557C0277}"/>
                  </a:ext>
                </a:extLst>
              </p:cNvPr>
              <p:cNvSpPr/>
              <p:nvPr/>
            </p:nvSpPr>
            <p:spPr>
              <a:xfrm>
                <a:off x="9336233" y="0"/>
                <a:ext cx="150667"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Rectangle 7">
                <a:extLst>
                  <a:ext uri="{FF2B5EF4-FFF2-40B4-BE49-F238E27FC236}">
                    <a16:creationId xmlns:a16="http://schemas.microsoft.com/office/drawing/2014/main" id="{6A1183CB-C5B0-498A-A49C-4180134C74B0}"/>
                  </a:ext>
                </a:extLst>
              </p:cNvPr>
              <p:cNvSpPr/>
              <p:nvPr/>
            </p:nvSpPr>
            <p:spPr>
              <a:xfrm>
                <a:off x="9336233" y="0"/>
                <a:ext cx="5715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pic>
          <p:nvPicPr>
            <p:cNvPr id="11" name="Graphic 10" descr="Clipboard">
              <a:extLst>
                <a:ext uri="{FF2B5EF4-FFF2-40B4-BE49-F238E27FC236}">
                  <a16:creationId xmlns:a16="http://schemas.microsoft.com/office/drawing/2014/main" id="{4F58D0C9-D25F-4044-8F1B-4190E5A1BD57}"/>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xmlns="" r:embed="rId3"/>
                </a:ext>
              </a:extLst>
            </a:blip>
            <a:stretch>
              <a:fillRect/>
            </a:stretch>
          </p:blipFill>
          <p:spPr>
            <a:xfrm>
              <a:off x="9009186" y="3272210"/>
              <a:ext cx="3668917" cy="3668917"/>
            </a:xfrm>
            <a:prstGeom prst="rect">
              <a:avLst/>
            </a:prstGeom>
          </p:spPr>
        </p:pic>
      </p:grpSp>
      <p:sp>
        <p:nvSpPr>
          <p:cNvPr id="3" name="Content Placeholder 2">
            <a:extLst>
              <a:ext uri="{FF2B5EF4-FFF2-40B4-BE49-F238E27FC236}">
                <a16:creationId xmlns:a16="http://schemas.microsoft.com/office/drawing/2014/main" id="{B57E0B0F-4D29-4786-B2AB-B84D9F8B5429}"/>
              </a:ext>
            </a:extLst>
          </p:cNvPr>
          <p:cNvSpPr>
            <a:spLocks noGrp="1"/>
          </p:cNvSpPr>
          <p:nvPr>
            <p:ph idx="1"/>
          </p:nvPr>
        </p:nvSpPr>
        <p:spPr>
          <a:xfrm>
            <a:off x="180084" y="1511720"/>
            <a:ext cx="9496177" cy="4807187"/>
          </a:xfrm>
        </p:spPr>
        <p:txBody>
          <a:bodyPr vert="horz" lIns="91440" tIns="45720" rIns="91440" bIns="45720" rtlCol="0" anchor="t">
            <a:noAutofit/>
          </a:bodyPr>
          <a:lstStyle/>
          <a:p>
            <a:pPr>
              <a:lnSpc>
                <a:spcPct val="100000"/>
              </a:lnSpc>
              <a:spcBef>
                <a:spcPts val="600"/>
              </a:spcBef>
              <a:spcAft>
                <a:spcPts val="600"/>
              </a:spcAft>
            </a:pPr>
            <a:r>
              <a:rPr lang="en-US" dirty="0" err="1" smtClean="0">
                <a:solidFill>
                  <a:srgbClr val="0000CC"/>
                </a:solidFill>
                <a:latin typeface="Rockwell" panose="02060603020205020403" pitchFamily="18" charset="0"/>
                <a:ea typeface="Tahoma"/>
                <a:cs typeface="Tahoma"/>
              </a:rPr>
              <a:t>Bài</a:t>
            </a:r>
            <a:r>
              <a:rPr lang="en-US" dirty="0" smtClean="0">
                <a:solidFill>
                  <a:srgbClr val="0000CC"/>
                </a:solidFill>
                <a:latin typeface="Rockwell" panose="02060603020205020403" pitchFamily="18" charset="0"/>
                <a:ea typeface="Tahoma"/>
                <a:cs typeface="Tahoma"/>
              </a:rPr>
              <a:t> 1: </a:t>
            </a:r>
            <a:r>
              <a:rPr lang="en-US" dirty="0" err="1" smtClean="0">
                <a:solidFill>
                  <a:srgbClr val="0000CC"/>
                </a:solidFill>
                <a:latin typeface="Rockwell" panose="02060603020205020403" pitchFamily="18" charset="0"/>
                <a:ea typeface="Tahoma"/>
                <a:cs typeface="Tahoma"/>
              </a:rPr>
              <a:t>Tổng</a:t>
            </a:r>
            <a:r>
              <a:rPr lang="en-US" dirty="0" smtClean="0">
                <a:solidFill>
                  <a:srgbClr val="0000CC"/>
                </a:solidFill>
                <a:latin typeface="Rockwell" panose="02060603020205020403" pitchFamily="18" charset="0"/>
                <a:ea typeface="Tahoma"/>
                <a:cs typeface="Tahoma"/>
              </a:rPr>
              <a:t> </a:t>
            </a:r>
            <a:r>
              <a:rPr lang="en-US" dirty="0" err="1" smtClean="0">
                <a:solidFill>
                  <a:srgbClr val="0000CC"/>
                </a:solidFill>
                <a:latin typeface="Rockwell" panose="02060603020205020403" pitchFamily="18" charset="0"/>
                <a:ea typeface="Tahoma"/>
                <a:cs typeface="Tahoma"/>
              </a:rPr>
              <a:t>quan</a:t>
            </a:r>
            <a:r>
              <a:rPr lang="en-US" dirty="0" smtClean="0">
                <a:solidFill>
                  <a:srgbClr val="0000CC"/>
                </a:solidFill>
                <a:latin typeface="Rockwell" panose="02060603020205020403" pitchFamily="18" charset="0"/>
                <a:ea typeface="Tahoma"/>
                <a:cs typeface="Tahoma"/>
              </a:rPr>
              <a:t> </a:t>
            </a:r>
            <a:r>
              <a:rPr lang="en-US" dirty="0" err="1" smtClean="0">
                <a:solidFill>
                  <a:srgbClr val="0000CC"/>
                </a:solidFill>
                <a:latin typeface="Rockwell" panose="02060603020205020403" pitchFamily="18" charset="0"/>
                <a:ea typeface="Tahoma"/>
                <a:cs typeface="Tahoma"/>
              </a:rPr>
              <a:t>về</a:t>
            </a:r>
            <a:r>
              <a:rPr lang="en-US" dirty="0" smtClean="0">
                <a:solidFill>
                  <a:srgbClr val="0000CC"/>
                </a:solidFill>
                <a:latin typeface="Rockwell" panose="02060603020205020403" pitchFamily="18" charset="0"/>
                <a:ea typeface="Tahoma"/>
                <a:cs typeface="Tahoma"/>
              </a:rPr>
              <a:t> </a:t>
            </a:r>
            <a:r>
              <a:rPr lang="en-US" dirty="0" err="1" smtClean="0">
                <a:solidFill>
                  <a:srgbClr val="0000CC"/>
                </a:solidFill>
                <a:latin typeface="Rockwell" panose="02060603020205020403" pitchFamily="18" charset="0"/>
                <a:ea typeface="Tahoma"/>
                <a:cs typeface="Tahoma"/>
              </a:rPr>
              <a:t>Bảo</a:t>
            </a:r>
            <a:r>
              <a:rPr lang="en-US" dirty="0" smtClean="0">
                <a:solidFill>
                  <a:srgbClr val="0000CC"/>
                </a:solidFill>
                <a:latin typeface="Rockwell" panose="02060603020205020403" pitchFamily="18" charset="0"/>
                <a:ea typeface="Tahoma"/>
                <a:cs typeface="Tahoma"/>
              </a:rPr>
              <a:t> </a:t>
            </a:r>
            <a:r>
              <a:rPr lang="en-US" dirty="0" err="1" smtClean="0">
                <a:solidFill>
                  <a:srgbClr val="0000CC"/>
                </a:solidFill>
                <a:latin typeface="Rockwell" panose="02060603020205020403" pitchFamily="18" charset="0"/>
                <a:ea typeface="Tahoma"/>
                <a:cs typeface="Tahoma"/>
              </a:rPr>
              <a:t>mật</a:t>
            </a:r>
            <a:r>
              <a:rPr lang="en-US" dirty="0" smtClean="0">
                <a:solidFill>
                  <a:srgbClr val="0000CC"/>
                </a:solidFill>
                <a:latin typeface="Rockwell" panose="02060603020205020403" pitchFamily="18" charset="0"/>
                <a:ea typeface="Tahoma"/>
                <a:cs typeface="Tahoma"/>
              </a:rPr>
              <a:t> </a:t>
            </a:r>
            <a:r>
              <a:rPr lang="en-US" dirty="0" err="1" smtClean="0">
                <a:solidFill>
                  <a:srgbClr val="0000CC"/>
                </a:solidFill>
                <a:latin typeface="Rockwell" panose="02060603020205020403" pitchFamily="18" charset="0"/>
                <a:ea typeface="Tahoma"/>
                <a:cs typeface="Tahoma"/>
              </a:rPr>
              <a:t>Ứng</a:t>
            </a:r>
            <a:r>
              <a:rPr lang="en-US" dirty="0" smtClean="0">
                <a:solidFill>
                  <a:srgbClr val="0000CC"/>
                </a:solidFill>
                <a:latin typeface="Rockwell" panose="02060603020205020403" pitchFamily="18" charset="0"/>
                <a:ea typeface="Tahoma"/>
                <a:cs typeface="Tahoma"/>
              </a:rPr>
              <a:t> </a:t>
            </a:r>
            <a:r>
              <a:rPr lang="en-US" dirty="0" err="1" smtClean="0">
                <a:solidFill>
                  <a:srgbClr val="0000CC"/>
                </a:solidFill>
                <a:latin typeface="Rockwell" panose="02060603020205020403" pitchFamily="18" charset="0"/>
                <a:ea typeface="Tahoma"/>
                <a:cs typeface="Tahoma"/>
              </a:rPr>
              <a:t>dụng</a:t>
            </a:r>
            <a:r>
              <a:rPr lang="en-US" dirty="0" smtClean="0">
                <a:solidFill>
                  <a:srgbClr val="0000CC"/>
                </a:solidFill>
                <a:latin typeface="Rockwell" panose="02060603020205020403" pitchFamily="18" charset="0"/>
                <a:ea typeface="Tahoma"/>
                <a:cs typeface="Tahoma"/>
              </a:rPr>
              <a:t> </a:t>
            </a:r>
            <a:r>
              <a:rPr lang="en-US" dirty="0" err="1" smtClean="0">
                <a:solidFill>
                  <a:srgbClr val="0000CC"/>
                </a:solidFill>
                <a:latin typeface="Rockwell" panose="02060603020205020403" pitchFamily="18" charset="0"/>
                <a:ea typeface="Tahoma"/>
                <a:cs typeface="Tahoma"/>
              </a:rPr>
              <a:t>và</a:t>
            </a:r>
            <a:r>
              <a:rPr lang="en-US" dirty="0" smtClean="0">
                <a:solidFill>
                  <a:srgbClr val="0000CC"/>
                </a:solidFill>
                <a:latin typeface="Rockwell" panose="02060603020205020403" pitchFamily="18" charset="0"/>
                <a:ea typeface="Tahoma"/>
                <a:cs typeface="Tahoma"/>
              </a:rPr>
              <a:t> </a:t>
            </a:r>
            <a:r>
              <a:rPr lang="en-US" dirty="0" err="1" smtClean="0">
                <a:solidFill>
                  <a:srgbClr val="0000CC"/>
                </a:solidFill>
                <a:latin typeface="Rockwell" panose="02060603020205020403" pitchFamily="18" charset="0"/>
                <a:ea typeface="Tahoma"/>
                <a:cs typeface="Tahoma"/>
              </a:rPr>
              <a:t>Hệ</a:t>
            </a:r>
            <a:r>
              <a:rPr lang="en-US" dirty="0" smtClean="0">
                <a:solidFill>
                  <a:srgbClr val="0000CC"/>
                </a:solidFill>
                <a:latin typeface="Rockwell" panose="02060603020205020403" pitchFamily="18" charset="0"/>
                <a:ea typeface="Tahoma"/>
                <a:cs typeface="Tahoma"/>
              </a:rPr>
              <a:t> </a:t>
            </a:r>
            <a:r>
              <a:rPr lang="en-US" dirty="0" err="1" smtClean="0">
                <a:solidFill>
                  <a:srgbClr val="0000CC"/>
                </a:solidFill>
                <a:latin typeface="Rockwell" panose="02060603020205020403" pitchFamily="18" charset="0"/>
                <a:ea typeface="Tahoma"/>
                <a:cs typeface="Tahoma"/>
              </a:rPr>
              <a:t>thống</a:t>
            </a:r>
            <a:endParaRPr lang="en-US" dirty="0" smtClean="0">
              <a:solidFill>
                <a:srgbClr val="0000CC"/>
              </a:solidFill>
              <a:latin typeface="Rockwell" panose="02060603020205020403" pitchFamily="18" charset="0"/>
              <a:ea typeface="Tahoma"/>
              <a:cs typeface="Tahoma"/>
            </a:endParaRPr>
          </a:p>
          <a:p>
            <a:pPr>
              <a:lnSpc>
                <a:spcPct val="100000"/>
              </a:lnSpc>
              <a:spcBef>
                <a:spcPts val="600"/>
              </a:spcBef>
              <a:spcAft>
                <a:spcPts val="600"/>
              </a:spcAft>
            </a:pPr>
            <a:r>
              <a:rPr lang="en-US" dirty="0" err="1">
                <a:solidFill>
                  <a:srgbClr val="0000CC"/>
                </a:solidFill>
                <a:latin typeface="Rockwell" panose="02060603020205020403" pitchFamily="18" charset="0"/>
                <a:ea typeface="Tahoma"/>
                <a:cs typeface="Tahoma"/>
              </a:rPr>
              <a:t>Bài</a:t>
            </a:r>
            <a:r>
              <a:rPr lang="en-US" dirty="0">
                <a:solidFill>
                  <a:srgbClr val="0000CC"/>
                </a:solidFill>
                <a:latin typeface="Rockwell" panose="02060603020205020403" pitchFamily="18" charset="0"/>
                <a:ea typeface="Tahoma"/>
                <a:cs typeface="Tahoma"/>
              </a:rPr>
              <a:t> 2: </a:t>
            </a:r>
            <a:r>
              <a:rPr lang="en-US" dirty="0" err="1">
                <a:solidFill>
                  <a:srgbClr val="0000CC"/>
                </a:solidFill>
                <a:latin typeface="Rockwell" panose="02060603020205020403" pitchFamily="18" charset="0"/>
                <a:ea typeface="Tahoma"/>
                <a:cs typeface="Tahoma"/>
              </a:rPr>
              <a:t>Tấn</a:t>
            </a:r>
            <a:r>
              <a:rPr lang="en-US" dirty="0">
                <a:solidFill>
                  <a:srgbClr val="0000CC"/>
                </a:solidFill>
                <a:latin typeface="Rockwell" panose="02060603020205020403" pitchFamily="18" charset="0"/>
                <a:ea typeface="Tahoma"/>
                <a:cs typeface="Tahoma"/>
              </a:rPr>
              <a:t> </a:t>
            </a:r>
            <a:r>
              <a:rPr lang="en-US" dirty="0" err="1">
                <a:solidFill>
                  <a:srgbClr val="0000CC"/>
                </a:solidFill>
                <a:latin typeface="Rockwell" panose="02060603020205020403" pitchFamily="18" charset="0"/>
                <a:ea typeface="Tahoma"/>
                <a:cs typeface="Tahoma"/>
              </a:rPr>
              <a:t>công</a:t>
            </a:r>
            <a:r>
              <a:rPr lang="en-US" dirty="0">
                <a:solidFill>
                  <a:srgbClr val="0000CC"/>
                </a:solidFill>
                <a:latin typeface="Rockwell" panose="02060603020205020403" pitchFamily="18" charset="0"/>
                <a:ea typeface="Tahoma"/>
                <a:cs typeface="Tahoma"/>
              </a:rPr>
              <a:t> </a:t>
            </a:r>
            <a:r>
              <a:rPr lang="en-US" dirty="0" err="1">
                <a:solidFill>
                  <a:srgbClr val="0000CC"/>
                </a:solidFill>
                <a:latin typeface="Rockwell" panose="02060603020205020403" pitchFamily="18" charset="0"/>
                <a:ea typeface="Tahoma"/>
                <a:cs typeface="Tahoma"/>
              </a:rPr>
              <a:t>và</a:t>
            </a:r>
            <a:r>
              <a:rPr lang="en-US" dirty="0">
                <a:solidFill>
                  <a:srgbClr val="0000CC"/>
                </a:solidFill>
                <a:latin typeface="Rockwell" panose="02060603020205020403" pitchFamily="18" charset="0"/>
                <a:ea typeface="Tahoma"/>
                <a:cs typeface="Tahoma"/>
              </a:rPr>
              <a:t> </a:t>
            </a:r>
            <a:r>
              <a:rPr lang="en-US" dirty="0" err="1">
                <a:solidFill>
                  <a:srgbClr val="0000CC"/>
                </a:solidFill>
                <a:latin typeface="Rockwell" panose="02060603020205020403" pitchFamily="18" charset="0"/>
                <a:ea typeface="Tahoma"/>
                <a:cs typeface="Tahoma"/>
              </a:rPr>
              <a:t>Phòng</a:t>
            </a:r>
            <a:r>
              <a:rPr lang="en-US" dirty="0">
                <a:solidFill>
                  <a:srgbClr val="0000CC"/>
                </a:solidFill>
                <a:latin typeface="Rockwell" panose="02060603020205020403" pitchFamily="18" charset="0"/>
                <a:ea typeface="Tahoma"/>
                <a:cs typeface="Tahoma"/>
              </a:rPr>
              <a:t> </a:t>
            </a:r>
            <a:r>
              <a:rPr lang="en-US" dirty="0" err="1">
                <a:solidFill>
                  <a:srgbClr val="0000CC"/>
                </a:solidFill>
                <a:latin typeface="Rockwell" panose="02060603020205020403" pitchFamily="18" charset="0"/>
                <a:ea typeface="Tahoma"/>
                <a:cs typeface="Tahoma"/>
              </a:rPr>
              <a:t>thủ</a:t>
            </a:r>
            <a:r>
              <a:rPr lang="en-US" dirty="0">
                <a:solidFill>
                  <a:srgbClr val="0000CC"/>
                </a:solidFill>
                <a:latin typeface="Rockwell" panose="02060603020205020403" pitchFamily="18" charset="0"/>
                <a:ea typeface="Tahoma"/>
                <a:cs typeface="Tahoma"/>
              </a:rPr>
              <a:t> </a:t>
            </a:r>
            <a:r>
              <a:rPr lang="en-US" dirty="0" err="1">
                <a:solidFill>
                  <a:srgbClr val="0000CC"/>
                </a:solidFill>
                <a:latin typeface="Rockwell" panose="02060603020205020403" pitchFamily="18" charset="0"/>
                <a:ea typeface="Tahoma"/>
                <a:cs typeface="Tahoma"/>
              </a:rPr>
              <a:t>trên</a:t>
            </a:r>
            <a:r>
              <a:rPr lang="en-US" dirty="0">
                <a:solidFill>
                  <a:srgbClr val="0000CC"/>
                </a:solidFill>
                <a:latin typeface="Rockwell" panose="02060603020205020403" pitchFamily="18" charset="0"/>
                <a:ea typeface="Tahoma"/>
                <a:cs typeface="Tahoma"/>
              </a:rPr>
              <a:t> </a:t>
            </a:r>
            <a:r>
              <a:rPr lang="en-US" dirty="0" err="1">
                <a:solidFill>
                  <a:srgbClr val="0000CC"/>
                </a:solidFill>
                <a:latin typeface="Rockwell" panose="02060603020205020403" pitchFamily="18" charset="0"/>
                <a:ea typeface="Tahoma"/>
                <a:cs typeface="Tahoma"/>
              </a:rPr>
              <a:t>không</a:t>
            </a:r>
            <a:r>
              <a:rPr lang="en-US" dirty="0">
                <a:solidFill>
                  <a:srgbClr val="0000CC"/>
                </a:solidFill>
                <a:latin typeface="Rockwell" panose="02060603020205020403" pitchFamily="18" charset="0"/>
                <a:ea typeface="Tahoma"/>
                <a:cs typeface="Tahoma"/>
              </a:rPr>
              <a:t> </a:t>
            </a:r>
            <a:r>
              <a:rPr lang="en-US" dirty="0" err="1">
                <a:solidFill>
                  <a:srgbClr val="0000CC"/>
                </a:solidFill>
                <a:latin typeface="Rockwell" panose="02060603020205020403" pitchFamily="18" charset="0"/>
                <a:ea typeface="Tahoma"/>
                <a:cs typeface="Tahoma"/>
              </a:rPr>
              <a:t>gian</a:t>
            </a:r>
            <a:r>
              <a:rPr lang="en-US" dirty="0">
                <a:solidFill>
                  <a:srgbClr val="0000CC"/>
                </a:solidFill>
                <a:latin typeface="Rockwell" panose="02060603020205020403" pitchFamily="18" charset="0"/>
                <a:ea typeface="Tahoma"/>
                <a:cs typeface="Tahoma"/>
              </a:rPr>
              <a:t> </a:t>
            </a:r>
            <a:r>
              <a:rPr lang="en-US" dirty="0" err="1">
                <a:solidFill>
                  <a:srgbClr val="0000CC"/>
                </a:solidFill>
                <a:latin typeface="Rockwell" panose="02060603020205020403" pitchFamily="18" charset="0"/>
                <a:ea typeface="Tahoma"/>
                <a:cs typeface="Tahoma"/>
              </a:rPr>
              <a:t>mạng</a:t>
            </a:r>
            <a:endParaRPr lang="en-US" dirty="0">
              <a:solidFill>
                <a:srgbClr val="0000CC"/>
              </a:solidFill>
              <a:latin typeface="Rockwell" panose="02060603020205020403" pitchFamily="18" charset="0"/>
              <a:ea typeface="Tahoma"/>
              <a:cs typeface="Tahoma"/>
            </a:endParaRPr>
          </a:p>
          <a:p>
            <a:pPr>
              <a:lnSpc>
                <a:spcPct val="100000"/>
              </a:lnSpc>
              <a:spcBef>
                <a:spcPts val="600"/>
              </a:spcBef>
              <a:spcAft>
                <a:spcPts val="600"/>
              </a:spcAft>
            </a:pPr>
            <a:r>
              <a:rPr lang="en-US" dirty="0" err="1" smtClean="0">
                <a:solidFill>
                  <a:srgbClr val="FF00FF"/>
                </a:solidFill>
                <a:latin typeface="Rockwell" panose="02060603020205020403" pitchFamily="18" charset="0"/>
                <a:ea typeface="Tahoma"/>
                <a:cs typeface="Tahoma"/>
              </a:rPr>
              <a:t>Bài</a:t>
            </a:r>
            <a:r>
              <a:rPr lang="en-US" dirty="0" smtClean="0">
                <a:solidFill>
                  <a:srgbClr val="FF00FF"/>
                </a:solidFill>
                <a:latin typeface="Rockwell" panose="02060603020205020403" pitchFamily="18" charset="0"/>
                <a:ea typeface="Tahoma"/>
                <a:cs typeface="Tahoma"/>
              </a:rPr>
              <a:t> 3.1: </a:t>
            </a:r>
            <a:r>
              <a:rPr lang="en-US" dirty="0" err="1" smtClean="0">
                <a:solidFill>
                  <a:srgbClr val="FF00FF"/>
                </a:solidFill>
                <a:latin typeface="Rockwell" panose="02060603020205020403" pitchFamily="18" charset="0"/>
                <a:ea typeface="Tahoma"/>
                <a:cs typeface="Tahoma"/>
              </a:rPr>
              <a:t>Bảo</a:t>
            </a:r>
            <a:r>
              <a:rPr lang="en-US" dirty="0" smtClean="0">
                <a:solidFill>
                  <a:srgbClr val="FF00FF"/>
                </a:solidFill>
                <a:latin typeface="Rockwell" panose="02060603020205020403" pitchFamily="18" charset="0"/>
                <a:ea typeface="Tahoma"/>
                <a:cs typeface="Tahoma"/>
              </a:rPr>
              <a:t> </a:t>
            </a:r>
            <a:r>
              <a:rPr lang="en-US" dirty="0" err="1" smtClean="0">
                <a:solidFill>
                  <a:srgbClr val="FF00FF"/>
                </a:solidFill>
                <a:latin typeface="Rockwell" panose="02060603020205020403" pitchFamily="18" charset="0"/>
                <a:ea typeface="Tahoma"/>
                <a:cs typeface="Tahoma"/>
              </a:rPr>
              <a:t>mật</a:t>
            </a:r>
            <a:r>
              <a:rPr lang="en-US" dirty="0" smtClean="0">
                <a:solidFill>
                  <a:srgbClr val="FF00FF"/>
                </a:solidFill>
                <a:latin typeface="Rockwell" panose="02060603020205020403" pitchFamily="18" charset="0"/>
                <a:ea typeface="Tahoma"/>
                <a:cs typeface="Tahoma"/>
              </a:rPr>
              <a:t> </a:t>
            </a:r>
            <a:r>
              <a:rPr lang="en-US" dirty="0" err="1" smtClean="0">
                <a:solidFill>
                  <a:srgbClr val="FF00FF"/>
                </a:solidFill>
                <a:latin typeface="Rockwell" panose="02060603020205020403" pitchFamily="18" charset="0"/>
                <a:ea typeface="Tahoma"/>
                <a:cs typeface="Tahoma"/>
              </a:rPr>
              <a:t>ứng</a:t>
            </a:r>
            <a:r>
              <a:rPr lang="en-US" dirty="0" smtClean="0">
                <a:solidFill>
                  <a:srgbClr val="FF00FF"/>
                </a:solidFill>
                <a:latin typeface="Rockwell" panose="02060603020205020403" pitchFamily="18" charset="0"/>
                <a:ea typeface="Tahoma"/>
                <a:cs typeface="Tahoma"/>
              </a:rPr>
              <a:t> </a:t>
            </a:r>
            <a:r>
              <a:rPr lang="en-US" dirty="0" err="1" smtClean="0">
                <a:solidFill>
                  <a:srgbClr val="FF00FF"/>
                </a:solidFill>
                <a:latin typeface="Rockwell" panose="02060603020205020403" pitchFamily="18" charset="0"/>
                <a:ea typeface="Tahoma"/>
                <a:cs typeface="Tahoma"/>
              </a:rPr>
              <a:t>dụng</a:t>
            </a:r>
            <a:r>
              <a:rPr lang="en-US" dirty="0" smtClean="0">
                <a:solidFill>
                  <a:srgbClr val="FF00FF"/>
                </a:solidFill>
                <a:latin typeface="Rockwell" panose="02060603020205020403" pitchFamily="18" charset="0"/>
                <a:ea typeface="Tahoma"/>
                <a:cs typeface="Tahoma"/>
              </a:rPr>
              <a:t> Web (</a:t>
            </a:r>
            <a:r>
              <a:rPr lang="en-US" dirty="0" err="1" smtClean="0">
                <a:solidFill>
                  <a:srgbClr val="FF00FF"/>
                </a:solidFill>
                <a:latin typeface="Rockwell" panose="02060603020205020403" pitchFamily="18" charset="0"/>
                <a:ea typeface="Tahoma"/>
                <a:cs typeface="Tahoma"/>
              </a:rPr>
              <a:t>Phần</a:t>
            </a:r>
            <a:r>
              <a:rPr lang="en-US" dirty="0" smtClean="0">
                <a:solidFill>
                  <a:srgbClr val="FF00FF"/>
                </a:solidFill>
                <a:latin typeface="Rockwell" panose="02060603020205020403" pitchFamily="18" charset="0"/>
                <a:ea typeface="Tahoma"/>
                <a:cs typeface="Tahoma"/>
              </a:rPr>
              <a:t> 1)</a:t>
            </a:r>
          </a:p>
          <a:p>
            <a:pPr>
              <a:lnSpc>
                <a:spcPct val="100000"/>
              </a:lnSpc>
              <a:spcBef>
                <a:spcPts val="600"/>
              </a:spcBef>
              <a:spcAft>
                <a:spcPts val="600"/>
              </a:spcAft>
            </a:pPr>
            <a:r>
              <a:rPr lang="en-US" dirty="0" err="1" smtClean="0">
                <a:solidFill>
                  <a:schemeClr val="bg1"/>
                </a:solidFill>
                <a:latin typeface="Rockwell" panose="02060603020205020403" pitchFamily="18" charset="0"/>
                <a:ea typeface="Tahoma"/>
                <a:cs typeface="Tahoma"/>
              </a:rPr>
              <a:t>Bài</a:t>
            </a:r>
            <a:r>
              <a:rPr lang="en-US" dirty="0" smtClean="0">
                <a:solidFill>
                  <a:srgbClr val="0000CC"/>
                </a:solidFill>
                <a:latin typeface="Rockwell" panose="02060603020205020403" pitchFamily="18" charset="0"/>
                <a:ea typeface="Tahoma"/>
                <a:cs typeface="Tahoma"/>
              </a:rPr>
              <a:t> 3.2: </a:t>
            </a:r>
            <a:r>
              <a:rPr lang="en-US" dirty="0" err="1" smtClean="0">
                <a:solidFill>
                  <a:srgbClr val="0000CC"/>
                </a:solidFill>
                <a:latin typeface="Rockwell" panose="02060603020205020403" pitchFamily="18" charset="0"/>
                <a:ea typeface="Tahoma"/>
                <a:cs typeface="Tahoma"/>
              </a:rPr>
              <a:t>Bảo</a:t>
            </a:r>
            <a:r>
              <a:rPr lang="en-US" dirty="0" smtClean="0">
                <a:solidFill>
                  <a:srgbClr val="0000CC"/>
                </a:solidFill>
                <a:latin typeface="Rockwell" panose="02060603020205020403" pitchFamily="18" charset="0"/>
                <a:ea typeface="Tahoma"/>
                <a:cs typeface="Tahoma"/>
              </a:rPr>
              <a:t> </a:t>
            </a:r>
            <a:r>
              <a:rPr lang="en-US" dirty="0" err="1" smtClean="0">
                <a:solidFill>
                  <a:srgbClr val="0000CC"/>
                </a:solidFill>
                <a:latin typeface="Rockwell" panose="02060603020205020403" pitchFamily="18" charset="0"/>
                <a:ea typeface="Tahoma"/>
                <a:cs typeface="Tahoma"/>
              </a:rPr>
              <a:t>mật</a:t>
            </a:r>
            <a:r>
              <a:rPr lang="en-US" dirty="0" smtClean="0">
                <a:solidFill>
                  <a:srgbClr val="0000CC"/>
                </a:solidFill>
                <a:latin typeface="Rockwell" panose="02060603020205020403" pitchFamily="18" charset="0"/>
                <a:ea typeface="Tahoma"/>
                <a:cs typeface="Tahoma"/>
              </a:rPr>
              <a:t> </a:t>
            </a:r>
            <a:r>
              <a:rPr lang="en-US" dirty="0" err="1" smtClean="0">
                <a:solidFill>
                  <a:srgbClr val="0000CC"/>
                </a:solidFill>
                <a:latin typeface="Rockwell" panose="02060603020205020403" pitchFamily="18" charset="0"/>
                <a:ea typeface="Tahoma"/>
                <a:cs typeface="Tahoma"/>
              </a:rPr>
              <a:t>ứng</a:t>
            </a:r>
            <a:r>
              <a:rPr lang="en-US" dirty="0" smtClean="0">
                <a:solidFill>
                  <a:srgbClr val="0000CC"/>
                </a:solidFill>
                <a:latin typeface="Rockwell" panose="02060603020205020403" pitchFamily="18" charset="0"/>
                <a:ea typeface="Tahoma"/>
                <a:cs typeface="Tahoma"/>
              </a:rPr>
              <a:t> </a:t>
            </a:r>
            <a:r>
              <a:rPr lang="en-US" dirty="0" err="1" smtClean="0">
                <a:solidFill>
                  <a:srgbClr val="0000CC"/>
                </a:solidFill>
                <a:latin typeface="Rockwell" panose="02060603020205020403" pitchFamily="18" charset="0"/>
                <a:ea typeface="Tahoma"/>
                <a:cs typeface="Tahoma"/>
              </a:rPr>
              <a:t>dụng</a:t>
            </a:r>
            <a:r>
              <a:rPr lang="en-US" dirty="0" smtClean="0">
                <a:solidFill>
                  <a:srgbClr val="0000CC"/>
                </a:solidFill>
                <a:latin typeface="Rockwell" panose="02060603020205020403" pitchFamily="18" charset="0"/>
                <a:ea typeface="Tahoma"/>
                <a:cs typeface="Tahoma"/>
              </a:rPr>
              <a:t> Web (</a:t>
            </a:r>
            <a:r>
              <a:rPr lang="en-US" dirty="0" err="1" smtClean="0">
                <a:solidFill>
                  <a:srgbClr val="0000CC"/>
                </a:solidFill>
                <a:latin typeface="Rockwell" panose="02060603020205020403" pitchFamily="18" charset="0"/>
                <a:ea typeface="Tahoma"/>
                <a:cs typeface="Tahoma"/>
              </a:rPr>
              <a:t>Phần</a:t>
            </a:r>
            <a:r>
              <a:rPr lang="en-US" dirty="0" smtClean="0">
                <a:solidFill>
                  <a:srgbClr val="0000CC"/>
                </a:solidFill>
                <a:latin typeface="Rockwell" panose="02060603020205020403" pitchFamily="18" charset="0"/>
                <a:ea typeface="Tahoma"/>
                <a:cs typeface="Tahoma"/>
              </a:rPr>
              <a:t> 2)</a:t>
            </a:r>
            <a:endParaRPr lang="en-US" dirty="0">
              <a:solidFill>
                <a:srgbClr val="0000CC"/>
              </a:solidFill>
              <a:latin typeface="Rockwell" panose="02060603020205020403" pitchFamily="18" charset="0"/>
              <a:ea typeface="Tahoma"/>
              <a:cs typeface="Tahoma"/>
            </a:endParaRPr>
          </a:p>
          <a:p>
            <a:pPr>
              <a:lnSpc>
                <a:spcPct val="100000"/>
              </a:lnSpc>
              <a:spcBef>
                <a:spcPts val="600"/>
              </a:spcBef>
              <a:spcAft>
                <a:spcPts val="600"/>
              </a:spcAft>
            </a:pPr>
            <a:r>
              <a:rPr lang="en-US" dirty="0" err="1" smtClean="0">
                <a:solidFill>
                  <a:srgbClr val="0000CC"/>
                </a:solidFill>
                <a:latin typeface="Rockwell" panose="02060603020205020403" pitchFamily="18" charset="0"/>
                <a:ea typeface="Tahoma"/>
                <a:cs typeface="Tahoma"/>
              </a:rPr>
              <a:t>Bài</a:t>
            </a:r>
            <a:r>
              <a:rPr lang="en-US" dirty="0" smtClean="0">
                <a:solidFill>
                  <a:srgbClr val="0000CC"/>
                </a:solidFill>
                <a:latin typeface="Rockwell" panose="02060603020205020403" pitchFamily="18" charset="0"/>
                <a:ea typeface="Tahoma"/>
                <a:cs typeface="Tahoma"/>
              </a:rPr>
              <a:t> 4: </a:t>
            </a:r>
            <a:r>
              <a:rPr lang="en-US" dirty="0" err="1" smtClean="0">
                <a:solidFill>
                  <a:srgbClr val="0000CC"/>
                </a:solidFill>
                <a:latin typeface="Rockwell" panose="02060603020205020403" pitchFamily="18" charset="0"/>
                <a:ea typeface="Tahoma"/>
                <a:cs typeface="Tahoma"/>
              </a:rPr>
              <a:t>Bảo</a:t>
            </a:r>
            <a:r>
              <a:rPr lang="en-US" dirty="0" smtClean="0">
                <a:solidFill>
                  <a:srgbClr val="0000CC"/>
                </a:solidFill>
                <a:latin typeface="Rockwell" panose="02060603020205020403" pitchFamily="18" charset="0"/>
                <a:ea typeface="Tahoma"/>
                <a:cs typeface="Tahoma"/>
              </a:rPr>
              <a:t> </a:t>
            </a:r>
            <a:r>
              <a:rPr lang="en-US" dirty="0" err="1" smtClean="0">
                <a:solidFill>
                  <a:srgbClr val="0000CC"/>
                </a:solidFill>
                <a:latin typeface="Rockwell" panose="02060603020205020403" pitchFamily="18" charset="0"/>
                <a:ea typeface="Tahoma"/>
                <a:cs typeface="Tahoma"/>
              </a:rPr>
              <a:t>mật</a:t>
            </a:r>
            <a:r>
              <a:rPr lang="en-US" dirty="0" smtClean="0">
                <a:solidFill>
                  <a:srgbClr val="0000CC"/>
                </a:solidFill>
                <a:latin typeface="Rockwell" panose="02060603020205020403" pitchFamily="18" charset="0"/>
                <a:ea typeface="Tahoma"/>
                <a:cs typeface="Tahoma"/>
              </a:rPr>
              <a:t> </a:t>
            </a:r>
            <a:r>
              <a:rPr lang="en-US" dirty="0" err="1" smtClean="0">
                <a:solidFill>
                  <a:srgbClr val="0000CC"/>
                </a:solidFill>
                <a:latin typeface="Rockwell" panose="02060603020205020403" pitchFamily="18" charset="0"/>
                <a:ea typeface="Tahoma"/>
                <a:cs typeface="Tahoma"/>
              </a:rPr>
              <a:t>Cơ</a:t>
            </a:r>
            <a:r>
              <a:rPr lang="en-US" dirty="0" smtClean="0">
                <a:solidFill>
                  <a:srgbClr val="0000CC"/>
                </a:solidFill>
                <a:latin typeface="Rockwell" panose="02060603020205020403" pitchFamily="18" charset="0"/>
                <a:ea typeface="Tahoma"/>
                <a:cs typeface="Tahoma"/>
              </a:rPr>
              <a:t> </a:t>
            </a:r>
            <a:r>
              <a:rPr lang="en-US" dirty="0" err="1" smtClean="0">
                <a:solidFill>
                  <a:srgbClr val="0000CC"/>
                </a:solidFill>
                <a:latin typeface="Rockwell" panose="02060603020205020403" pitchFamily="18" charset="0"/>
                <a:ea typeface="Tahoma"/>
                <a:cs typeface="Tahoma"/>
              </a:rPr>
              <a:t>sở</a:t>
            </a:r>
            <a:r>
              <a:rPr lang="en-US" dirty="0" smtClean="0">
                <a:solidFill>
                  <a:srgbClr val="0000CC"/>
                </a:solidFill>
                <a:latin typeface="Rockwell" panose="02060603020205020403" pitchFamily="18" charset="0"/>
                <a:ea typeface="Tahoma"/>
                <a:cs typeface="Tahoma"/>
              </a:rPr>
              <a:t> </a:t>
            </a:r>
            <a:r>
              <a:rPr lang="en-US" dirty="0" err="1" smtClean="0">
                <a:solidFill>
                  <a:srgbClr val="0000CC"/>
                </a:solidFill>
                <a:latin typeface="Rockwell" panose="02060603020205020403" pitchFamily="18" charset="0"/>
                <a:ea typeface="Tahoma"/>
                <a:cs typeface="Tahoma"/>
              </a:rPr>
              <a:t>dữ</a:t>
            </a:r>
            <a:r>
              <a:rPr lang="en-US" dirty="0" smtClean="0">
                <a:solidFill>
                  <a:srgbClr val="0000CC"/>
                </a:solidFill>
                <a:latin typeface="Rockwell" panose="02060603020205020403" pitchFamily="18" charset="0"/>
                <a:ea typeface="Tahoma"/>
                <a:cs typeface="Tahoma"/>
              </a:rPr>
              <a:t> </a:t>
            </a:r>
            <a:r>
              <a:rPr lang="en-US" dirty="0" err="1" smtClean="0">
                <a:solidFill>
                  <a:srgbClr val="0000CC"/>
                </a:solidFill>
                <a:latin typeface="Rockwell" panose="02060603020205020403" pitchFamily="18" charset="0"/>
                <a:ea typeface="Tahoma"/>
                <a:cs typeface="Tahoma"/>
              </a:rPr>
              <a:t>liệu</a:t>
            </a:r>
            <a:endParaRPr lang="en-US" dirty="0" smtClean="0">
              <a:solidFill>
                <a:srgbClr val="0000CC"/>
              </a:solidFill>
              <a:latin typeface="Rockwell" panose="02060603020205020403" pitchFamily="18" charset="0"/>
              <a:ea typeface="Tahoma"/>
              <a:cs typeface="Tahoma"/>
            </a:endParaRPr>
          </a:p>
          <a:p>
            <a:pPr>
              <a:lnSpc>
                <a:spcPct val="100000"/>
              </a:lnSpc>
              <a:spcBef>
                <a:spcPts val="600"/>
              </a:spcBef>
              <a:spcAft>
                <a:spcPts val="600"/>
              </a:spcAft>
            </a:pPr>
            <a:r>
              <a:rPr lang="en-US" dirty="0" err="1" smtClean="0">
                <a:solidFill>
                  <a:srgbClr val="0000CC"/>
                </a:solidFill>
                <a:latin typeface="Rockwell" panose="02060603020205020403" pitchFamily="18" charset="0"/>
                <a:ea typeface="Tahoma"/>
                <a:cs typeface="Tahoma"/>
              </a:rPr>
              <a:t>Bài</a:t>
            </a:r>
            <a:r>
              <a:rPr lang="en-US" dirty="0" smtClean="0">
                <a:solidFill>
                  <a:srgbClr val="0000CC"/>
                </a:solidFill>
                <a:latin typeface="Rockwell" panose="02060603020205020403" pitchFamily="18" charset="0"/>
                <a:ea typeface="Tahoma"/>
                <a:cs typeface="Tahoma"/>
              </a:rPr>
              <a:t> 5: </a:t>
            </a:r>
            <a:r>
              <a:rPr lang="en-US" dirty="0" err="1" smtClean="0">
                <a:solidFill>
                  <a:srgbClr val="0000CC"/>
                </a:solidFill>
                <a:latin typeface="Rockwell" panose="02060603020205020403" pitchFamily="18" charset="0"/>
                <a:ea typeface="Tahoma"/>
                <a:cs typeface="Tahoma"/>
              </a:rPr>
              <a:t>Bảo</a:t>
            </a:r>
            <a:r>
              <a:rPr lang="en-US" dirty="0" smtClean="0">
                <a:solidFill>
                  <a:srgbClr val="0000CC"/>
                </a:solidFill>
                <a:latin typeface="Rockwell" panose="02060603020205020403" pitchFamily="18" charset="0"/>
                <a:ea typeface="Tahoma"/>
                <a:cs typeface="Tahoma"/>
              </a:rPr>
              <a:t> </a:t>
            </a:r>
            <a:r>
              <a:rPr lang="en-US" dirty="0" err="1" smtClean="0">
                <a:solidFill>
                  <a:srgbClr val="0000CC"/>
                </a:solidFill>
                <a:latin typeface="Rockwell" panose="02060603020205020403" pitchFamily="18" charset="0"/>
                <a:ea typeface="Tahoma"/>
                <a:cs typeface="Tahoma"/>
              </a:rPr>
              <a:t>mật</a:t>
            </a:r>
            <a:r>
              <a:rPr lang="en-US" dirty="0" smtClean="0">
                <a:solidFill>
                  <a:srgbClr val="0000CC"/>
                </a:solidFill>
                <a:latin typeface="Rockwell" panose="02060603020205020403" pitchFamily="18" charset="0"/>
                <a:ea typeface="Tahoma"/>
                <a:cs typeface="Tahoma"/>
              </a:rPr>
              <a:t> API </a:t>
            </a:r>
            <a:r>
              <a:rPr lang="en-US" dirty="0" err="1" smtClean="0">
                <a:solidFill>
                  <a:srgbClr val="0000CC"/>
                </a:solidFill>
                <a:latin typeface="Rockwell" panose="02060603020205020403" pitchFamily="18" charset="0"/>
                <a:ea typeface="Tahoma"/>
                <a:cs typeface="Tahoma"/>
              </a:rPr>
              <a:t>và</a:t>
            </a:r>
            <a:r>
              <a:rPr lang="en-US" dirty="0" smtClean="0">
                <a:solidFill>
                  <a:srgbClr val="0000CC"/>
                </a:solidFill>
                <a:latin typeface="Rockwell" panose="02060603020205020403" pitchFamily="18" charset="0"/>
                <a:ea typeface="Tahoma"/>
                <a:cs typeface="Tahoma"/>
              </a:rPr>
              <a:t> </a:t>
            </a:r>
            <a:r>
              <a:rPr lang="en-US" dirty="0" err="1" smtClean="0">
                <a:solidFill>
                  <a:srgbClr val="0000CC"/>
                </a:solidFill>
                <a:latin typeface="Rockwell" panose="02060603020205020403" pitchFamily="18" charset="0"/>
                <a:ea typeface="Tahoma"/>
                <a:cs typeface="Tahoma"/>
              </a:rPr>
              <a:t>Hệ</a:t>
            </a:r>
            <a:r>
              <a:rPr lang="en-US" dirty="0" smtClean="0">
                <a:solidFill>
                  <a:srgbClr val="0000CC"/>
                </a:solidFill>
                <a:latin typeface="Rockwell" panose="02060603020205020403" pitchFamily="18" charset="0"/>
                <a:ea typeface="Tahoma"/>
                <a:cs typeface="Tahoma"/>
              </a:rPr>
              <a:t> </a:t>
            </a:r>
            <a:r>
              <a:rPr lang="en-US" dirty="0" err="1" smtClean="0">
                <a:solidFill>
                  <a:srgbClr val="0000CC"/>
                </a:solidFill>
                <a:latin typeface="Rockwell" panose="02060603020205020403" pitchFamily="18" charset="0"/>
                <a:ea typeface="Tahoma"/>
                <a:cs typeface="Tahoma"/>
              </a:rPr>
              <a:t>điều</a:t>
            </a:r>
            <a:r>
              <a:rPr lang="en-US" dirty="0" smtClean="0">
                <a:solidFill>
                  <a:srgbClr val="0000CC"/>
                </a:solidFill>
                <a:latin typeface="Rockwell" panose="02060603020205020403" pitchFamily="18" charset="0"/>
                <a:ea typeface="Tahoma"/>
                <a:cs typeface="Tahoma"/>
              </a:rPr>
              <a:t> </a:t>
            </a:r>
            <a:r>
              <a:rPr lang="en-US" dirty="0" err="1" smtClean="0">
                <a:solidFill>
                  <a:srgbClr val="0000CC"/>
                </a:solidFill>
                <a:latin typeface="Rockwell" panose="02060603020205020403" pitchFamily="18" charset="0"/>
                <a:ea typeface="Tahoma"/>
                <a:cs typeface="Tahoma"/>
              </a:rPr>
              <a:t>hành</a:t>
            </a:r>
            <a:endParaRPr lang="en-US" dirty="0" smtClean="0">
              <a:solidFill>
                <a:srgbClr val="0000CC"/>
              </a:solidFill>
              <a:latin typeface="Rockwell" panose="02060603020205020403" pitchFamily="18" charset="0"/>
              <a:ea typeface="Tahoma"/>
              <a:cs typeface="Tahoma"/>
            </a:endParaRPr>
          </a:p>
          <a:p>
            <a:pPr>
              <a:lnSpc>
                <a:spcPct val="100000"/>
              </a:lnSpc>
              <a:spcBef>
                <a:spcPts val="600"/>
              </a:spcBef>
              <a:spcAft>
                <a:spcPts val="600"/>
              </a:spcAft>
            </a:pPr>
            <a:r>
              <a:rPr lang="en-US" dirty="0" err="1" smtClean="0">
                <a:solidFill>
                  <a:srgbClr val="0000CC"/>
                </a:solidFill>
                <a:latin typeface="Rockwell" panose="02060603020205020403" pitchFamily="18" charset="0"/>
                <a:ea typeface="Tahoma"/>
                <a:cs typeface="Tahoma"/>
              </a:rPr>
              <a:t>Bài</a:t>
            </a:r>
            <a:r>
              <a:rPr lang="en-US" dirty="0" smtClean="0">
                <a:solidFill>
                  <a:srgbClr val="0000CC"/>
                </a:solidFill>
                <a:latin typeface="Rockwell" panose="02060603020205020403" pitchFamily="18" charset="0"/>
                <a:ea typeface="Tahoma"/>
                <a:cs typeface="Tahoma"/>
              </a:rPr>
              <a:t> 6: </a:t>
            </a:r>
            <a:r>
              <a:rPr lang="en-US" dirty="0" err="1" smtClean="0">
                <a:solidFill>
                  <a:srgbClr val="0000CC"/>
                </a:solidFill>
                <a:latin typeface="Rockwell" panose="02060603020205020403" pitchFamily="18" charset="0"/>
                <a:ea typeface="Tahoma"/>
                <a:cs typeface="Tahoma"/>
              </a:rPr>
              <a:t>Mã</a:t>
            </a:r>
            <a:r>
              <a:rPr lang="en-US" dirty="0" smtClean="0">
                <a:solidFill>
                  <a:srgbClr val="0000CC"/>
                </a:solidFill>
                <a:latin typeface="Rockwell" panose="02060603020205020403" pitchFamily="18" charset="0"/>
                <a:ea typeface="Tahoma"/>
                <a:cs typeface="Tahoma"/>
              </a:rPr>
              <a:t> </a:t>
            </a:r>
            <a:r>
              <a:rPr lang="en-US" dirty="0" err="1" smtClean="0">
                <a:solidFill>
                  <a:srgbClr val="0000CC"/>
                </a:solidFill>
                <a:latin typeface="Rockwell" panose="02060603020205020403" pitchFamily="18" charset="0"/>
                <a:ea typeface="Tahoma"/>
                <a:cs typeface="Tahoma"/>
              </a:rPr>
              <a:t>độc</a:t>
            </a:r>
            <a:r>
              <a:rPr lang="en-US" dirty="0" smtClean="0">
                <a:solidFill>
                  <a:srgbClr val="0000CC"/>
                </a:solidFill>
                <a:latin typeface="Rockwell" panose="02060603020205020403" pitchFamily="18" charset="0"/>
                <a:ea typeface="Tahoma"/>
                <a:cs typeface="Tahoma"/>
              </a:rPr>
              <a:t> </a:t>
            </a:r>
            <a:r>
              <a:rPr lang="en-US" dirty="0" err="1" smtClean="0">
                <a:solidFill>
                  <a:srgbClr val="0000CC"/>
                </a:solidFill>
                <a:latin typeface="Rockwell" panose="02060603020205020403" pitchFamily="18" charset="0"/>
                <a:ea typeface="Tahoma"/>
                <a:cs typeface="Tahoma"/>
              </a:rPr>
              <a:t>và</a:t>
            </a:r>
            <a:r>
              <a:rPr lang="en-US" dirty="0" smtClean="0">
                <a:solidFill>
                  <a:srgbClr val="0000CC"/>
                </a:solidFill>
                <a:latin typeface="Rockwell" panose="02060603020205020403" pitchFamily="18" charset="0"/>
                <a:ea typeface="Tahoma"/>
                <a:cs typeface="Tahoma"/>
              </a:rPr>
              <a:t> </a:t>
            </a:r>
            <a:r>
              <a:rPr lang="en-US" dirty="0" err="1" smtClean="0">
                <a:solidFill>
                  <a:srgbClr val="0000CC"/>
                </a:solidFill>
                <a:latin typeface="Rockwell" panose="02060603020205020403" pitchFamily="18" charset="0"/>
                <a:ea typeface="Tahoma"/>
                <a:cs typeface="Tahoma"/>
              </a:rPr>
              <a:t>Mã</a:t>
            </a:r>
            <a:r>
              <a:rPr lang="en-US" dirty="0" smtClean="0">
                <a:solidFill>
                  <a:srgbClr val="0000CC"/>
                </a:solidFill>
                <a:latin typeface="Rockwell" panose="02060603020205020403" pitchFamily="18" charset="0"/>
                <a:ea typeface="Tahoma"/>
                <a:cs typeface="Tahoma"/>
              </a:rPr>
              <a:t> </a:t>
            </a:r>
            <a:r>
              <a:rPr lang="en-US" dirty="0" err="1" smtClean="0">
                <a:solidFill>
                  <a:srgbClr val="0000CC"/>
                </a:solidFill>
                <a:latin typeface="Rockwell" panose="02060603020205020403" pitchFamily="18" charset="0"/>
                <a:ea typeface="Tahoma"/>
                <a:cs typeface="Tahoma"/>
              </a:rPr>
              <a:t>khai</a:t>
            </a:r>
            <a:r>
              <a:rPr lang="en-US" dirty="0" smtClean="0">
                <a:solidFill>
                  <a:srgbClr val="0000CC"/>
                </a:solidFill>
                <a:latin typeface="Rockwell" panose="02060603020205020403" pitchFamily="18" charset="0"/>
                <a:ea typeface="Tahoma"/>
                <a:cs typeface="Tahoma"/>
              </a:rPr>
              <a:t> </a:t>
            </a:r>
            <a:r>
              <a:rPr lang="en-US" dirty="0" err="1" smtClean="0">
                <a:solidFill>
                  <a:srgbClr val="0000CC"/>
                </a:solidFill>
                <a:latin typeface="Rockwell" panose="02060603020205020403" pitchFamily="18" charset="0"/>
                <a:ea typeface="Tahoma"/>
                <a:cs typeface="Tahoma"/>
              </a:rPr>
              <a:t>thác</a:t>
            </a:r>
            <a:endParaRPr lang="en-US" dirty="0" smtClean="0">
              <a:solidFill>
                <a:srgbClr val="0000CC"/>
              </a:solidFill>
              <a:latin typeface="Rockwell" panose="02060603020205020403" pitchFamily="18" charset="0"/>
              <a:ea typeface="Tahoma"/>
              <a:cs typeface="Tahoma"/>
            </a:endParaRPr>
          </a:p>
          <a:p>
            <a:pPr>
              <a:lnSpc>
                <a:spcPct val="100000"/>
              </a:lnSpc>
              <a:spcBef>
                <a:spcPts val="600"/>
              </a:spcBef>
              <a:spcAft>
                <a:spcPts val="600"/>
              </a:spcAft>
            </a:pPr>
            <a:r>
              <a:rPr lang="en-US" dirty="0" err="1" smtClean="0">
                <a:solidFill>
                  <a:srgbClr val="0000CC"/>
                </a:solidFill>
                <a:latin typeface="Rockwell" panose="02060603020205020403" pitchFamily="18" charset="0"/>
                <a:ea typeface="Tahoma"/>
                <a:cs typeface="Tahoma"/>
              </a:rPr>
              <a:t>Bài</a:t>
            </a:r>
            <a:r>
              <a:rPr lang="en-US" dirty="0" smtClean="0">
                <a:solidFill>
                  <a:srgbClr val="0000CC"/>
                </a:solidFill>
                <a:latin typeface="Rockwell" panose="02060603020205020403" pitchFamily="18" charset="0"/>
                <a:ea typeface="Tahoma"/>
                <a:cs typeface="Tahoma"/>
              </a:rPr>
              <a:t> </a:t>
            </a:r>
            <a:r>
              <a:rPr lang="en-US" dirty="0">
                <a:solidFill>
                  <a:srgbClr val="0000CC"/>
                </a:solidFill>
                <a:latin typeface="Rockwell" panose="02060603020205020403" pitchFamily="18" charset="0"/>
                <a:ea typeface="Tahoma"/>
                <a:cs typeface="Tahoma"/>
              </a:rPr>
              <a:t>7: </a:t>
            </a:r>
            <a:r>
              <a:rPr lang="en-US" dirty="0" smtClean="0">
                <a:solidFill>
                  <a:srgbClr val="0000CC"/>
                </a:solidFill>
                <a:latin typeface="Rockwell" panose="02060603020205020403" pitchFamily="18" charset="0"/>
                <a:ea typeface="Tahoma"/>
                <a:cs typeface="Tahoma"/>
              </a:rPr>
              <a:t>BM </a:t>
            </a:r>
            <a:r>
              <a:rPr lang="en-US" dirty="0" err="1" smtClean="0">
                <a:solidFill>
                  <a:srgbClr val="0000CC"/>
                </a:solidFill>
                <a:latin typeface="Rockwell" panose="02060603020205020403" pitchFamily="18" charset="0"/>
                <a:ea typeface="Tahoma"/>
                <a:cs typeface="Tahoma"/>
              </a:rPr>
              <a:t>hạ</a:t>
            </a:r>
            <a:r>
              <a:rPr lang="en-US" dirty="0" smtClean="0">
                <a:solidFill>
                  <a:srgbClr val="0000CC"/>
                </a:solidFill>
                <a:latin typeface="Rockwell" panose="02060603020205020403" pitchFamily="18" charset="0"/>
                <a:ea typeface="Tahoma"/>
                <a:cs typeface="Tahoma"/>
              </a:rPr>
              <a:t> </a:t>
            </a:r>
            <a:r>
              <a:rPr lang="en-US" dirty="0" err="1" smtClean="0">
                <a:solidFill>
                  <a:srgbClr val="0000CC"/>
                </a:solidFill>
                <a:latin typeface="Rockwell" panose="02060603020205020403" pitchFamily="18" charset="0"/>
                <a:ea typeface="Tahoma"/>
                <a:cs typeface="Tahoma"/>
              </a:rPr>
              <a:t>tầng</a:t>
            </a:r>
            <a:r>
              <a:rPr lang="en-US" dirty="0" smtClean="0">
                <a:solidFill>
                  <a:srgbClr val="0000CC"/>
                </a:solidFill>
                <a:latin typeface="Rockwell" panose="02060603020205020403" pitchFamily="18" charset="0"/>
                <a:ea typeface="Tahoma"/>
                <a:cs typeface="Tahoma"/>
              </a:rPr>
              <a:t> </a:t>
            </a:r>
            <a:r>
              <a:rPr lang="en-US" dirty="0" err="1" smtClean="0">
                <a:solidFill>
                  <a:srgbClr val="0000CC"/>
                </a:solidFill>
                <a:latin typeface="Rockwell" panose="02060603020205020403" pitchFamily="18" charset="0"/>
                <a:ea typeface="Tahoma"/>
                <a:cs typeface="Tahoma"/>
              </a:rPr>
              <a:t>mạng</a:t>
            </a:r>
            <a:r>
              <a:rPr lang="en-US" dirty="0" smtClean="0">
                <a:solidFill>
                  <a:srgbClr val="0000CC"/>
                </a:solidFill>
                <a:latin typeface="Rockwell" panose="02060603020205020403" pitchFamily="18" charset="0"/>
                <a:ea typeface="Tahoma"/>
                <a:cs typeface="Tahoma"/>
              </a:rPr>
              <a:t> E-Commerce: </a:t>
            </a:r>
            <a:r>
              <a:rPr lang="en-US" dirty="0">
                <a:solidFill>
                  <a:srgbClr val="0000CC"/>
                </a:solidFill>
                <a:latin typeface="Rockwell" panose="02060603020205020403" pitchFamily="18" charset="0"/>
                <a:ea typeface="Tahoma"/>
                <a:cs typeface="Tahoma"/>
              </a:rPr>
              <a:t>VPN </a:t>
            </a:r>
            <a:r>
              <a:rPr lang="en-US" dirty="0" smtClean="0">
                <a:solidFill>
                  <a:srgbClr val="0000CC"/>
                </a:solidFill>
                <a:latin typeface="Rockwell" panose="02060603020205020403" pitchFamily="18" charset="0"/>
                <a:ea typeface="Tahoma"/>
                <a:cs typeface="Tahoma"/>
              </a:rPr>
              <a:t>- </a:t>
            </a:r>
            <a:r>
              <a:rPr lang="en-US" dirty="0">
                <a:solidFill>
                  <a:srgbClr val="0000CC"/>
                </a:solidFill>
                <a:latin typeface="Rockwell" panose="02060603020205020403" pitchFamily="18" charset="0"/>
                <a:ea typeface="Tahoma"/>
                <a:cs typeface="Tahoma"/>
              </a:rPr>
              <a:t>FW - IDS</a:t>
            </a:r>
            <a:endParaRPr lang="en-US" dirty="0" smtClean="0">
              <a:solidFill>
                <a:srgbClr val="0000CC"/>
              </a:solidFill>
              <a:latin typeface="Rockwell" panose="02060603020205020403" pitchFamily="18" charset="0"/>
              <a:ea typeface="Tahoma"/>
              <a:cs typeface="Tahoma"/>
            </a:endParaRPr>
          </a:p>
          <a:p>
            <a:pPr>
              <a:lnSpc>
                <a:spcPct val="100000"/>
              </a:lnSpc>
              <a:spcBef>
                <a:spcPts val="600"/>
              </a:spcBef>
              <a:spcAft>
                <a:spcPts val="600"/>
              </a:spcAft>
            </a:pPr>
            <a:r>
              <a:rPr lang="en-US" dirty="0" err="1" smtClean="0">
                <a:solidFill>
                  <a:srgbClr val="0000CC"/>
                </a:solidFill>
                <a:latin typeface="Rockwell" panose="02060603020205020403" pitchFamily="18" charset="0"/>
                <a:ea typeface="Tahoma"/>
                <a:cs typeface="Tahoma"/>
              </a:rPr>
              <a:t>Bài</a:t>
            </a:r>
            <a:r>
              <a:rPr lang="en-US" dirty="0" smtClean="0">
                <a:solidFill>
                  <a:srgbClr val="0000CC"/>
                </a:solidFill>
                <a:latin typeface="Rockwell" panose="02060603020205020403" pitchFamily="18" charset="0"/>
                <a:ea typeface="Tahoma"/>
                <a:cs typeface="Tahoma"/>
              </a:rPr>
              <a:t> 8: </a:t>
            </a:r>
            <a:r>
              <a:rPr lang="en-US" dirty="0" err="1">
                <a:solidFill>
                  <a:srgbClr val="0000CC"/>
                </a:solidFill>
                <a:latin typeface="Rockwell" panose="02060603020205020403" pitchFamily="18" charset="0"/>
                <a:ea typeface="Tahoma"/>
                <a:cs typeface="Tahoma"/>
              </a:rPr>
              <a:t>Quy</a:t>
            </a:r>
            <a:r>
              <a:rPr lang="en-US" dirty="0">
                <a:solidFill>
                  <a:srgbClr val="0000CC"/>
                </a:solidFill>
                <a:latin typeface="Rockwell" panose="02060603020205020403" pitchFamily="18" charset="0"/>
                <a:ea typeface="Tahoma"/>
                <a:cs typeface="Tahoma"/>
              </a:rPr>
              <a:t> </a:t>
            </a:r>
            <a:r>
              <a:rPr lang="en-US" dirty="0" err="1">
                <a:solidFill>
                  <a:srgbClr val="0000CC"/>
                </a:solidFill>
                <a:latin typeface="Rockwell" panose="02060603020205020403" pitchFamily="18" charset="0"/>
                <a:ea typeface="Tahoma"/>
                <a:cs typeface="Tahoma"/>
              </a:rPr>
              <a:t>trình</a:t>
            </a:r>
            <a:r>
              <a:rPr lang="en-US" dirty="0">
                <a:solidFill>
                  <a:srgbClr val="0000CC"/>
                </a:solidFill>
                <a:latin typeface="Rockwell" panose="02060603020205020403" pitchFamily="18" charset="0"/>
                <a:ea typeface="Tahoma"/>
                <a:cs typeface="Tahoma"/>
              </a:rPr>
              <a:t> </a:t>
            </a:r>
            <a:r>
              <a:rPr lang="en-US" dirty="0" err="1">
                <a:solidFill>
                  <a:srgbClr val="0000CC"/>
                </a:solidFill>
                <a:latin typeface="Rockwell" panose="02060603020205020403" pitchFamily="18" charset="0"/>
                <a:ea typeface="Tahoma"/>
                <a:cs typeface="Tahoma"/>
              </a:rPr>
              <a:t>phát</a:t>
            </a:r>
            <a:r>
              <a:rPr lang="en-US" dirty="0">
                <a:solidFill>
                  <a:srgbClr val="0000CC"/>
                </a:solidFill>
                <a:latin typeface="Rockwell" panose="02060603020205020403" pitchFamily="18" charset="0"/>
                <a:ea typeface="Tahoma"/>
                <a:cs typeface="Tahoma"/>
              </a:rPr>
              <a:t> </a:t>
            </a:r>
            <a:r>
              <a:rPr lang="en-US" dirty="0" err="1">
                <a:solidFill>
                  <a:srgbClr val="0000CC"/>
                </a:solidFill>
                <a:latin typeface="Rockwell" panose="02060603020205020403" pitchFamily="18" charset="0"/>
                <a:ea typeface="Tahoma"/>
                <a:cs typeface="Tahoma"/>
              </a:rPr>
              <a:t>triển</a:t>
            </a:r>
            <a:r>
              <a:rPr lang="en-US" dirty="0">
                <a:solidFill>
                  <a:srgbClr val="0000CC"/>
                </a:solidFill>
                <a:latin typeface="Rockwell" panose="02060603020205020403" pitchFamily="18" charset="0"/>
                <a:ea typeface="Tahoma"/>
                <a:cs typeface="Tahoma"/>
              </a:rPr>
              <a:t> </a:t>
            </a:r>
            <a:r>
              <a:rPr lang="en-US" dirty="0" err="1">
                <a:solidFill>
                  <a:srgbClr val="0000CC"/>
                </a:solidFill>
                <a:latin typeface="Rockwell" panose="02060603020205020403" pitchFamily="18" charset="0"/>
                <a:ea typeface="Tahoma"/>
                <a:cs typeface="Tahoma"/>
              </a:rPr>
              <a:t>phần</a:t>
            </a:r>
            <a:r>
              <a:rPr lang="en-US" dirty="0">
                <a:solidFill>
                  <a:srgbClr val="0000CC"/>
                </a:solidFill>
                <a:latin typeface="Rockwell" panose="02060603020205020403" pitchFamily="18" charset="0"/>
                <a:ea typeface="Tahoma"/>
                <a:cs typeface="Tahoma"/>
              </a:rPr>
              <a:t> </a:t>
            </a:r>
            <a:r>
              <a:rPr lang="en-US" dirty="0" err="1">
                <a:solidFill>
                  <a:srgbClr val="0000CC"/>
                </a:solidFill>
                <a:latin typeface="Rockwell" panose="02060603020205020403" pitchFamily="18" charset="0"/>
                <a:ea typeface="Tahoma"/>
                <a:cs typeface="Tahoma"/>
              </a:rPr>
              <a:t>mềm</a:t>
            </a:r>
            <a:r>
              <a:rPr lang="en-US" dirty="0">
                <a:solidFill>
                  <a:srgbClr val="0000CC"/>
                </a:solidFill>
                <a:latin typeface="Rockwell" panose="02060603020205020403" pitchFamily="18" charset="0"/>
                <a:ea typeface="Tahoma"/>
                <a:cs typeface="Tahoma"/>
              </a:rPr>
              <a:t> an </a:t>
            </a:r>
            <a:r>
              <a:rPr lang="en-US" dirty="0" err="1">
                <a:solidFill>
                  <a:srgbClr val="0000CC"/>
                </a:solidFill>
                <a:latin typeface="Rockwell" panose="02060603020205020403" pitchFamily="18" charset="0"/>
                <a:ea typeface="Tahoma"/>
                <a:cs typeface="Tahoma"/>
              </a:rPr>
              <a:t>toàn</a:t>
            </a:r>
            <a:r>
              <a:rPr lang="en-US" dirty="0" smtClean="0">
                <a:solidFill>
                  <a:srgbClr val="0000CC"/>
                </a:solidFill>
                <a:latin typeface="Rockwell" panose="02060603020205020403" pitchFamily="18" charset="0"/>
                <a:ea typeface="Tahoma"/>
                <a:cs typeface="Tahoma"/>
              </a:rPr>
              <a:t> </a:t>
            </a:r>
            <a:endParaRPr lang="en-US" dirty="0">
              <a:solidFill>
                <a:srgbClr val="0000CC"/>
              </a:solidFill>
              <a:latin typeface="Rockwell" panose="02060603020205020403" pitchFamily="18" charset="0"/>
              <a:ea typeface="Tahoma"/>
              <a:cs typeface="Tahoma"/>
            </a:endParaRPr>
          </a:p>
        </p:txBody>
      </p:sp>
      <p:cxnSp>
        <p:nvCxnSpPr>
          <p:cNvPr id="13" name="Straight Connector 12"/>
          <p:cNvCxnSpPr/>
          <p:nvPr/>
        </p:nvCxnSpPr>
        <p:spPr>
          <a:xfrm>
            <a:off x="0" y="1363136"/>
            <a:ext cx="9055676" cy="0"/>
          </a:xfrm>
          <a:prstGeom prst="line">
            <a:avLst/>
          </a:prstGeom>
          <a:ln w="44450">
            <a:solidFill>
              <a:srgbClr val="0000CC"/>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90499145"/>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742257-3980-4551-868A-26DC3CB821EE}"/>
              </a:ext>
            </a:extLst>
          </p:cNvPr>
          <p:cNvSpPr>
            <a:spLocks noGrp="1"/>
          </p:cNvSpPr>
          <p:nvPr>
            <p:ph type="title"/>
          </p:nvPr>
        </p:nvSpPr>
        <p:spPr>
          <a:xfrm>
            <a:off x="574446" y="773609"/>
            <a:ext cx="8622193" cy="479619"/>
          </a:xfrm>
        </p:spPr>
        <p:txBody>
          <a:bodyPr>
            <a:noAutofit/>
          </a:bodyPr>
          <a:lstStyle/>
          <a:p>
            <a:r>
              <a:rPr lang="en-US" sz="2800" dirty="0" err="1" smtClean="0">
                <a:solidFill>
                  <a:srgbClr val="0000CC"/>
                </a:solidFill>
                <a:latin typeface="Rockwell" panose="02060603020205020403" pitchFamily="18" charset="0"/>
              </a:rPr>
              <a:t>BÀI</a:t>
            </a:r>
            <a:r>
              <a:rPr lang="en-US" sz="2800" dirty="0" smtClean="0">
                <a:solidFill>
                  <a:srgbClr val="0000CC"/>
                </a:solidFill>
                <a:latin typeface="Rockwell" panose="02060603020205020403" pitchFamily="18" charset="0"/>
              </a:rPr>
              <a:t> 3.1: </a:t>
            </a:r>
            <a:r>
              <a:rPr lang="en-US" sz="2800" dirty="0" err="1" smtClean="0">
                <a:solidFill>
                  <a:srgbClr val="0000CC"/>
                </a:solidFill>
                <a:latin typeface="Rockwell" panose="02060603020205020403" pitchFamily="18" charset="0"/>
                <a:ea typeface="Tahoma"/>
                <a:cs typeface="Tahoma"/>
              </a:rPr>
              <a:t>BẢO</a:t>
            </a:r>
            <a:r>
              <a:rPr lang="en-US" sz="2800" dirty="0" smtClean="0">
                <a:solidFill>
                  <a:srgbClr val="0000CC"/>
                </a:solidFill>
                <a:latin typeface="Rockwell" panose="02060603020205020403" pitchFamily="18" charset="0"/>
                <a:ea typeface="Tahoma"/>
                <a:cs typeface="Tahoma"/>
              </a:rPr>
              <a:t> </a:t>
            </a:r>
            <a:r>
              <a:rPr lang="en-US" sz="2800" dirty="0" err="1" smtClean="0">
                <a:solidFill>
                  <a:srgbClr val="0000CC"/>
                </a:solidFill>
                <a:latin typeface="Rockwell" panose="02060603020205020403" pitchFamily="18" charset="0"/>
                <a:ea typeface="Tahoma"/>
                <a:cs typeface="Tahoma"/>
              </a:rPr>
              <a:t>MẬT</a:t>
            </a:r>
            <a:r>
              <a:rPr lang="en-US" sz="2800" dirty="0" smtClean="0">
                <a:solidFill>
                  <a:srgbClr val="0000CC"/>
                </a:solidFill>
                <a:latin typeface="Rockwell" panose="02060603020205020403" pitchFamily="18" charset="0"/>
                <a:ea typeface="Tahoma"/>
                <a:cs typeface="Tahoma"/>
              </a:rPr>
              <a:t> </a:t>
            </a:r>
            <a:r>
              <a:rPr lang="en-US" sz="2800" dirty="0" err="1" smtClean="0">
                <a:solidFill>
                  <a:srgbClr val="0000CC"/>
                </a:solidFill>
                <a:latin typeface="Rockwell" panose="02060603020205020403" pitchFamily="18" charset="0"/>
                <a:ea typeface="Tahoma"/>
                <a:cs typeface="Tahoma"/>
              </a:rPr>
              <a:t>ỨNG</a:t>
            </a:r>
            <a:r>
              <a:rPr lang="en-US" sz="2800" dirty="0" smtClean="0">
                <a:solidFill>
                  <a:srgbClr val="0000CC"/>
                </a:solidFill>
                <a:latin typeface="Rockwell" panose="02060603020205020403" pitchFamily="18" charset="0"/>
                <a:ea typeface="Tahoma"/>
                <a:cs typeface="Tahoma"/>
              </a:rPr>
              <a:t> </a:t>
            </a:r>
            <a:r>
              <a:rPr lang="en-US" sz="2800" dirty="0" err="1" smtClean="0">
                <a:solidFill>
                  <a:srgbClr val="0000CC"/>
                </a:solidFill>
                <a:latin typeface="Rockwell" panose="02060603020205020403" pitchFamily="18" charset="0"/>
                <a:ea typeface="Tahoma"/>
                <a:cs typeface="Tahoma"/>
              </a:rPr>
              <a:t>DỤNG</a:t>
            </a:r>
            <a:r>
              <a:rPr lang="en-US" sz="2800" dirty="0" smtClean="0">
                <a:solidFill>
                  <a:srgbClr val="0000CC"/>
                </a:solidFill>
                <a:latin typeface="Rockwell" panose="02060603020205020403" pitchFamily="18" charset="0"/>
                <a:ea typeface="Tahoma"/>
                <a:cs typeface="Tahoma"/>
              </a:rPr>
              <a:t> WEB (</a:t>
            </a:r>
            <a:r>
              <a:rPr lang="en-US" sz="2800" dirty="0" err="1" smtClean="0">
                <a:solidFill>
                  <a:srgbClr val="0000CC"/>
                </a:solidFill>
                <a:latin typeface="Rockwell" panose="02060603020205020403" pitchFamily="18" charset="0"/>
                <a:ea typeface="Tahoma"/>
                <a:cs typeface="Tahoma"/>
              </a:rPr>
              <a:t>PHẦN</a:t>
            </a:r>
            <a:r>
              <a:rPr lang="en-US" sz="2800" dirty="0" smtClean="0">
                <a:solidFill>
                  <a:srgbClr val="0000CC"/>
                </a:solidFill>
                <a:latin typeface="Rockwell" panose="02060603020205020403" pitchFamily="18" charset="0"/>
                <a:ea typeface="Tahoma"/>
                <a:cs typeface="Tahoma"/>
              </a:rPr>
              <a:t> 1)</a:t>
            </a:r>
            <a:endParaRPr lang="en-US" sz="2800" dirty="0">
              <a:solidFill>
                <a:srgbClr val="0000CC"/>
              </a:solidFill>
              <a:latin typeface="Rockwell" panose="02060603020205020403" pitchFamily="18" charset="0"/>
            </a:endParaRPr>
          </a:p>
        </p:txBody>
      </p:sp>
      <p:sp>
        <p:nvSpPr>
          <p:cNvPr id="3" name="Content Placeholder 2">
            <a:extLst>
              <a:ext uri="{FF2B5EF4-FFF2-40B4-BE49-F238E27FC236}">
                <a16:creationId xmlns:a16="http://schemas.microsoft.com/office/drawing/2014/main" id="{B57E0B0F-4D29-4786-B2AB-B84D9F8B5429}"/>
              </a:ext>
            </a:extLst>
          </p:cNvPr>
          <p:cNvSpPr>
            <a:spLocks noGrp="1"/>
          </p:cNvSpPr>
          <p:nvPr>
            <p:ph idx="1"/>
          </p:nvPr>
        </p:nvSpPr>
        <p:spPr>
          <a:xfrm>
            <a:off x="573208" y="1440733"/>
            <a:ext cx="9000158" cy="4228811"/>
          </a:xfrm>
        </p:spPr>
        <p:txBody>
          <a:bodyPr>
            <a:noAutofit/>
          </a:bodyPr>
          <a:lstStyle/>
          <a:p>
            <a:pPr marL="457200" indent="-457200">
              <a:lnSpc>
                <a:spcPct val="100000"/>
              </a:lnSpc>
              <a:spcBef>
                <a:spcPts val="600"/>
              </a:spcBef>
              <a:spcAft>
                <a:spcPts val="600"/>
              </a:spcAft>
              <a:buFont typeface="+mj-lt"/>
              <a:buAutoNum type="arabicPeriod"/>
            </a:pPr>
            <a:r>
              <a:rPr lang="vi-VN" sz="26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Tổng </a:t>
            </a:r>
            <a:r>
              <a:rPr lang="vi-VN" sz="26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quan về bảo mật ứng dụng web</a:t>
            </a:r>
          </a:p>
          <a:p>
            <a:pPr marL="457200" indent="-457200">
              <a:lnSpc>
                <a:spcPct val="100000"/>
              </a:lnSpc>
              <a:spcBef>
                <a:spcPts val="600"/>
              </a:spcBef>
              <a:spcAft>
                <a:spcPts val="600"/>
              </a:spcAft>
              <a:buFont typeface="+mj-lt"/>
              <a:buAutoNum type="arabicPeriod"/>
            </a:pPr>
            <a:r>
              <a:rPr lang="en-US" sz="26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Các</a:t>
            </a:r>
            <a:r>
              <a:rPr lang="en-US" sz="26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6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lỗ</a:t>
            </a:r>
            <a:r>
              <a:rPr lang="en-US" sz="26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6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hổng</a:t>
            </a:r>
            <a:r>
              <a:rPr lang="en-US" sz="26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6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phổ</a:t>
            </a:r>
            <a:r>
              <a:rPr lang="en-US" sz="26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6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biến</a:t>
            </a:r>
            <a:r>
              <a:rPr lang="en-US" sz="26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6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trong</a:t>
            </a:r>
            <a:r>
              <a:rPr lang="vi-VN" sz="26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vi-VN" sz="26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ứng dụng </a:t>
            </a:r>
            <a:r>
              <a:rPr lang="en-US" sz="26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W</a:t>
            </a:r>
            <a:r>
              <a:rPr lang="vi-VN" sz="26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eb</a:t>
            </a:r>
            <a:endParaRPr lang="vi-VN" sz="2600" b="1" dirty="0">
              <a:solidFill>
                <a:srgbClr val="0000CC"/>
              </a:solidFill>
              <a:latin typeface="Rockwell" panose="02060603020205020403" pitchFamily="18" charset="0"/>
              <a:ea typeface="Segoe UI Emoji" panose="020B0502040204020203" pitchFamily="34" charset="0"/>
              <a:cs typeface="Tahoma" panose="020B0604030504040204" pitchFamily="34" charset="0"/>
            </a:endParaRPr>
          </a:p>
          <a:p>
            <a:pPr marL="457200" indent="-457200">
              <a:lnSpc>
                <a:spcPct val="100000"/>
              </a:lnSpc>
              <a:spcBef>
                <a:spcPts val="600"/>
              </a:spcBef>
              <a:spcAft>
                <a:spcPts val="600"/>
              </a:spcAft>
              <a:buFont typeface="+mj-lt"/>
              <a:buAutoNum type="arabicPeriod"/>
            </a:pPr>
            <a:r>
              <a:rPr lang="en-US" sz="26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Các</a:t>
            </a:r>
            <a:r>
              <a:rPr lang="en-US" sz="26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6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kỹ</a:t>
            </a:r>
            <a:r>
              <a:rPr lang="en-US" sz="26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6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thuật</a:t>
            </a:r>
            <a:r>
              <a:rPr lang="en-US" sz="26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6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tấn</a:t>
            </a:r>
            <a:r>
              <a:rPr lang="en-US" sz="26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6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công</a:t>
            </a:r>
            <a:r>
              <a:rPr lang="en-US" sz="26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6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ứng</a:t>
            </a:r>
            <a:r>
              <a:rPr lang="en-US" sz="26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6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dụng</a:t>
            </a:r>
            <a:r>
              <a:rPr lang="en-US" sz="26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Web</a:t>
            </a:r>
          </a:p>
          <a:p>
            <a:pPr marL="457200" indent="-457200">
              <a:lnSpc>
                <a:spcPct val="100000"/>
              </a:lnSpc>
              <a:spcBef>
                <a:spcPts val="600"/>
              </a:spcBef>
              <a:spcAft>
                <a:spcPts val="600"/>
              </a:spcAft>
              <a:buFont typeface="+mj-lt"/>
              <a:buAutoNum type="arabicPeriod"/>
            </a:pPr>
            <a:r>
              <a:rPr lang="en-US" sz="26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B</a:t>
            </a:r>
            <a:r>
              <a:rPr lang="vi-VN" sz="26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iện </a:t>
            </a:r>
            <a:r>
              <a:rPr lang="vi-VN" sz="26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pháp phòng </a:t>
            </a:r>
            <a:r>
              <a:rPr lang="vi-VN" sz="26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chống</a:t>
            </a:r>
            <a:r>
              <a:rPr lang="en-US" sz="26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6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tấn</a:t>
            </a:r>
            <a:r>
              <a:rPr lang="en-US" sz="26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6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công</a:t>
            </a:r>
            <a:r>
              <a:rPr lang="en-US" sz="26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6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ứng</a:t>
            </a:r>
            <a:r>
              <a:rPr lang="en-US" sz="26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6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dụng</a:t>
            </a:r>
            <a:r>
              <a:rPr lang="en-US" sz="26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Web</a:t>
            </a:r>
            <a:r>
              <a:rPr lang="vi-VN" sz="26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endParaRPr lang="vi-VN" sz="2600" b="1" dirty="0">
              <a:solidFill>
                <a:srgbClr val="0000CC"/>
              </a:solidFill>
              <a:latin typeface="Rockwell" panose="02060603020205020403" pitchFamily="18" charset="0"/>
              <a:ea typeface="Segoe UI Emoji" panose="020B0502040204020203" pitchFamily="34" charset="0"/>
              <a:cs typeface="Tahoma" panose="020B0604030504040204" pitchFamily="34" charset="0"/>
            </a:endParaRPr>
          </a:p>
          <a:p>
            <a:pPr marL="457200" indent="-457200">
              <a:lnSpc>
                <a:spcPct val="100000"/>
              </a:lnSpc>
              <a:spcBef>
                <a:spcPts val="600"/>
              </a:spcBef>
              <a:spcAft>
                <a:spcPts val="600"/>
              </a:spcAft>
              <a:buFont typeface="+mj-lt"/>
              <a:buAutoNum type="arabicPeriod"/>
            </a:pPr>
            <a:r>
              <a:rPr lang="en-US" sz="26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Chính</a:t>
            </a:r>
            <a:r>
              <a:rPr lang="en-US" sz="26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6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sách</a:t>
            </a:r>
            <a:r>
              <a:rPr lang="en-US" sz="26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vi-VN" sz="26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bảo </a:t>
            </a:r>
            <a:r>
              <a:rPr lang="vi-VN" sz="26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mật </a:t>
            </a:r>
            <a:r>
              <a:rPr lang="en-US" sz="26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ứng</a:t>
            </a:r>
            <a:r>
              <a:rPr lang="en-US" sz="26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6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dụng</a:t>
            </a:r>
            <a:r>
              <a:rPr lang="en-US" sz="26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6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Web</a:t>
            </a:r>
            <a:endParaRPr lang="vi-VN" sz="2600" b="1" dirty="0">
              <a:solidFill>
                <a:srgbClr val="0000CC"/>
              </a:solidFill>
              <a:latin typeface="Rockwell" panose="02060603020205020403" pitchFamily="18" charset="0"/>
              <a:ea typeface="Segoe UI Emoji" panose="020B0502040204020203" pitchFamily="34" charset="0"/>
              <a:cs typeface="Tahoma" panose="020B0604030504040204" pitchFamily="34" charset="0"/>
            </a:endParaRPr>
          </a:p>
          <a:p>
            <a:pPr marL="457200" indent="-457200">
              <a:lnSpc>
                <a:spcPct val="100000"/>
              </a:lnSpc>
              <a:spcBef>
                <a:spcPts val="600"/>
              </a:spcBef>
              <a:spcAft>
                <a:spcPts val="600"/>
              </a:spcAft>
              <a:buFont typeface="+mj-lt"/>
              <a:buAutoNum type="arabicPeriod"/>
            </a:pPr>
            <a:r>
              <a:rPr lang="vi-VN" sz="26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Các </a:t>
            </a:r>
            <a:r>
              <a:rPr lang="vi-VN" sz="26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mối đe dọa đối với Web server</a:t>
            </a:r>
          </a:p>
          <a:p>
            <a:pPr marL="457200" indent="-457200">
              <a:lnSpc>
                <a:spcPct val="100000"/>
              </a:lnSpc>
              <a:spcBef>
                <a:spcPts val="600"/>
              </a:spcBef>
              <a:spcAft>
                <a:spcPts val="600"/>
              </a:spcAft>
              <a:buFont typeface="+mj-lt"/>
              <a:buAutoNum type="arabicPeriod"/>
            </a:pPr>
            <a:r>
              <a:rPr lang="vi-VN" sz="26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Thảo </a:t>
            </a:r>
            <a:r>
              <a:rPr lang="vi-VN" sz="26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luận</a:t>
            </a:r>
            <a:endParaRPr lang="en-US" sz="2600" b="1" dirty="0">
              <a:solidFill>
                <a:srgbClr val="0000CC"/>
              </a:solidFill>
              <a:latin typeface="Rockwell" panose="02060603020205020403" pitchFamily="18" charset="0"/>
              <a:ea typeface="Segoe UI Emoji" panose="020B0502040204020203" pitchFamily="34" charset="0"/>
              <a:cs typeface="Tahoma" panose="020B0604030504040204" pitchFamily="34" charset="0"/>
            </a:endParaRPr>
          </a:p>
        </p:txBody>
      </p:sp>
      <p:grpSp>
        <p:nvGrpSpPr>
          <p:cNvPr id="13" name="Group 12">
            <a:extLst>
              <a:ext uri="{FF2B5EF4-FFF2-40B4-BE49-F238E27FC236}">
                <a16:creationId xmlns:a16="http://schemas.microsoft.com/office/drawing/2014/main" id="{9C15E21A-C111-4D39-BB47-E83988E5A05E}"/>
              </a:ext>
              <a:ext uri="{C183D7F6-B498-43B3-948B-1728B52AA6E4}">
                <adec:decorative xmlns:adec="http://schemas.microsoft.com/office/drawing/2017/decorative" xmlns="" val="1"/>
              </a:ext>
            </a:extLst>
          </p:cNvPr>
          <p:cNvGrpSpPr/>
          <p:nvPr/>
        </p:nvGrpSpPr>
        <p:grpSpPr>
          <a:xfrm>
            <a:off x="9055676" y="0"/>
            <a:ext cx="3193475" cy="6954260"/>
            <a:chOff x="9055676" y="0"/>
            <a:chExt cx="3193475" cy="6954260"/>
          </a:xfrm>
        </p:grpSpPr>
        <p:grpSp>
          <p:nvGrpSpPr>
            <p:cNvPr id="10" name="Group 9">
              <a:extLst>
                <a:ext uri="{FF2B5EF4-FFF2-40B4-BE49-F238E27FC236}">
                  <a16:creationId xmlns:a16="http://schemas.microsoft.com/office/drawing/2014/main" id="{D4EF09CF-3362-453A-9463-F6669A9D3E01}"/>
                </a:ext>
              </a:extLst>
            </p:cNvPr>
            <p:cNvGrpSpPr/>
            <p:nvPr/>
          </p:nvGrpSpPr>
          <p:grpSpPr>
            <a:xfrm>
              <a:off x="9055676" y="0"/>
              <a:ext cx="3136324" cy="6858000"/>
              <a:chOff x="9055676" y="0"/>
              <a:chExt cx="3136324" cy="6858000"/>
            </a:xfrm>
          </p:grpSpPr>
          <p:sp>
            <p:nvSpPr>
              <p:cNvPr id="4" name="Rectangle 3">
                <a:extLst>
                  <a:ext uri="{FF2B5EF4-FFF2-40B4-BE49-F238E27FC236}">
                    <a16:creationId xmlns:a16="http://schemas.microsoft.com/office/drawing/2014/main" id="{403AE892-EBD6-40F1-851B-FEADBD59429F}"/>
                  </a:ext>
                </a:extLst>
              </p:cNvPr>
              <p:cNvSpPr/>
              <p:nvPr/>
            </p:nvSpPr>
            <p:spPr>
              <a:xfrm>
                <a:off x="9221932" y="0"/>
                <a:ext cx="2970068" cy="6858000"/>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Rectangle 4">
                <a:extLst>
                  <a:ext uri="{FF2B5EF4-FFF2-40B4-BE49-F238E27FC236}">
                    <a16:creationId xmlns:a16="http://schemas.microsoft.com/office/drawing/2014/main" id="{54318653-1A38-442C-BA0F-F2C51149BCFF}"/>
                  </a:ext>
                </a:extLst>
              </p:cNvPr>
              <p:cNvSpPr/>
              <p:nvPr/>
            </p:nvSpPr>
            <p:spPr>
              <a:xfrm>
                <a:off x="9055676" y="0"/>
                <a:ext cx="166255"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Rectangle 5">
                <a:extLst>
                  <a:ext uri="{FF2B5EF4-FFF2-40B4-BE49-F238E27FC236}">
                    <a16:creationId xmlns:a16="http://schemas.microsoft.com/office/drawing/2014/main" id="{C25D63D1-E9CE-42BF-BD4D-374FD0293155}"/>
                  </a:ext>
                </a:extLst>
              </p:cNvPr>
              <p:cNvSpPr/>
              <p:nvPr/>
            </p:nvSpPr>
            <p:spPr>
              <a:xfrm>
                <a:off x="9221932" y="0"/>
                <a:ext cx="114301" cy="6858000"/>
              </a:xfrm>
              <a:prstGeom prst="rect">
                <a:avLst/>
              </a:prstGeom>
              <a:solidFill>
                <a:srgbClr val="FFD34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id="{BA4EE865-9F0D-4531-A737-E13A557C0277}"/>
                  </a:ext>
                </a:extLst>
              </p:cNvPr>
              <p:cNvSpPr/>
              <p:nvPr/>
            </p:nvSpPr>
            <p:spPr>
              <a:xfrm>
                <a:off x="9336233" y="0"/>
                <a:ext cx="150667"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Rectangle 7">
                <a:extLst>
                  <a:ext uri="{FF2B5EF4-FFF2-40B4-BE49-F238E27FC236}">
                    <a16:creationId xmlns:a16="http://schemas.microsoft.com/office/drawing/2014/main" id="{6A1183CB-C5B0-498A-A49C-4180134C74B0}"/>
                  </a:ext>
                </a:extLst>
              </p:cNvPr>
              <p:cNvSpPr/>
              <p:nvPr/>
            </p:nvSpPr>
            <p:spPr>
              <a:xfrm>
                <a:off x="9336233" y="0"/>
                <a:ext cx="5715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pic>
          <p:nvPicPr>
            <p:cNvPr id="12" name="Graphic 11" descr="Test tubes">
              <a:extLst>
                <a:ext uri="{FF2B5EF4-FFF2-40B4-BE49-F238E27FC236}">
                  <a16:creationId xmlns:a16="http://schemas.microsoft.com/office/drawing/2014/main" id="{57BD2CFA-105C-4606-859E-A8413C62B3D5}"/>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xmlns="" r:embed="rId3"/>
                </a:ext>
              </a:extLst>
            </a:blip>
            <a:stretch>
              <a:fillRect/>
            </a:stretch>
          </p:blipFill>
          <p:spPr>
            <a:xfrm>
              <a:off x="9450534" y="4155643"/>
              <a:ext cx="2798617" cy="2798617"/>
            </a:xfrm>
            <a:prstGeom prst="rect">
              <a:avLst/>
            </a:prstGeom>
          </p:spPr>
        </p:pic>
      </p:grpSp>
      <p:pic>
        <p:nvPicPr>
          <p:cNvPr id="1026" name="Picture 2" descr="What is cyber security? | Wizard Cybe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450534" y="0"/>
            <a:ext cx="2676256" cy="2200855"/>
          </a:xfrm>
          <a:prstGeom prst="rect">
            <a:avLst/>
          </a:prstGeom>
          <a:noFill/>
          <a:extLst>
            <a:ext uri="{909E8E84-426E-40DD-AFC4-6F175D3DCCD1}">
              <a14:hiddenFill xmlns:a14="http://schemas.microsoft.com/office/drawing/2010/main">
                <a:solidFill>
                  <a:srgbClr val="FFFFFF"/>
                </a:solidFill>
              </a14:hiddenFill>
            </a:ext>
          </a:extLst>
        </p:spPr>
      </p:pic>
      <p:cxnSp>
        <p:nvCxnSpPr>
          <p:cNvPr id="14" name="Straight Connector 13"/>
          <p:cNvCxnSpPr/>
          <p:nvPr/>
        </p:nvCxnSpPr>
        <p:spPr>
          <a:xfrm>
            <a:off x="0" y="1349488"/>
            <a:ext cx="9055676" cy="0"/>
          </a:xfrm>
          <a:prstGeom prst="line">
            <a:avLst/>
          </a:prstGeom>
          <a:ln w="44450">
            <a:solidFill>
              <a:srgbClr val="0000CC"/>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71002067"/>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371599" y="876869"/>
            <a:ext cx="10242645" cy="528851"/>
          </a:xfrm>
        </p:spPr>
        <p:txBody>
          <a:bodyPr/>
          <a:lstStyle/>
          <a:p>
            <a:r>
              <a:rPr lang="en-US" sz="2800" b="1" dirty="0" smtClean="0">
                <a:solidFill>
                  <a:srgbClr val="0000CC"/>
                </a:solidFill>
                <a:latin typeface="Rockwell" panose="02060603020205020403" pitchFamily="18" charset="0"/>
              </a:rPr>
              <a:t>3.1.1. </a:t>
            </a:r>
            <a:r>
              <a:rPr lang="vi-VN"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Tổng quan về bảo mật ứng dụng </a:t>
            </a:r>
            <a:r>
              <a:rPr lang="vi-VN"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web</a:t>
            </a:r>
            <a:endParaRPr lang="en-US" sz="2800" b="1" dirty="0">
              <a:solidFill>
                <a:srgbClr val="0000CC"/>
              </a:solidFill>
              <a:latin typeface="Rockwell" panose="020606030202050204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371600" y="1539263"/>
            <a:ext cx="9901452" cy="4382729"/>
          </a:xfrm>
        </p:spPr>
        <p:txBody>
          <a:bodyPr/>
          <a:lstStyle/>
          <a:p>
            <a:pPr algn="just">
              <a:spcBef>
                <a:spcPts val="600"/>
              </a:spcBef>
              <a:spcAft>
                <a:spcPts val="600"/>
              </a:spcAft>
            </a:pPr>
            <a:r>
              <a:rPr lang="vi-VN" dirty="0">
                <a:solidFill>
                  <a:srgbClr val="0000CC"/>
                </a:solidFill>
                <a:latin typeface="Rockwell" panose="02060603020205020403" pitchFamily="18" charset="0"/>
              </a:rPr>
              <a:t>Bảo mật ứng dụng web là tập hợp các biện pháp kỹ thuật, quy trình và chính sách nhằm đảm bảo ứng dụng chạy trên nền web được an toàn trước các mối đe dọa, tấn công và khai thác lỗ hổng.</a:t>
            </a:r>
          </a:p>
          <a:p>
            <a:pPr algn="just">
              <a:spcBef>
                <a:spcPts val="600"/>
              </a:spcBef>
              <a:spcAft>
                <a:spcPts val="600"/>
              </a:spcAft>
            </a:pPr>
            <a:r>
              <a:rPr lang="vi-VN" dirty="0">
                <a:solidFill>
                  <a:srgbClr val="0000CC"/>
                </a:solidFill>
                <a:latin typeface="Rockwell" panose="02060603020205020403" pitchFamily="18" charset="0"/>
              </a:rPr>
              <a:t>Mục tiêu là ngăn chặn việc truy cập trái phép, bảo vệ dữ liệu nhạy cảm, duy trì tính sẵn sàng của dịch vụ.</a:t>
            </a:r>
          </a:p>
          <a:p>
            <a:pPr algn="just">
              <a:spcBef>
                <a:spcPts val="600"/>
              </a:spcBef>
              <a:spcAft>
                <a:spcPts val="600"/>
              </a:spcAft>
            </a:pPr>
            <a:r>
              <a:rPr lang="vi-VN" dirty="0">
                <a:solidFill>
                  <a:srgbClr val="0000CC"/>
                </a:solidFill>
                <a:latin typeface="Rockwell" panose="02060603020205020403" pitchFamily="18" charset="0"/>
              </a:rPr>
              <a:t>Bảo mật không chỉ liên quan đến lập trình viên, mà còn gắn liền với quản trị hệ thống, quản trị mạng và chính sách tổ chức.</a:t>
            </a:r>
            <a:r>
              <a:rPr lang="en-US" dirty="0">
                <a:solidFill>
                  <a:srgbClr val="0000CC"/>
                </a:solidFill>
                <a:latin typeface="Rockwell" panose="02060603020205020403" pitchFamily="18" charset="0"/>
              </a:rPr>
              <a:t> </a:t>
            </a:r>
            <a:endParaRPr lang="vi-VN" dirty="0">
              <a:solidFill>
                <a:srgbClr val="0000CC"/>
              </a:solidFill>
              <a:latin typeface="Rockwell" panose="02060603020205020403" pitchFamily="18" charset="0"/>
            </a:endParaRPr>
          </a:p>
          <a:p>
            <a:endParaRPr lang="en-US" dirty="0"/>
          </a:p>
        </p:txBody>
      </p:sp>
    </p:spTree>
    <p:extLst>
      <p:ext uri="{BB962C8B-B14F-4D97-AF65-F5344CB8AC3E}">
        <p14:creationId xmlns:p14="http://schemas.microsoft.com/office/powerpoint/2010/main" val="785129270"/>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371599" y="876869"/>
            <a:ext cx="10242645" cy="528851"/>
          </a:xfrm>
        </p:spPr>
        <p:txBody>
          <a:bodyPr/>
          <a:lstStyle/>
          <a:p>
            <a:r>
              <a:rPr lang="en-US" sz="2800" b="1" dirty="0" smtClean="0">
                <a:solidFill>
                  <a:srgbClr val="0000CC"/>
                </a:solidFill>
                <a:latin typeface="Rockwell" panose="02060603020205020403" pitchFamily="18" charset="0"/>
              </a:rPr>
              <a:t>3.1.1. </a:t>
            </a:r>
            <a:r>
              <a:rPr lang="vi-VN"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Tổng quan về bảo mật ứng dụng </a:t>
            </a:r>
            <a:r>
              <a:rPr lang="vi-VN"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web</a:t>
            </a:r>
            <a:endParaRPr lang="en-US" sz="2800" b="1" dirty="0">
              <a:solidFill>
                <a:srgbClr val="0000CC"/>
              </a:solidFill>
              <a:latin typeface="Rockwell" panose="020606030202050204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371599" y="1539263"/>
            <a:ext cx="10133463" cy="4382729"/>
          </a:xfrm>
        </p:spPr>
        <p:txBody>
          <a:bodyPr/>
          <a:lstStyle/>
          <a:p>
            <a:pPr marL="0" indent="0" algn="just">
              <a:spcBef>
                <a:spcPts val="600"/>
              </a:spcBef>
              <a:spcAft>
                <a:spcPts val="600"/>
              </a:spcAft>
              <a:buNone/>
            </a:pPr>
            <a:r>
              <a:rPr lang="vi-VN" b="1" dirty="0" smtClean="0">
                <a:solidFill>
                  <a:srgbClr val="0000CC"/>
                </a:solidFill>
                <a:latin typeface="Rockwell" panose="02060603020205020403" pitchFamily="18" charset="0"/>
              </a:rPr>
              <a:t>2</a:t>
            </a:r>
            <a:r>
              <a:rPr lang="vi-VN" b="1" dirty="0">
                <a:solidFill>
                  <a:srgbClr val="0000CC"/>
                </a:solidFill>
                <a:latin typeface="Rockwell" panose="02060603020205020403" pitchFamily="18" charset="0"/>
              </a:rPr>
              <a:t>. Đặc thù của ứng dụng Web</a:t>
            </a:r>
          </a:p>
          <a:p>
            <a:pPr marL="0" indent="0" algn="just">
              <a:spcBef>
                <a:spcPts val="600"/>
              </a:spcBef>
              <a:spcAft>
                <a:spcPts val="600"/>
              </a:spcAft>
              <a:buNone/>
            </a:pPr>
            <a:r>
              <a:rPr lang="vi-VN" dirty="0">
                <a:solidFill>
                  <a:srgbClr val="0000CC"/>
                </a:solidFill>
                <a:latin typeface="Rockwell" panose="02060603020205020403" pitchFamily="18" charset="0"/>
              </a:rPr>
              <a:t>Ứng dụng web có một số đặc điểm khiến nó trở thành mục tiêu hấp dẫn đối với tin tặc:</a:t>
            </a:r>
          </a:p>
          <a:p>
            <a:pPr algn="just">
              <a:spcBef>
                <a:spcPts val="600"/>
              </a:spcBef>
              <a:spcAft>
                <a:spcPts val="600"/>
              </a:spcAft>
            </a:pPr>
            <a:r>
              <a:rPr lang="vi-VN" dirty="0">
                <a:solidFill>
                  <a:srgbClr val="0000CC"/>
                </a:solidFill>
                <a:latin typeface="Rockwell" panose="02060603020205020403" pitchFamily="18" charset="0"/>
              </a:rPr>
              <a:t>Mở công khai trên Internet: Hầu hết website, dịch vụ E-commerce đều cần khách hàng toàn cầu truy cập: Làm gia tăng bề mặt tấn công.</a:t>
            </a:r>
          </a:p>
          <a:p>
            <a:pPr algn="just">
              <a:spcBef>
                <a:spcPts val="600"/>
              </a:spcBef>
              <a:spcAft>
                <a:spcPts val="600"/>
              </a:spcAft>
            </a:pPr>
            <a:r>
              <a:rPr lang="vi-VN" dirty="0">
                <a:solidFill>
                  <a:srgbClr val="0000CC"/>
                </a:solidFill>
                <a:latin typeface="Rockwell" panose="02060603020205020403" pitchFamily="18" charset="0"/>
              </a:rPr>
              <a:t>Tích hợp nhiều thành phần: Cơ sở dữ liệu, API, framework, plugin bên thứ ba: Khó kiểm soát nguồn gốc lỗ hổng; Chỉ cần một điểm yếu nhỏ cũng có thể bị khai thác.</a:t>
            </a:r>
          </a:p>
          <a:p>
            <a:pPr algn="just">
              <a:spcBef>
                <a:spcPts val="600"/>
              </a:spcBef>
              <a:spcAft>
                <a:spcPts val="600"/>
              </a:spcAft>
            </a:pPr>
            <a:r>
              <a:rPr lang="vi-VN" dirty="0">
                <a:solidFill>
                  <a:srgbClr val="0000CC"/>
                </a:solidFill>
                <a:latin typeface="Rockwell" panose="02060603020205020403" pitchFamily="18" charset="0"/>
              </a:rPr>
              <a:t>Dữ liệu nhạy cảm</a:t>
            </a:r>
            <a:r>
              <a:rPr lang="vi-VN" dirty="0" smtClean="0">
                <a:solidFill>
                  <a:srgbClr val="0000CC"/>
                </a:solidFill>
                <a:latin typeface="Rockwell" panose="02060603020205020403" pitchFamily="18" charset="0"/>
              </a:rPr>
              <a:t>:</a:t>
            </a:r>
            <a:r>
              <a:rPr lang="en-US" dirty="0" smtClean="0">
                <a:solidFill>
                  <a:srgbClr val="0000CC"/>
                </a:solidFill>
                <a:latin typeface="Rockwell" panose="02060603020205020403" pitchFamily="18" charset="0"/>
              </a:rPr>
              <a:t> </a:t>
            </a:r>
            <a:r>
              <a:rPr lang="en-US" dirty="0" err="1" smtClean="0">
                <a:solidFill>
                  <a:srgbClr val="0000CC"/>
                </a:solidFill>
                <a:latin typeface="Rockwell" panose="02060603020205020403" pitchFamily="18" charset="0"/>
              </a:rPr>
              <a:t>Thông</a:t>
            </a:r>
            <a:r>
              <a:rPr lang="en-US" dirty="0" smtClean="0">
                <a:solidFill>
                  <a:srgbClr val="0000CC"/>
                </a:solidFill>
                <a:latin typeface="Rockwell" panose="02060603020205020403" pitchFamily="18" charset="0"/>
              </a:rPr>
              <a:t> tin</a:t>
            </a:r>
            <a:r>
              <a:rPr lang="vi-VN" dirty="0" smtClean="0">
                <a:solidFill>
                  <a:srgbClr val="0000CC"/>
                </a:solidFill>
                <a:latin typeface="Rockwell" panose="02060603020205020403" pitchFamily="18" charset="0"/>
              </a:rPr>
              <a:t> </a:t>
            </a:r>
            <a:r>
              <a:rPr lang="vi-VN" dirty="0">
                <a:solidFill>
                  <a:srgbClr val="0000CC"/>
                </a:solidFill>
                <a:latin typeface="Rockwell" panose="02060603020205020403" pitchFamily="18" charset="0"/>
              </a:rPr>
              <a:t>cá nhân, </a:t>
            </a:r>
            <a:r>
              <a:rPr lang="vi-VN" dirty="0" smtClean="0">
                <a:solidFill>
                  <a:srgbClr val="0000CC"/>
                </a:solidFill>
                <a:latin typeface="Rockwell" panose="02060603020205020403" pitchFamily="18" charset="0"/>
              </a:rPr>
              <a:t>t</a:t>
            </a:r>
            <a:r>
              <a:rPr lang="en-US" dirty="0" err="1" smtClean="0">
                <a:solidFill>
                  <a:srgbClr val="0000CC"/>
                </a:solidFill>
                <a:latin typeface="Rockwell" panose="02060603020205020403" pitchFamily="18" charset="0"/>
              </a:rPr>
              <a:t>ài</a:t>
            </a:r>
            <a:r>
              <a:rPr lang="en-US" dirty="0" smtClean="0">
                <a:solidFill>
                  <a:srgbClr val="0000CC"/>
                </a:solidFill>
                <a:latin typeface="Rockwell" panose="02060603020205020403" pitchFamily="18" charset="0"/>
              </a:rPr>
              <a:t> </a:t>
            </a:r>
            <a:r>
              <a:rPr lang="vi-VN" dirty="0" smtClean="0">
                <a:solidFill>
                  <a:srgbClr val="0000CC"/>
                </a:solidFill>
                <a:latin typeface="Rockwell" panose="02060603020205020403" pitchFamily="18" charset="0"/>
              </a:rPr>
              <a:t>k</a:t>
            </a:r>
            <a:r>
              <a:rPr lang="en-US" dirty="0" err="1" smtClean="0">
                <a:solidFill>
                  <a:srgbClr val="0000CC"/>
                </a:solidFill>
                <a:latin typeface="Rockwell" panose="02060603020205020403" pitchFamily="18" charset="0"/>
              </a:rPr>
              <a:t>hoản</a:t>
            </a:r>
            <a:r>
              <a:rPr lang="vi-VN" dirty="0" smtClean="0">
                <a:solidFill>
                  <a:srgbClr val="0000CC"/>
                </a:solidFill>
                <a:latin typeface="Rockwell" panose="02060603020205020403" pitchFamily="18" charset="0"/>
              </a:rPr>
              <a:t>, </a:t>
            </a:r>
            <a:r>
              <a:rPr lang="vi-VN" dirty="0">
                <a:solidFill>
                  <a:srgbClr val="0000CC"/>
                </a:solidFill>
                <a:latin typeface="Rockwell" panose="02060603020205020403" pitchFamily="18" charset="0"/>
              </a:rPr>
              <a:t>số thẻ tín dụng, lịch sử giao dịch.</a:t>
            </a:r>
          </a:p>
          <a:p>
            <a:pPr algn="just">
              <a:spcBef>
                <a:spcPts val="600"/>
              </a:spcBef>
              <a:spcAft>
                <a:spcPts val="600"/>
              </a:spcAft>
            </a:pPr>
            <a:r>
              <a:rPr lang="vi-VN" dirty="0">
                <a:solidFill>
                  <a:srgbClr val="0000CC"/>
                </a:solidFill>
                <a:latin typeface="Rockwell" panose="02060603020205020403" pitchFamily="18" charset="0"/>
              </a:rPr>
              <a:t>Luôn thay đổi và mở rộng: Tính năng, giao diện thường xuyên được cập nhật: Dễ phát sinh lỗi bảo mật mới.</a:t>
            </a:r>
            <a:endParaRPr lang="en-US" dirty="0"/>
          </a:p>
        </p:txBody>
      </p:sp>
    </p:spTree>
    <p:extLst>
      <p:ext uri="{BB962C8B-B14F-4D97-AF65-F5344CB8AC3E}">
        <p14:creationId xmlns:p14="http://schemas.microsoft.com/office/powerpoint/2010/main" val="682718002"/>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371599" y="876869"/>
            <a:ext cx="10242645" cy="528851"/>
          </a:xfrm>
        </p:spPr>
        <p:txBody>
          <a:bodyPr/>
          <a:lstStyle/>
          <a:p>
            <a:r>
              <a:rPr lang="en-US" sz="2800" b="1" dirty="0" smtClean="0">
                <a:solidFill>
                  <a:srgbClr val="0000CC"/>
                </a:solidFill>
                <a:latin typeface="Rockwell" panose="02060603020205020403" pitchFamily="18" charset="0"/>
              </a:rPr>
              <a:t>3.1.1. </a:t>
            </a:r>
            <a:r>
              <a:rPr lang="vi-VN"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Tổng quan về bảo mật ứng dụng </a:t>
            </a:r>
            <a:r>
              <a:rPr lang="vi-VN"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web</a:t>
            </a:r>
            <a:endParaRPr lang="en-US" sz="2800" b="1" dirty="0">
              <a:solidFill>
                <a:srgbClr val="0000CC"/>
              </a:solidFill>
              <a:latin typeface="Rockwell" panose="020606030202050204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371599" y="1539263"/>
            <a:ext cx="10133463" cy="4382729"/>
          </a:xfrm>
        </p:spPr>
        <p:txBody>
          <a:bodyPr/>
          <a:lstStyle/>
          <a:p>
            <a:pPr marL="0" indent="0" algn="just">
              <a:spcBef>
                <a:spcPts val="600"/>
              </a:spcBef>
              <a:spcAft>
                <a:spcPts val="600"/>
              </a:spcAft>
              <a:buNone/>
            </a:pPr>
            <a:r>
              <a:rPr lang="vi-VN" b="1" dirty="0" smtClean="0">
                <a:solidFill>
                  <a:srgbClr val="0000CC"/>
                </a:solidFill>
                <a:latin typeface="Rockwell" panose="02060603020205020403" pitchFamily="18" charset="0"/>
              </a:rPr>
              <a:t>3</a:t>
            </a:r>
            <a:r>
              <a:rPr lang="vi-VN" b="1" dirty="0">
                <a:solidFill>
                  <a:srgbClr val="0000CC"/>
                </a:solidFill>
                <a:latin typeface="Rockwell" panose="02060603020205020403" pitchFamily="18" charset="0"/>
              </a:rPr>
              <a:t>. Nguyên tắc cốt lõi: CIA</a:t>
            </a:r>
          </a:p>
          <a:p>
            <a:pPr marL="0" indent="0" algn="just">
              <a:spcBef>
                <a:spcPts val="600"/>
              </a:spcBef>
              <a:spcAft>
                <a:spcPts val="600"/>
              </a:spcAft>
              <a:buNone/>
            </a:pPr>
            <a:r>
              <a:rPr lang="vi-VN" dirty="0">
                <a:solidFill>
                  <a:srgbClr val="0000CC"/>
                </a:solidFill>
                <a:latin typeface="Rockwell" panose="02060603020205020403" pitchFamily="18" charset="0"/>
              </a:rPr>
              <a:t>Bảo mật ứng dụng web thường dựa trên bộ ba nguyên tắc cơ bản:</a:t>
            </a:r>
          </a:p>
          <a:p>
            <a:pPr algn="just">
              <a:spcBef>
                <a:spcPts val="600"/>
              </a:spcBef>
              <a:spcAft>
                <a:spcPts val="600"/>
              </a:spcAft>
            </a:pPr>
            <a:r>
              <a:rPr lang="vi-VN" b="1" dirty="0">
                <a:solidFill>
                  <a:srgbClr val="0000CC"/>
                </a:solidFill>
                <a:latin typeface="Rockwell" panose="02060603020205020403" pitchFamily="18" charset="0"/>
              </a:rPr>
              <a:t>Confidentiality (Bí mật): </a:t>
            </a:r>
            <a:r>
              <a:rPr lang="vi-VN" dirty="0">
                <a:solidFill>
                  <a:srgbClr val="0000CC"/>
                </a:solidFill>
                <a:latin typeface="Rockwell" panose="02060603020205020403" pitchFamily="18" charset="0"/>
              </a:rPr>
              <a:t>Dữ liệu chỉ có thể được truy cập bởi những người có thẩm quyền. Ví dụ: Mật khẩu và thông tin thẻ tín dụng phải được mã hóa.</a:t>
            </a:r>
          </a:p>
          <a:p>
            <a:pPr algn="just">
              <a:spcBef>
                <a:spcPts val="600"/>
              </a:spcBef>
              <a:spcAft>
                <a:spcPts val="600"/>
              </a:spcAft>
            </a:pPr>
            <a:r>
              <a:rPr lang="vi-VN" b="1" dirty="0">
                <a:solidFill>
                  <a:srgbClr val="0000CC"/>
                </a:solidFill>
                <a:latin typeface="Rockwell" panose="02060603020205020403" pitchFamily="18" charset="0"/>
              </a:rPr>
              <a:t>Integrity (Toàn vẹn): </a:t>
            </a:r>
            <a:r>
              <a:rPr lang="vi-VN" dirty="0">
                <a:solidFill>
                  <a:srgbClr val="0000CC"/>
                </a:solidFill>
                <a:latin typeface="Rockwell" panose="02060603020205020403" pitchFamily="18" charset="0"/>
              </a:rPr>
              <a:t>Dữ liệu và thông tin không bị thay đổi trái phép trong quá trình lưu trữ và truyền tải. Ví dụ: cơ chế checksum, chữ ký số.</a:t>
            </a:r>
          </a:p>
          <a:p>
            <a:pPr algn="just">
              <a:spcBef>
                <a:spcPts val="600"/>
              </a:spcBef>
              <a:spcAft>
                <a:spcPts val="600"/>
              </a:spcAft>
            </a:pPr>
            <a:r>
              <a:rPr lang="vi-VN" b="1" dirty="0">
                <a:solidFill>
                  <a:srgbClr val="0000CC"/>
                </a:solidFill>
                <a:latin typeface="Rockwell" panose="02060603020205020403" pitchFamily="18" charset="0"/>
              </a:rPr>
              <a:t>Availability (Sẵn sàng): </a:t>
            </a:r>
            <a:r>
              <a:rPr lang="vi-VN" dirty="0">
                <a:solidFill>
                  <a:srgbClr val="0000CC"/>
                </a:solidFill>
                <a:latin typeface="Rockwell" panose="02060603020205020403" pitchFamily="18" charset="0"/>
              </a:rPr>
              <a:t>Dịch vụ web luôn sẵn sàng phục vụ người dùng hợp pháp, ngay cả khi bị tấn công (ví dụ DDoS).</a:t>
            </a:r>
            <a:endParaRPr lang="en-US" dirty="0"/>
          </a:p>
        </p:txBody>
      </p:sp>
    </p:spTree>
    <p:extLst>
      <p:ext uri="{BB962C8B-B14F-4D97-AF65-F5344CB8AC3E}">
        <p14:creationId xmlns:p14="http://schemas.microsoft.com/office/powerpoint/2010/main" val="3922903772"/>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371599" y="876869"/>
            <a:ext cx="10242645" cy="528851"/>
          </a:xfrm>
        </p:spPr>
        <p:txBody>
          <a:bodyPr/>
          <a:lstStyle/>
          <a:p>
            <a:r>
              <a:rPr lang="en-US" sz="2800" b="1" dirty="0" smtClean="0">
                <a:solidFill>
                  <a:srgbClr val="0000CC"/>
                </a:solidFill>
                <a:latin typeface="Rockwell" panose="02060603020205020403" pitchFamily="18" charset="0"/>
              </a:rPr>
              <a:t>3.1.1. </a:t>
            </a:r>
            <a:r>
              <a:rPr lang="vi-VN"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Tổng quan về bảo mật ứng dụng </a:t>
            </a:r>
            <a:r>
              <a:rPr lang="vi-VN"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web</a:t>
            </a:r>
            <a:endParaRPr lang="en-US" sz="2800" b="1" dirty="0">
              <a:solidFill>
                <a:srgbClr val="0000CC"/>
              </a:solidFill>
              <a:latin typeface="Rockwell" panose="020606030202050204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371599" y="1539263"/>
            <a:ext cx="10133463" cy="4382729"/>
          </a:xfrm>
        </p:spPr>
        <p:txBody>
          <a:bodyPr/>
          <a:lstStyle/>
          <a:p>
            <a:pPr marL="0" indent="0" algn="just">
              <a:spcBef>
                <a:spcPts val="600"/>
              </a:spcBef>
              <a:spcAft>
                <a:spcPts val="600"/>
              </a:spcAft>
              <a:buNone/>
            </a:pPr>
            <a:r>
              <a:rPr lang="vi-VN" b="1" dirty="0" smtClean="0">
                <a:solidFill>
                  <a:srgbClr val="0000CC"/>
                </a:solidFill>
                <a:latin typeface="Rockwell" panose="02060603020205020403" pitchFamily="18" charset="0"/>
              </a:rPr>
              <a:t>4</a:t>
            </a:r>
            <a:r>
              <a:rPr lang="vi-VN" b="1" dirty="0">
                <a:solidFill>
                  <a:srgbClr val="0000CC"/>
                </a:solidFill>
                <a:latin typeface="Rockwell" panose="02060603020205020403" pitchFamily="18" charset="0"/>
              </a:rPr>
              <a:t>. Tầm quan trọng</a:t>
            </a:r>
          </a:p>
          <a:p>
            <a:pPr marL="0" indent="0" algn="just">
              <a:spcBef>
                <a:spcPts val="600"/>
              </a:spcBef>
              <a:spcAft>
                <a:spcPts val="600"/>
              </a:spcAft>
              <a:buNone/>
            </a:pPr>
            <a:r>
              <a:rPr lang="vi-VN" dirty="0">
                <a:solidFill>
                  <a:srgbClr val="0000CC"/>
                </a:solidFill>
                <a:latin typeface="Rockwell" panose="02060603020205020403" pitchFamily="18" charset="0"/>
              </a:rPr>
              <a:t>Trong bối cảnh thương mại điện tử và giao dịch trực tuyến phát triển mạnh:</a:t>
            </a:r>
          </a:p>
          <a:p>
            <a:pPr algn="just">
              <a:spcBef>
                <a:spcPts val="600"/>
              </a:spcBef>
              <a:spcAft>
                <a:spcPts val="600"/>
              </a:spcAft>
            </a:pPr>
            <a:r>
              <a:rPr lang="vi-VN" dirty="0">
                <a:solidFill>
                  <a:srgbClr val="0000CC"/>
                </a:solidFill>
                <a:latin typeface="Rockwell" panose="02060603020205020403" pitchFamily="18" charset="0"/>
              </a:rPr>
              <a:t>Bảo mật ứng dụng web = bảo mật kinh doanh. Chỉ một lỗ hổng nhỏ có thể dẫn đến rò rỉ dữ liệu khách hàng, gây thiệt hại lớn về tài chính và uy tín.</a:t>
            </a:r>
          </a:p>
          <a:p>
            <a:pPr algn="just">
              <a:spcBef>
                <a:spcPts val="600"/>
              </a:spcBef>
              <a:spcAft>
                <a:spcPts val="600"/>
              </a:spcAft>
            </a:pPr>
            <a:r>
              <a:rPr lang="vi-VN" dirty="0">
                <a:solidFill>
                  <a:srgbClr val="0000CC"/>
                </a:solidFill>
                <a:latin typeface="Rockwell" panose="02060603020205020403" pitchFamily="18" charset="0"/>
              </a:rPr>
              <a:t>Liên quan trực tiếp đến khách hàng: Bảo mật yếu, làm mất lòng tin với khách hàng.</a:t>
            </a:r>
          </a:p>
          <a:p>
            <a:pPr algn="just">
              <a:spcBef>
                <a:spcPts val="600"/>
              </a:spcBef>
              <a:spcAft>
                <a:spcPts val="600"/>
              </a:spcAft>
            </a:pPr>
            <a:r>
              <a:rPr lang="vi-VN" dirty="0">
                <a:solidFill>
                  <a:srgbClr val="0000CC"/>
                </a:solidFill>
                <a:latin typeface="Rockwell" panose="02060603020205020403" pitchFamily="18" charset="0"/>
              </a:rPr>
              <a:t>Đáp ứng yêu cầu pháp lý: Nhiều quốc gia yêu cầu tuân thủ luật bảo vệ dữ liệu cá nhân (GDPR, Nghị định bảo mật dữ liệu).</a:t>
            </a:r>
          </a:p>
          <a:p>
            <a:pPr algn="just">
              <a:spcBef>
                <a:spcPts val="600"/>
              </a:spcBef>
              <a:spcAft>
                <a:spcPts val="600"/>
              </a:spcAft>
            </a:pPr>
            <a:r>
              <a:rPr lang="vi-VN" dirty="0">
                <a:solidFill>
                  <a:srgbClr val="0000CC"/>
                </a:solidFill>
                <a:latin typeface="Rockwell" panose="02060603020205020403" pitchFamily="18" charset="0"/>
              </a:rPr>
              <a:t>Đảm bảo thanh toán trực tuyến an toàn: </a:t>
            </a:r>
            <a:r>
              <a:rPr lang="en-US" dirty="0" smtClean="0">
                <a:solidFill>
                  <a:srgbClr val="0000CC"/>
                </a:solidFill>
                <a:latin typeface="Rockwell" panose="02060603020205020403" pitchFamily="18" charset="0"/>
              </a:rPr>
              <a:t>C</a:t>
            </a:r>
            <a:r>
              <a:rPr lang="vi-VN" dirty="0" smtClean="0">
                <a:solidFill>
                  <a:srgbClr val="0000CC"/>
                </a:solidFill>
                <a:latin typeface="Rockwell" panose="02060603020205020403" pitchFamily="18" charset="0"/>
              </a:rPr>
              <a:t>ần </a:t>
            </a:r>
            <a:r>
              <a:rPr lang="vi-VN" dirty="0">
                <a:solidFill>
                  <a:srgbClr val="0000CC"/>
                </a:solidFill>
                <a:latin typeface="Rockwell" panose="02060603020205020403" pitchFamily="18" charset="0"/>
              </a:rPr>
              <a:t>tuân thủ chuẩn PCI DSS để bảo vệ thông tin thẻ</a:t>
            </a:r>
            <a:r>
              <a:rPr lang="vi-VN" b="1" dirty="0">
                <a:solidFill>
                  <a:srgbClr val="0000CC"/>
                </a:solidFill>
                <a:latin typeface="Rockwell" panose="02060603020205020403" pitchFamily="18" charset="0"/>
              </a:rPr>
              <a:t>.</a:t>
            </a:r>
            <a:endParaRPr lang="en-US" dirty="0"/>
          </a:p>
        </p:txBody>
      </p:sp>
    </p:spTree>
    <p:extLst>
      <p:ext uri="{BB962C8B-B14F-4D97-AF65-F5344CB8AC3E}">
        <p14:creationId xmlns:p14="http://schemas.microsoft.com/office/powerpoint/2010/main" val="1342326260"/>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371599" y="876869"/>
            <a:ext cx="10242645" cy="528851"/>
          </a:xfrm>
        </p:spPr>
        <p:txBody>
          <a:bodyPr/>
          <a:lstStyle/>
          <a:p>
            <a:r>
              <a:rPr lang="en-US" sz="2800" b="1" dirty="0" smtClean="0">
                <a:solidFill>
                  <a:srgbClr val="0000CC"/>
                </a:solidFill>
                <a:latin typeface="Rockwell" panose="02060603020205020403" pitchFamily="18" charset="0"/>
              </a:rPr>
              <a:t>3.1.1. </a:t>
            </a:r>
            <a:r>
              <a:rPr lang="vi-VN"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Tổng quan về bảo mật ứng dụng </a:t>
            </a:r>
            <a:r>
              <a:rPr lang="vi-VN"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web</a:t>
            </a:r>
            <a:endParaRPr lang="en-US" sz="2800" b="1" dirty="0">
              <a:solidFill>
                <a:srgbClr val="0000CC"/>
              </a:solidFill>
              <a:latin typeface="Rockwell" panose="020606030202050204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371599" y="1539263"/>
            <a:ext cx="10133463" cy="4382729"/>
          </a:xfrm>
        </p:spPr>
        <p:txBody>
          <a:bodyPr/>
          <a:lstStyle/>
          <a:p>
            <a:pPr marL="0" indent="0" algn="just">
              <a:spcBef>
                <a:spcPts val="600"/>
              </a:spcBef>
              <a:spcAft>
                <a:spcPts val="600"/>
              </a:spcAft>
              <a:buNone/>
            </a:pPr>
            <a:r>
              <a:rPr lang="vi-VN" sz="2600" dirty="0" smtClean="0">
                <a:solidFill>
                  <a:srgbClr val="FF00FF"/>
                </a:solidFill>
                <a:latin typeface="Rockwell" panose="02060603020205020403" pitchFamily="18" charset="0"/>
              </a:rPr>
              <a:t>Đánh </a:t>
            </a:r>
            <a:r>
              <a:rPr lang="vi-VN" sz="2600" dirty="0">
                <a:solidFill>
                  <a:srgbClr val="FF00FF"/>
                </a:solidFill>
                <a:latin typeface="Rockwell" panose="02060603020205020403" pitchFamily="18" charset="0"/>
              </a:rPr>
              <a:t>giá: </a:t>
            </a:r>
            <a:endParaRPr lang="en-US" sz="2600" dirty="0" smtClean="0">
              <a:solidFill>
                <a:srgbClr val="FF00FF"/>
              </a:solidFill>
              <a:latin typeface="Rockwell" panose="02060603020205020403" pitchFamily="18" charset="0"/>
            </a:endParaRPr>
          </a:p>
          <a:p>
            <a:pPr marL="0" indent="0" algn="just">
              <a:spcBef>
                <a:spcPts val="600"/>
              </a:spcBef>
              <a:spcAft>
                <a:spcPts val="600"/>
              </a:spcAft>
              <a:buNone/>
            </a:pPr>
            <a:r>
              <a:rPr lang="vi-VN" sz="2600" dirty="0" smtClean="0">
                <a:solidFill>
                  <a:srgbClr val="FF00FF"/>
                </a:solidFill>
                <a:latin typeface="Rockwell" panose="02060603020205020403" pitchFamily="18" charset="0"/>
              </a:rPr>
              <a:t>Bảo </a:t>
            </a:r>
            <a:r>
              <a:rPr lang="vi-VN" sz="2600" dirty="0">
                <a:solidFill>
                  <a:srgbClr val="FF00FF"/>
                </a:solidFill>
                <a:latin typeface="Rockwell" panose="02060603020205020403" pitchFamily="18" charset="0"/>
              </a:rPr>
              <a:t>mật ứng dụng web không chỉ là lớp kỹ thuật phòng thủ, mà còn là yếu tố sống còn để đảm bảo sự tồn tại và phát triển của các doanh nghiệp hoạt động trong lĩnh vực thương mại điện tử.</a:t>
            </a:r>
          </a:p>
          <a:p>
            <a:pPr marL="0" indent="0" algn="just">
              <a:spcBef>
                <a:spcPts val="600"/>
              </a:spcBef>
              <a:spcAft>
                <a:spcPts val="600"/>
              </a:spcAft>
              <a:buNone/>
            </a:pPr>
            <a:endParaRPr lang="en-US" dirty="0"/>
          </a:p>
        </p:txBody>
      </p:sp>
    </p:spTree>
    <p:extLst>
      <p:ext uri="{BB962C8B-B14F-4D97-AF65-F5344CB8AC3E}">
        <p14:creationId xmlns:p14="http://schemas.microsoft.com/office/powerpoint/2010/main" val="3699701815"/>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460310" y="890517"/>
            <a:ext cx="10242645" cy="528851"/>
          </a:xfrm>
        </p:spPr>
        <p:txBody>
          <a:bodyPr/>
          <a:lstStyle/>
          <a:p>
            <a:r>
              <a:rPr lang="en-US" sz="2800" b="1" dirty="0" smtClean="0">
                <a:solidFill>
                  <a:srgbClr val="0000CC"/>
                </a:solidFill>
                <a:latin typeface="Rockwell" panose="02060603020205020403" pitchFamily="18" charset="0"/>
              </a:rPr>
              <a:t>3.1.2.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Các</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lỗ</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hổng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phổ</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biến</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trong</a:t>
            </a:r>
            <a:r>
              <a:rPr lang="vi-VN"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ứng dụng </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W</a:t>
            </a:r>
            <a:r>
              <a:rPr lang="vi-VN"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eb</a:t>
            </a:r>
            <a:endParaRPr lang="en-US" sz="2800" b="1" dirty="0">
              <a:solidFill>
                <a:srgbClr val="0000CC"/>
              </a:solidFill>
              <a:latin typeface="Rockwell" panose="020606030202050204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460311" y="1539263"/>
            <a:ext cx="9880980" cy="4382729"/>
          </a:xfrm>
        </p:spPr>
        <p:txBody>
          <a:bodyPr/>
          <a:lstStyle/>
          <a:p>
            <a:pPr marL="0" indent="0" algn="just">
              <a:spcBef>
                <a:spcPts val="600"/>
              </a:spcBef>
              <a:spcAft>
                <a:spcPts val="600"/>
              </a:spcAft>
              <a:buNone/>
            </a:pPr>
            <a:r>
              <a:rPr lang="vi-VN" dirty="0">
                <a:solidFill>
                  <a:srgbClr val="0000CC"/>
                </a:solidFill>
                <a:latin typeface="Rockwell" panose="02060603020205020403" pitchFamily="18" charset="0"/>
              </a:rPr>
              <a:t>Trong quá trình phát triển và vận hành, ứng dụng web thường gặp các lỗ hổng bảo mật nghiêm trọng, được tin tặc khai thác để tấn công. </a:t>
            </a:r>
            <a:endParaRPr lang="en-US" dirty="0" smtClean="0">
              <a:solidFill>
                <a:srgbClr val="0000CC"/>
              </a:solidFill>
              <a:latin typeface="Rockwell" panose="02060603020205020403" pitchFamily="18" charset="0"/>
            </a:endParaRPr>
          </a:p>
          <a:p>
            <a:pPr marL="0" indent="0" algn="just">
              <a:spcBef>
                <a:spcPts val="0"/>
              </a:spcBef>
              <a:spcAft>
                <a:spcPts val="600"/>
              </a:spcAft>
              <a:buNone/>
            </a:pPr>
            <a:r>
              <a:rPr lang="vi-VN" dirty="0" smtClean="0">
                <a:solidFill>
                  <a:srgbClr val="0000CC"/>
                </a:solidFill>
                <a:latin typeface="Rockwell" panose="02060603020205020403" pitchFamily="18" charset="0"/>
              </a:rPr>
              <a:t>Một </a:t>
            </a:r>
            <a:r>
              <a:rPr lang="vi-VN" dirty="0">
                <a:solidFill>
                  <a:srgbClr val="0000CC"/>
                </a:solidFill>
                <a:latin typeface="Rockwell" panose="02060603020205020403" pitchFamily="18" charset="0"/>
              </a:rPr>
              <a:t>số lỗ hổng phổ biến gồm:</a:t>
            </a:r>
            <a:endParaRPr lang="en-US" dirty="0" smtClean="0">
              <a:solidFill>
                <a:srgbClr val="0000CC"/>
              </a:solidFill>
              <a:latin typeface="Rockwell" panose="02060603020205020403" pitchFamily="18" charset="0"/>
            </a:endParaRPr>
          </a:p>
          <a:p>
            <a:pPr marL="987552" lvl="1" indent="-457200" algn="just">
              <a:spcBef>
                <a:spcPts val="600"/>
              </a:spcBef>
              <a:spcAft>
                <a:spcPts val="0"/>
              </a:spcAft>
              <a:buFont typeface="+mj-lt"/>
              <a:buAutoNum type="arabicPeriod"/>
            </a:pPr>
            <a:r>
              <a:rPr lang="vi-VN" dirty="0" smtClean="0">
                <a:solidFill>
                  <a:srgbClr val="FF00FF"/>
                </a:solidFill>
                <a:latin typeface="Rockwell" panose="02060603020205020403" pitchFamily="18" charset="0"/>
              </a:rPr>
              <a:t>SQL </a:t>
            </a:r>
            <a:r>
              <a:rPr lang="vi-VN" dirty="0">
                <a:solidFill>
                  <a:srgbClr val="FF00FF"/>
                </a:solidFill>
                <a:latin typeface="Rockwell" panose="02060603020205020403" pitchFamily="18" charset="0"/>
              </a:rPr>
              <a:t>Injection (SQLi</a:t>
            </a:r>
            <a:r>
              <a:rPr lang="vi-VN" dirty="0" smtClean="0">
                <a:solidFill>
                  <a:srgbClr val="FF00FF"/>
                </a:solidFill>
                <a:latin typeface="Rockwell" panose="02060603020205020403" pitchFamily="18" charset="0"/>
              </a:rPr>
              <a:t>)</a:t>
            </a:r>
          </a:p>
          <a:p>
            <a:pPr marL="987552" lvl="1" indent="-457200" algn="just">
              <a:spcBef>
                <a:spcPts val="600"/>
              </a:spcBef>
              <a:spcAft>
                <a:spcPts val="0"/>
              </a:spcAft>
              <a:buFont typeface="+mj-lt"/>
              <a:buAutoNum type="arabicPeriod"/>
            </a:pPr>
            <a:r>
              <a:rPr lang="vi-VN" dirty="0" smtClean="0">
                <a:solidFill>
                  <a:srgbClr val="FF00FF"/>
                </a:solidFill>
                <a:latin typeface="Rockwell" panose="02060603020205020403" pitchFamily="18" charset="0"/>
              </a:rPr>
              <a:t>Cross-Site Scripting (XSS)</a:t>
            </a:r>
          </a:p>
          <a:p>
            <a:pPr marL="987552" lvl="1" indent="-457200" algn="just">
              <a:spcBef>
                <a:spcPts val="600"/>
              </a:spcBef>
              <a:spcAft>
                <a:spcPts val="0"/>
              </a:spcAft>
              <a:buFont typeface="+mj-lt"/>
              <a:buAutoNum type="arabicPeriod"/>
            </a:pPr>
            <a:r>
              <a:rPr lang="vi-VN" dirty="0" smtClean="0">
                <a:solidFill>
                  <a:srgbClr val="FF00FF"/>
                </a:solidFill>
                <a:latin typeface="Rockwell" panose="02060603020205020403" pitchFamily="18" charset="0"/>
              </a:rPr>
              <a:t>Cross-Site Request Forgery (CSRF)</a:t>
            </a:r>
            <a:endParaRPr lang="en-US" dirty="0" smtClean="0">
              <a:solidFill>
                <a:srgbClr val="FF00FF"/>
              </a:solidFill>
              <a:latin typeface="Rockwell" panose="02060603020205020403" pitchFamily="18" charset="0"/>
            </a:endParaRPr>
          </a:p>
          <a:p>
            <a:pPr marL="987552" lvl="1" indent="-457200" algn="just">
              <a:spcBef>
                <a:spcPts val="600"/>
              </a:spcBef>
              <a:spcAft>
                <a:spcPts val="0"/>
              </a:spcAft>
              <a:buFont typeface="+mj-lt"/>
              <a:buAutoNum type="arabicPeriod"/>
            </a:pPr>
            <a:r>
              <a:rPr lang="en-US" dirty="0">
                <a:solidFill>
                  <a:srgbClr val="FF00FF"/>
                </a:solidFill>
                <a:latin typeface="Rockwell" panose="02060603020205020403" pitchFamily="18" charset="0"/>
              </a:rPr>
              <a:t>Broken Authentication &amp; Session </a:t>
            </a:r>
            <a:r>
              <a:rPr lang="en-US" dirty="0" smtClean="0">
                <a:solidFill>
                  <a:srgbClr val="FF00FF"/>
                </a:solidFill>
                <a:latin typeface="Rockwell" panose="02060603020205020403" pitchFamily="18" charset="0"/>
              </a:rPr>
              <a:t>Management</a:t>
            </a:r>
          </a:p>
          <a:p>
            <a:pPr marL="987552" lvl="1" indent="-457200" algn="just">
              <a:spcBef>
                <a:spcPts val="600"/>
              </a:spcBef>
              <a:spcAft>
                <a:spcPts val="0"/>
              </a:spcAft>
              <a:buFont typeface="+mj-lt"/>
              <a:buAutoNum type="arabicPeriod"/>
            </a:pPr>
            <a:r>
              <a:rPr lang="vi-VN" dirty="0" smtClean="0">
                <a:solidFill>
                  <a:srgbClr val="FF00FF"/>
                </a:solidFill>
                <a:latin typeface="Rockwell" panose="02060603020205020403" pitchFamily="18" charset="0"/>
              </a:rPr>
              <a:t>Security Misconfiguration</a:t>
            </a:r>
          </a:p>
          <a:p>
            <a:pPr marL="987552" lvl="1" indent="-457200" algn="just">
              <a:spcBef>
                <a:spcPts val="600"/>
              </a:spcBef>
              <a:spcAft>
                <a:spcPts val="600"/>
              </a:spcAft>
              <a:buFont typeface="+mj-lt"/>
              <a:buAutoNum type="arabicPeriod"/>
            </a:pPr>
            <a:r>
              <a:rPr lang="vi-VN" dirty="0" smtClean="0">
                <a:solidFill>
                  <a:srgbClr val="FF00FF"/>
                </a:solidFill>
                <a:latin typeface="Rockwell" panose="02060603020205020403" pitchFamily="18" charset="0"/>
              </a:rPr>
              <a:t>Sensitive Data Exposure</a:t>
            </a:r>
            <a:endParaRPr lang="en-US" dirty="0" smtClean="0">
              <a:solidFill>
                <a:srgbClr val="FF00FF"/>
              </a:solidFill>
              <a:latin typeface="Rockwell" panose="02060603020205020403" pitchFamily="18" charset="0"/>
            </a:endParaRPr>
          </a:p>
          <a:p>
            <a:pPr marL="0" lvl="1" indent="0" algn="just">
              <a:spcBef>
                <a:spcPts val="600"/>
              </a:spcBef>
              <a:spcAft>
                <a:spcPts val="0"/>
              </a:spcAft>
              <a:buNone/>
            </a:pPr>
            <a:r>
              <a:rPr lang="vi-VN" dirty="0">
                <a:solidFill>
                  <a:srgbClr val="0000CC"/>
                </a:solidFill>
                <a:latin typeface="Rockwell" panose="02060603020205020403" pitchFamily="18" charset="0"/>
              </a:rPr>
              <a:t>Những lỗ hổng trên đều nằm trong OWASP Top </a:t>
            </a:r>
            <a:r>
              <a:rPr lang="vi-VN" dirty="0" smtClean="0">
                <a:solidFill>
                  <a:srgbClr val="0000CC"/>
                </a:solidFill>
                <a:latin typeface="Rockwell" panose="02060603020205020403" pitchFamily="18" charset="0"/>
              </a:rPr>
              <a:t>10</a:t>
            </a:r>
            <a:r>
              <a:rPr lang="en-US" dirty="0" smtClean="0">
                <a:solidFill>
                  <a:srgbClr val="0000CC"/>
                </a:solidFill>
                <a:latin typeface="Rockwell" panose="02060603020205020403" pitchFamily="18" charset="0"/>
              </a:rPr>
              <a:t>: B</a:t>
            </a:r>
            <a:r>
              <a:rPr lang="vi-VN" dirty="0" smtClean="0">
                <a:solidFill>
                  <a:srgbClr val="0000CC"/>
                </a:solidFill>
                <a:latin typeface="Rockwell" panose="02060603020205020403" pitchFamily="18" charset="0"/>
              </a:rPr>
              <a:t>ộ </a:t>
            </a:r>
            <a:r>
              <a:rPr lang="vi-VN" dirty="0">
                <a:solidFill>
                  <a:srgbClr val="0000CC"/>
                </a:solidFill>
                <a:latin typeface="Rockwell" panose="02060603020205020403" pitchFamily="18" charset="0"/>
              </a:rPr>
              <a:t>tiêu chuẩn hàng đầu về bảo mật ứng dụng web. Doanh nghiệp cần ưu tiên kiểm thử và phòng ngừa để giảm thiểu rủi ro.</a:t>
            </a:r>
          </a:p>
        </p:txBody>
      </p:sp>
    </p:spTree>
    <p:extLst>
      <p:ext uri="{BB962C8B-B14F-4D97-AF65-F5344CB8AC3E}">
        <p14:creationId xmlns:p14="http://schemas.microsoft.com/office/powerpoint/2010/main" val="2987376310"/>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460310" y="890517"/>
            <a:ext cx="10242645" cy="528851"/>
          </a:xfrm>
        </p:spPr>
        <p:txBody>
          <a:bodyPr/>
          <a:lstStyle/>
          <a:p>
            <a:r>
              <a:rPr lang="en-US" sz="2800" b="1" dirty="0" smtClean="0">
                <a:solidFill>
                  <a:srgbClr val="0000CC"/>
                </a:solidFill>
                <a:latin typeface="Rockwell" panose="02060603020205020403" pitchFamily="18" charset="0"/>
              </a:rPr>
              <a:t>3.1.2.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Các</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lỗ</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hổng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phổ</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biến</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trong</a:t>
            </a:r>
            <a:r>
              <a:rPr lang="vi-VN"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ứng dụng </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W</a:t>
            </a:r>
            <a:r>
              <a:rPr lang="vi-VN"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eb</a:t>
            </a:r>
            <a:endParaRPr lang="en-US" sz="2800" b="1" dirty="0">
              <a:solidFill>
                <a:srgbClr val="0000CC"/>
              </a:solidFill>
              <a:latin typeface="Rockwell" panose="020606030202050204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460311" y="1539263"/>
            <a:ext cx="9880980" cy="4382729"/>
          </a:xfrm>
        </p:spPr>
        <p:txBody>
          <a:bodyPr/>
          <a:lstStyle/>
          <a:p>
            <a:pPr marL="0" indent="0" algn="just">
              <a:spcBef>
                <a:spcPts val="600"/>
              </a:spcBef>
              <a:spcAft>
                <a:spcPts val="600"/>
              </a:spcAft>
              <a:buNone/>
            </a:pPr>
            <a:r>
              <a:rPr lang="vi-VN" dirty="0">
                <a:solidFill>
                  <a:srgbClr val="0000CC"/>
                </a:solidFill>
                <a:latin typeface="Rockwell" panose="02060603020205020403" pitchFamily="18" charset="0"/>
              </a:rPr>
              <a:t>Trong quá trình phát triển và vận hành, ứng dụng web thường gặp các lỗ hổng bảo mật nghiêm trọng, được tin tặc khai thác để tấn công. </a:t>
            </a:r>
            <a:endParaRPr lang="en-US" dirty="0" smtClean="0">
              <a:solidFill>
                <a:srgbClr val="0000CC"/>
              </a:solidFill>
              <a:latin typeface="Rockwell" panose="02060603020205020403" pitchFamily="18" charset="0"/>
            </a:endParaRPr>
          </a:p>
          <a:p>
            <a:pPr marL="0" indent="0" algn="just">
              <a:spcBef>
                <a:spcPts val="0"/>
              </a:spcBef>
              <a:spcAft>
                <a:spcPts val="600"/>
              </a:spcAft>
              <a:buNone/>
            </a:pPr>
            <a:r>
              <a:rPr lang="vi-VN" dirty="0" smtClean="0">
                <a:solidFill>
                  <a:srgbClr val="0000CC"/>
                </a:solidFill>
                <a:latin typeface="Rockwell" panose="02060603020205020403" pitchFamily="18" charset="0"/>
              </a:rPr>
              <a:t>Một </a:t>
            </a:r>
            <a:r>
              <a:rPr lang="vi-VN" dirty="0">
                <a:solidFill>
                  <a:srgbClr val="0000CC"/>
                </a:solidFill>
                <a:latin typeface="Rockwell" panose="02060603020205020403" pitchFamily="18" charset="0"/>
              </a:rPr>
              <a:t>số lỗ hổng phổ biến gồm:</a:t>
            </a:r>
            <a:endParaRPr lang="en-US" dirty="0" smtClean="0">
              <a:solidFill>
                <a:srgbClr val="0000CC"/>
              </a:solidFill>
              <a:latin typeface="Rockwell" panose="02060603020205020403" pitchFamily="18" charset="0"/>
            </a:endParaRPr>
          </a:p>
          <a:p>
            <a:pPr marL="914400" lvl="2" indent="-457200" algn="just">
              <a:spcBef>
                <a:spcPts val="600"/>
              </a:spcBef>
              <a:spcAft>
                <a:spcPts val="0"/>
              </a:spcAft>
              <a:buFont typeface="+mj-lt"/>
              <a:buAutoNum type="arabicPeriod"/>
            </a:pPr>
            <a:r>
              <a:rPr lang="vi-VN" sz="2400" dirty="0">
                <a:solidFill>
                  <a:srgbClr val="FF00FF"/>
                </a:solidFill>
                <a:latin typeface="Rockwell" panose="02060603020205020403" pitchFamily="18" charset="0"/>
              </a:rPr>
              <a:t>SQLi:  Chèn mã SQL để truy cập/trích xuất dữ liệu trái phép.</a:t>
            </a:r>
          </a:p>
          <a:p>
            <a:pPr marL="914400" lvl="2" indent="-457200" algn="just">
              <a:spcBef>
                <a:spcPts val="600"/>
              </a:spcBef>
              <a:spcAft>
                <a:spcPts val="0"/>
              </a:spcAft>
              <a:buFont typeface="+mj-lt"/>
              <a:buAutoNum type="arabicPeriod"/>
            </a:pPr>
            <a:r>
              <a:rPr lang="vi-VN" sz="2400" dirty="0">
                <a:solidFill>
                  <a:srgbClr val="FF00FF"/>
                </a:solidFill>
                <a:latin typeface="Rockwell" panose="02060603020205020403" pitchFamily="18" charset="0"/>
              </a:rPr>
              <a:t>XSS: Chèn script độc hại để đánh cắp session, cookie.</a:t>
            </a:r>
          </a:p>
          <a:p>
            <a:pPr marL="914400" lvl="2" indent="-457200" algn="just">
              <a:spcBef>
                <a:spcPts val="600"/>
              </a:spcBef>
              <a:spcAft>
                <a:spcPts val="0"/>
              </a:spcAft>
              <a:buFont typeface="+mj-lt"/>
              <a:buAutoNum type="arabicPeriod"/>
            </a:pPr>
            <a:r>
              <a:rPr lang="vi-VN" sz="2400" dirty="0">
                <a:solidFill>
                  <a:srgbClr val="FF00FF"/>
                </a:solidFill>
                <a:latin typeface="Rockwell" panose="02060603020205020403" pitchFamily="18" charset="0"/>
              </a:rPr>
              <a:t>CSRF: Giả mạo yêu cầu người dùng.</a:t>
            </a:r>
          </a:p>
          <a:p>
            <a:pPr marL="914400" lvl="2" indent="-457200" algn="just">
              <a:spcBef>
                <a:spcPts val="600"/>
              </a:spcBef>
              <a:spcAft>
                <a:spcPts val="0"/>
              </a:spcAft>
              <a:buFont typeface="+mj-lt"/>
              <a:buAutoNum type="arabicPeriod"/>
            </a:pPr>
            <a:r>
              <a:rPr lang="vi-VN" sz="2400" dirty="0" smtClean="0">
                <a:solidFill>
                  <a:srgbClr val="FF00FF"/>
                </a:solidFill>
                <a:latin typeface="Rockwell" panose="02060603020205020403" pitchFamily="18" charset="0"/>
              </a:rPr>
              <a:t>B</a:t>
            </a:r>
            <a:r>
              <a:rPr lang="en-US" sz="2400" dirty="0" err="1" smtClean="0">
                <a:solidFill>
                  <a:srgbClr val="FF00FF"/>
                </a:solidFill>
                <a:latin typeface="Rockwell" panose="02060603020205020403" pitchFamily="18" charset="0"/>
              </a:rPr>
              <a:t>roken</a:t>
            </a:r>
            <a:r>
              <a:rPr lang="en-US" sz="2400" dirty="0" smtClean="0">
                <a:solidFill>
                  <a:srgbClr val="FF00FF"/>
                </a:solidFill>
                <a:latin typeface="Rockwell" panose="02060603020205020403" pitchFamily="18" charset="0"/>
              </a:rPr>
              <a:t> </a:t>
            </a:r>
            <a:r>
              <a:rPr lang="vi-VN" sz="2400" dirty="0" smtClean="0">
                <a:solidFill>
                  <a:srgbClr val="FF00FF"/>
                </a:solidFill>
                <a:latin typeface="Rockwell" panose="02060603020205020403" pitchFamily="18" charset="0"/>
              </a:rPr>
              <a:t>A</a:t>
            </a:r>
            <a:r>
              <a:rPr lang="en-US" sz="2400" dirty="0" smtClean="0">
                <a:solidFill>
                  <a:srgbClr val="FF00FF"/>
                </a:solidFill>
                <a:latin typeface="Rockwell" panose="02060603020205020403" pitchFamily="18" charset="0"/>
              </a:rPr>
              <a:t>.</a:t>
            </a:r>
            <a:r>
              <a:rPr lang="vi-VN" sz="2400" dirty="0" smtClean="0">
                <a:solidFill>
                  <a:srgbClr val="FF00FF"/>
                </a:solidFill>
                <a:latin typeface="Rockwell" panose="02060603020205020403" pitchFamily="18" charset="0"/>
              </a:rPr>
              <a:t> </a:t>
            </a:r>
            <a:r>
              <a:rPr lang="vi-VN" sz="2400" dirty="0">
                <a:solidFill>
                  <a:srgbClr val="FF00FF"/>
                </a:solidFill>
                <a:latin typeface="Rockwell" panose="02060603020205020403" pitchFamily="18" charset="0"/>
              </a:rPr>
              <a:t>&amp; </a:t>
            </a:r>
            <a:r>
              <a:rPr lang="vi-VN" sz="2400" dirty="0" smtClean="0">
                <a:solidFill>
                  <a:srgbClr val="FF00FF"/>
                </a:solidFill>
                <a:latin typeface="Rockwell" panose="02060603020205020403" pitchFamily="18" charset="0"/>
              </a:rPr>
              <a:t>S</a:t>
            </a:r>
            <a:r>
              <a:rPr lang="en-US" sz="2400" dirty="0" err="1" smtClean="0">
                <a:solidFill>
                  <a:srgbClr val="FF00FF"/>
                </a:solidFill>
                <a:latin typeface="Rockwell" panose="02060603020205020403" pitchFamily="18" charset="0"/>
              </a:rPr>
              <a:t>ession</a:t>
            </a:r>
            <a:r>
              <a:rPr lang="en-US" sz="2400" dirty="0" smtClean="0">
                <a:solidFill>
                  <a:srgbClr val="FF00FF"/>
                </a:solidFill>
                <a:latin typeface="Rockwell" panose="02060603020205020403" pitchFamily="18" charset="0"/>
              </a:rPr>
              <a:t> </a:t>
            </a:r>
            <a:r>
              <a:rPr lang="vi-VN" sz="2400" dirty="0" smtClean="0">
                <a:solidFill>
                  <a:srgbClr val="FF00FF"/>
                </a:solidFill>
                <a:latin typeface="Rockwell" panose="02060603020205020403" pitchFamily="18" charset="0"/>
              </a:rPr>
              <a:t>M</a:t>
            </a:r>
            <a:r>
              <a:rPr lang="en-US" sz="2400" dirty="0" smtClean="0">
                <a:solidFill>
                  <a:srgbClr val="FF00FF"/>
                </a:solidFill>
                <a:latin typeface="Rockwell" panose="02060603020205020403" pitchFamily="18" charset="0"/>
              </a:rPr>
              <a:t>.</a:t>
            </a:r>
            <a:r>
              <a:rPr lang="vi-VN" sz="2400" dirty="0" smtClean="0">
                <a:solidFill>
                  <a:srgbClr val="FF00FF"/>
                </a:solidFill>
                <a:latin typeface="Rockwell" panose="02060603020205020403" pitchFamily="18" charset="0"/>
              </a:rPr>
              <a:t>: </a:t>
            </a:r>
            <a:r>
              <a:rPr lang="vi-VN" sz="2400" dirty="0">
                <a:solidFill>
                  <a:srgbClr val="FF00FF"/>
                </a:solidFill>
                <a:latin typeface="Rockwell" panose="02060603020205020403" pitchFamily="18" charset="0"/>
              </a:rPr>
              <a:t>Chiếm quyền tài khoản.</a:t>
            </a:r>
          </a:p>
          <a:p>
            <a:pPr marL="914400" lvl="2" indent="-457200" algn="just">
              <a:spcBef>
                <a:spcPts val="600"/>
              </a:spcBef>
              <a:spcAft>
                <a:spcPts val="0"/>
              </a:spcAft>
              <a:buFont typeface="+mj-lt"/>
              <a:buAutoNum type="arabicPeriod"/>
            </a:pPr>
            <a:r>
              <a:rPr lang="vi-VN" sz="2400" dirty="0" smtClean="0">
                <a:solidFill>
                  <a:srgbClr val="FF00FF"/>
                </a:solidFill>
                <a:latin typeface="Rockwell" panose="02060603020205020403" pitchFamily="18" charset="0"/>
              </a:rPr>
              <a:t>Misconfiguration: </a:t>
            </a:r>
            <a:r>
              <a:rPr lang="vi-VN" sz="2400" dirty="0">
                <a:solidFill>
                  <a:srgbClr val="FF00FF"/>
                </a:solidFill>
                <a:latin typeface="Rockwell" panose="02060603020205020403" pitchFamily="18" charset="0"/>
              </a:rPr>
              <a:t>Cài đặt sai cấu hình web server, framework.</a:t>
            </a:r>
          </a:p>
          <a:p>
            <a:pPr marL="914400" lvl="2" indent="-457200" algn="just">
              <a:spcBef>
                <a:spcPts val="600"/>
              </a:spcBef>
              <a:spcAft>
                <a:spcPts val="0"/>
              </a:spcAft>
              <a:buFont typeface="+mj-lt"/>
              <a:buAutoNum type="arabicPeriod"/>
            </a:pPr>
            <a:r>
              <a:rPr lang="vi-VN" sz="2400" dirty="0" smtClean="0">
                <a:solidFill>
                  <a:srgbClr val="FF00FF"/>
                </a:solidFill>
                <a:latin typeface="Rockwell" panose="02060603020205020403" pitchFamily="18" charset="0"/>
              </a:rPr>
              <a:t>Data</a:t>
            </a:r>
            <a:r>
              <a:rPr lang="en-US" sz="2400" dirty="0" smtClean="0">
                <a:solidFill>
                  <a:srgbClr val="FF00FF"/>
                </a:solidFill>
                <a:latin typeface="Rockwell" panose="02060603020205020403" pitchFamily="18" charset="0"/>
              </a:rPr>
              <a:t> </a:t>
            </a:r>
            <a:r>
              <a:rPr lang="vi-VN" sz="2400" dirty="0" smtClean="0">
                <a:solidFill>
                  <a:srgbClr val="FF00FF"/>
                </a:solidFill>
                <a:latin typeface="Rockwell" panose="02060603020205020403" pitchFamily="18" charset="0"/>
              </a:rPr>
              <a:t>Exposure</a:t>
            </a:r>
            <a:r>
              <a:rPr lang="vi-VN" sz="2400" dirty="0">
                <a:solidFill>
                  <a:srgbClr val="FF00FF"/>
                </a:solidFill>
                <a:latin typeface="Rockwell" panose="02060603020205020403" pitchFamily="18" charset="0"/>
              </a:rPr>
              <a:t>: Lộ lọt dữ liệu nhạy cảm (mật khẩu, thẻ tín dụng).</a:t>
            </a:r>
            <a:endParaRPr lang="en-US" sz="2400" dirty="0">
              <a:solidFill>
                <a:srgbClr val="FF00FF"/>
              </a:solidFill>
              <a:latin typeface="Rockwell" panose="02060603020205020403" pitchFamily="18" charset="0"/>
            </a:endParaRPr>
          </a:p>
          <a:p>
            <a:pPr marL="0" lvl="1" indent="0" algn="just">
              <a:spcBef>
                <a:spcPts val="600"/>
              </a:spcBef>
              <a:spcAft>
                <a:spcPts val="0"/>
              </a:spcAft>
              <a:buNone/>
            </a:pPr>
            <a:endParaRPr lang="vi-VN" dirty="0">
              <a:solidFill>
                <a:srgbClr val="0000CC"/>
              </a:solidFill>
              <a:latin typeface="Rockwell" panose="02060603020205020403" pitchFamily="18" charset="0"/>
            </a:endParaRPr>
          </a:p>
        </p:txBody>
      </p:sp>
    </p:spTree>
    <p:extLst>
      <p:ext uri="{BB962C8B-B14F-4D97-AF65-F5344CB8AC3E}">
        <p14:creationId xmlns:p14="http://schemas.microsoft.com/office/powerpoint/2010/main" val="4233074943"/>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364776" y="491797"/>
            <a:ext cx="10242645" cy="528851"/>
          </a:xfrm>
        </p:spPr>
        <p:txBody>
          <a:bodyPr/>
          <a:lstStyle/>
          <a:p>
            <a:r>
              <a:rPr lang="en-US" sz="2800" b="1" dirty="0" smtClean="0">
                <a:solidFill>
                  <a:srgbClr val="0000CC"/>
                </a:solidFill>
                <a:latin typeface="Rockwell" panose="02060603020205020403" pitchFamily="18" charset="0"/>
              </a:rPr>
              <a:t>3.1.2.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Các</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lỗ</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hổng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phổ</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biến</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trong</a:t>
            </a:r>
            <a:r>
              <a:rPr lang="vi-VN"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ứng dụng </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W</a:t>
            </a:r>
            <a:r>
              <a:rPr lang="vi-VN"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eb</a:t>
            </a:r>
            <a:endParaRPr lang="en-US" sz="2800" b="1" dirty="0">
              <a:solidFill>
                <a:srgbClr val="0000CC"/>
              </a:solidFill>
              <a:latin typeface="Rockwell" panose="020606030202050204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364776" y="1020648"/>
            <a:ext cx="10413242" cy="4382729"/>
          </a:xfrm>
        </p:spPr>
        <p:txBody>
          <a:bodyPr/>
          <a:lstStyle/>
          <a:p>
            <a:pPr marL="0" indent="0" algn="just">
              <a:spcBef>
                <a:spcPts val="600"/>
              </a:spcBef>
              <a:spcAft>
                <a:spcPts val="600"/>
              </a:spcAft>
              <a:buNone/>
            </a:pPr>
            <a:r>
              <a:rPr lang="vi-VN" b="1" dirty="0" smtClean="0">
                <a:solidFill>
                  <a:srgbClr val="0000CC"/>
                </a:solidFill>
                <a:latin typeface="Rockwell" panose="02060603020205020403" pitchFamily="18" charset="0"/>
              </a:rPr>
              <a:t>1</a:t>
            </a:r>
            <a:r>
              <a:rPr lang="vi-VN" b="1" dirty="0">
                <a:solidFill>
                  <a:srgbClr val="0000CC"/>
                </a:solidFill>
                <a:latin typeface="Rockwell" panose="02060603020205020403" pitchFamily="18" charset="0"/>
              </a:rPr>
              <a:t>. SQL Injection (SQLi)</a:t>
            </a:r>
          </a:p>
          <a:p>
            <a:pPr algn="just">
              <a:spcBef>
                <a:spcPts val="600"/>
              </a:spcBef>
              <a:spcAft>
                <a:spcPts val="600"/>
              </a:spcAft>
            </a:pPr>
            <a:r>
              <a:rPr lang="vi-VN" dirty="0" smtClean="0">
                <a:solidFill>
                  <a:srgbClr val="0000CC"/>
                </a:solidFill>
                <a:latin typeface="Rockwell" panose="02060603020205020403" pitchFamily="18" charset="0"/>
              </a:rPr>
              <a:t>Tin </a:t>
            </a:r>
            <a:r>
              <a:rPr lang="vi-VN" dirty="0">
                <a:solidFill>
                  <a:srgbClr val="0000CC"/>
                </a:solidFill>
                <a:latin typeface="Rockwell" panose="02060603020205020403" pitchFamily="18" charset="0"/>
              </a:rPr>
              <a:t>tặc chèn mã SQL độc hại vào các trường nhập liệu (form login, search, URL </a:t>
            </a:r>
            <a:r>
              <a:rPr lang="vi-VN" dirty="0" smtClean="0">
                <a:solidFill>
                  <a:srgbClr val="0000CC"/>
                </a:solidFill>
                <a:latin typeface="Rockwell" panose="02060603020205020403" pitchFamily="18" charset="0"/>
              </a:rPr>
              <a:t>parameter</a:t>
            </a:r>
            <a:r>
              <a:rPr lang="en-US" dirty="0" smtClean="0">
                <a:solidFill>
                  <a:srgbClr val="0000CC"/>
                </a:solidFill>
                <a:latin typeface="Rockwell" panose="02060603020205020403" pitchFamily="18" charset="0"/>
              </a:rPr>
              <a:t>, v.v.</a:t>
            </a:r>
            <a:r>
              <a:rPr lang="vi-VN" dirty="0" smtClean="0">
                <a:solidFill>
                  <a:srgbClr val="0000CC"/>
                </a:solidFill>
                <a:latin typeface="Rockwell" panose="02060603020205020403" pitchFamily="18" charset="0"/>
              </a:rPr>
              <a:t>) </a:t>
            </a:r>
            <a:r>
              <a:rPr lang="vi-VN" dirty="0">
                <a:solidFill>
                  <a:srgbClr val="0000CC"/>
                </a:solidFill>
                <a:latin typeface="Rockwell" panose="02060603020205020403" pitchFamily="18" charset="0"/>
              </a:rPr>
              <a:t>để thao tác trực tiếp với </a:t>
            </a:r>
            <a:r>
              <a:rPr lang="en-US" dirty="0" smtClean="0">
                <a:solidFill>
                  <a:srgbClr val="0000CC"/>
                </a:solidFill>
                <a:latin typeface="Rockwell" panose="02060603020205020403" pitchFamily="18" charset="0"/>
              </a:rPr>
              <a:t>Database</a:t>
            </a:r>
            <a:r>
              <a:rPr lang="vi-VN" dirty="0" smtClean="0">
                <a:solidFill>
                  <a:srgbClr val="0000CC"/>
                </a:solidFill>
                <a:latin typeface="Rockwell" panose="02060603020205020403" pitchFamily="18" charset="0"/>
              </a:rPr>
              <a:t>.</a:t>
            </a:r>
            <a:endParaRPr lang="vi-VN" dirty="0">
              <a:solidFill>
                <a:srgbClr val="0000CC"/>
              </a:solidFill>
              <a:latin typeface="Rockwell" panose="02060603020205020403" pitchFamily="18" charset="0"/>
            </a:endParaRPr>
          </a:p>
          <a:p>
            <a:pPr algn="just">
              <a:spcBef>
                <a:spcPts val="600"/>
              </a:spcBef>
              <a:spcAft>
                <a:spcPts val="600"/>
              </a:spcAft>
            </a:pPr>
            <a:r>
              <a:rPr lang="vi-VN" dirty="0">
                <a:solidFill>
                  <a:srgbClr val="0000CC"/>
                </a:solidFill>
                <a:latin typeface="Rockwell" panose="02060603020205020403" pitchFamily="18" charset="0"/>
              </a:rPr>
              <a:t>Mục tiêu: Truy cập, thay đổi, xóa hoặc trích xuất </a:t>
            </a:r>
            <a:r>
              <a:rPr lang="en-US" dirty="0" smtClean="0">
                <a:solidFill>
                  <a:srgbClr val="0000CC"/>
                </a:solidFill>
                <a:latin typeface="Rockwell" panose="02060603020205020403" pitchFamily="18" charset="0"/>
              </a:rPr>
              <a:t>DL</a:t>
            </a:r>
            <a:r>
              <a:rPr lang="vi-VN" dirty="0" smtClean="0">
                <a:solidFill>
                  <a:srgbClr val="0000CC"/>
                </a:solidFill>
                <a:latin typeface="Rockwell" panose="02060603020205020403" pitchFamily="18" charset="0"/>
              </a:rPr>
              <a:t> </a:t>
            </a:r>
            <a:r>
              <a:rPr lang="vi-VN" dirty="0">
                <a:solidFill>
                  <a:srgbClr val="0000CC"/>
                </a:solidFill>
                <a:latin typeface="Rockwell" panose="02060603020205020403" pitchFamily="18" charset="0"/>
              </a:rPr>
              <a:t>trái phép.</a:t>
            </a:r>
          </a:p>
          <a:p>
            <a:pPr algn="just">
              <a:spcBef>
                <a:spcPts val="600"/>
              </a:spcBef>
              <a:spcAft>
                <a:spcPts val="600"/>
              </a:spcAft>
            </a:pPr>
            <a:r>
              <a:rPr lang="vi-VN" dirty="0">
                <a:solidFill>
                  <a:srgbClr val="0000CC"/>
                </a:solidFill>
                <a:latin typeface="Rockwell" panose="02060603020205020403" pitchFamily="18" charset="0"/>
              </a:rPr>
              <a:t>Ví dụ</a:t>
            </a:r>
            <a:r>
              <a:rPr lang="vi-VN" dirty="0" smtClean="0">
                <a:solidFill>
                  <a:srgbClr val="0000CC"/>
                </a:solidFill>
                <a:latin typeface="Rockwell" panose="02060603020205020403" pitchFamily="18" charset="0"/>
              </a:rPr>
              <a:t>:</a:t>
            </a:r>
            <a:r>
              <a:rPr lang="en-US" dirty="0" smtClean="0">
                <a:solidFill>
                  <a:srgbClr val="0000CC"/>
                </a:solidFill>
                <a:latin typeface="Rockwell" panose="02060603020205020403" pitchFamily="18" charset="0"/>
              </a:rPr>
              <a:t> </a:t>
            </a:r>
            <a:endParaRPr lang="vi-VN" dirty="0" smtClean="0">
              <a:solidFill>
                <a:srgbClr val="0000CC"/>
              </a:solidFill>
              <a:latin typeface="Rockwell" panose="02060603020205020403" pitchFamily="18" charset="0"/>
            </a:endParaRPr>
          </a:p>
          <a:p>
            <a:pPr lvl="1" algn="just">
              <a:spcBef>
                <a:spcPts val="600"/>
              </a:spcBef>
              <a:spcAft>
                <a:spcPts val="600"/>
              </a:spcAft>
            </a:pPr>
            <a:r>
              <a:rPr lang="vi-VN" dirty="0" smtClean="0">
                <a:solidFill>
                  <a:srgbClr val="0000CC"/>
                </a:solidFill>
                <a:latin typeface="Rockwell" panose="02060603020205020403" pitchFamily="18" charset="0"/>
              </a:rPr>
              <a:t>Input hợp pháp: </a:t>
            </a:r>
            <a:endParaRPr lang="en-US" dirty="0" smtClean="0">
              <a:solidFill>
                <a:srgbClr val="0000CC"/>
              </a:solidFill>
              <a:latin typeface="Rockwell" panose="02060603020205020403" pitchFamily="18" charset="0"/>
            </a:endParaRPr>
          </a:p>
          <a:p>
            <a:pPr marL="914400" lvl="1" indent="0" algn="just">
              <a:spcBef>
                <a:spcPts val="600"/>
              </a:spcBef>
              <a:spcAft>
                <a:spcPts val="600"/>
              </a:spcAft>
              <a:buNone/>
            </a:pPr>
            <a:r>
              <a:rPr lang="vi-VN" dirty="0" smtClean="0">
                <a:solidFill>
                  <a:srgbClr val="00B050"/>
                </a:solidFill>
                <a:latin typeface="Rockwell" panose="02060603020205020403" pitchFamily="18" charset="0"/>
              </a:rPr>
              <a:t>SELECT </a:t>
            </a:r>
            <a:r>
              <a:rPr lang="vi-VN" dirty="0">
                <a:solidFill>
                  <a:srgbClr val="00B050"/>
                </a:solidFill>
                <a:latin typeface="Rockwell" panose="02060603020205020403" pitchFamily="18" charset="0"/>
              </a:rPr>
              <a:t>* FROM users WHERE username='admin' </a:t>
            </a:r>
            <a:endParaRPr lang="en-US" dirty="0" smtClean="0">
              <a:solidFill>
                <a:srgbClr val="00B050"/>
              </a:solidFill>
              <a:latin typeface="Rockwell" panose="02060603020205020403" pitchFamily="18" charset="0"/>
            </a:endParaRPr>
          </a:p>
          <a:p>
            <a:pPr marL="914400" lvl="1" indent="0" algn="just">
              <a:spcBef>
                <a:spcPts val="600"/>
              </a:spcBef>
              <a:spcAft>
                <a:spcPts val="600"/>
              </a:spcAft>
              <a:buNone/>
            </a:pPr>
            <a:r>
              <a:rPr lang="vi-VN" dirty="0" smtClean="0">
                <a:solidFill>
                  <a:srgbClr val="00B050"/>
                </a:solidFill>
                <a:latin typeface="Rockwell" panose="02060603020205020403" pitchFamily="18" charset="0"/>
              </a:rPr>
              <a:t>AND </a:t>
            </a:r>
            <a:r>
              <a:rPr lang="vi-VN" dirty="0">
                <a:solidFill>
                  <a:srgbClr val="00B050"/>
                </a:solidFill>
                <a:latin typeface="Rockwell" panose="02060603020205020403" pitchFamily="18" charset="0"/>
              </a:rPr>
              <a:t>password='123';</a:t>
            </a:r>
          </a:p>
          <a:p>
            <a:pPr lvl="1" algn="just">
              <a:spcBef>
                <a:spcPts val="600"/>
              </a:spcBef>
              <a:spcAft>
                <a:spcPts val="600"/>
              </a:spcAft>
            </a:pPr>
            <a:r>
              <a:rPr lang="vi-VN" dirty="0">
                <a:solidFill>
                  <a:srgbClr val="0000CC"/>
                </a:solidFill>
                <a:latin typeface="Rockwell" panose="02060603020205020403" pitchFamily="18" charset="0"/>
              </a:rPr>
              <a:t>Input độc hại: </a:t>
            </a:r>
            <a:endParaRPr lang="en-US" dirty="0" smtClean="0">
              <a:solidFill>
                <a:srgbClr val="0000CC"/>
              </a:solidFill>
              <a:latin typeface="Rockwell" panose="02060603020205020403" pitchFamily="18" charset="0"/>
            </a:endParaRPr>
          </a:p>
          <a:p>
            <a:pPr marL="914400" lvl="1" indent="0" algn="just">
              <a:spcBef>
                <a:spcPts val="600"/>
              </a:spcBef>
              <a:spcAft>
                <a:spcPts val="600"/>
              </a:spcAft>
              <a:buNone/>
            </a:pPr>
            <a:r>
              <a:rPr lang="vi-VN" dirty="0" smtClean="0">
                <a:solidFill>
                  <a:srgbClr val="00B050"/>
                </a:solidFill>
                <a:latin typeface="Rockwell" panose="02060603020205020403" pitchFamily="18" charset="0"/>
              </a:rPr>
              <a:t>username=admin</a:t>
            </a:r>
            <a:r>
              <a:rPr lang="vi-VN" dirty="0">
                <a:solidFill>
                  <a:srgbClr val="00B050"/>
                </a:solidFill>
                <a:latin typeface="Rockwell" panose="02060603020205020403" pitchFamily="18" charset="0"/>
              </a:rPr>
              <a:t>' OR '1'='1 -- </a:t>
            </a:r>
            <a:r>
              <a:rPr lang="vi-VN" dirty="0">
                <a:solidFill>
                  <a:srgbClr val="0000CC"/>
                </a:solidFill>
                <a:latin typeface="Rockwell" panose="02060603020205020403" pitchFamily="18" charset="0"/>
              </a:rPr>
              <a:t>→ bỏ qua kiểm tra mật khẩu.</a:t>
            </a:r>
          </a:p>
        </p:txBody>
      </p:sp>
    </p:spTree>
    <p:extLst>
      <p:ext uri="{BB962C8B-B14F-4D97-AF65-F5344CB8AC3E}">
        <p14:creationId xmlns:p14="http://schemas.microsoft.com/office/powerpoint/2010/main" val="2539561084"/>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364776" y="491797"/>
            <a:ext cx="10242645" cy="528851"/>
          </a:xfrm>
        </p:spPr>
        <p:txBody>
          <a:bodyPr/>
          <a:lstStyle/>
          <a:p>
            <a:r>
              <a:rPr lang="en-US" sz="2800" b="1" dirty="0" smtClean="0">
                <a:solidFill>
                  <a:srgbClr val="0000CC"/>
                </a:solidFill>
                <a:latin typeface="Rockwell" panose="02060603020205020403" pitchFamily="18" charset="0"/>
              </a:rPr>
              <a:t>3.1.2.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Các</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lỗ</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hổng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phổ</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biến</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trong</a:t>
            </a:r>
            <a:r>
              <a:rPr lang="vi-VN"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ứng dụng </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W</a:t>
            </a:r>
            <a:r>
              <a:rPr lang="vi-VN"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eb</a:t>
            </a:r>
            <a:endParaRPr lang="en-US" sz="2800" b="1" dirty="0">
              <a:solidFill>
                <a:srgbClr val="0000CC"/>
              </a:solidFill>
              <a:latin typeface="Rockwell" panose="020606030202050204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364776" y="1020648"/>
            <a:ext cx="9717206" cy="4382729"/>
          </a:xfrm>
        </p:spPr>
        <p:txBody>
          <a:bodyPr/>
          <a:lstStyle/>
          <a:p>
            <a:pPr marL="0" indent="0" algn="just">
              <a:spcBef>
                <a:spcPts val="600"/>
              </a:spcBef>
              <a:spcAft>
                <a:spcPts val="600"/>
              </a:spcAft>
              <a:buNone/>
            </a:pPr>
            <a:r>
              <a:rPr lang="vi-VN" b="1" dirty="0" smtClean="0">
                <a:solidFill>
                  <a:srgbClr val="0000CC"/>
                </a:solidFill>
                <a:latin typeface="Rockwell" panose="02060603020205020403" pitchFamily="18" charset="0"/>
              </a:rPr>
              <a:t>2</a:t>
            </a:r>
            <a:r>
              <a:rPr lang="vi-VN" b="1" dirty="0">
                <a:solidFill>
                  <a:srgbClr val="0000CC"/>
                </a:solidFill>
                <a:latin typeface="Rockwell" panose="02060603020205020403" pitchFamily="18" charset="0"/>
              </a:rPr>
              <a:t>. Cross-Site Scripting (XSS)</a:t>
            </a:r>
          </a:p>
          <a:p>
            <a:pPr algn="just">
              <a:spcBef>
                <a:spcPts val="600"/>
              </a:spcBef>
              <a:spcAft>
                <a:spcPts val="600"/>
              </a:spcAft>
            </a:pPr>
            <a:r>
              <a:rPr lang="vi-VN" dirty="0" smtClean="0">
                <a:solidFill>
                  <a:srgbClr val="0000CC"/>
                </a:solidFill>
                <a:latin typeface="Rockwell" panose="02060603020205020403" pitchFamily="18" charset="0"/>
              </a:rPr>
              <a:t>Tin </a:t>
            </a:r>
            <a:r>
              <a:rPr lang="vi-VN" dirty="0">
                <a:solidFill>
                  <a:srgbClr val="0000CC"/>
                </a:solidFill>
                <a:latin typeface="Rockwell" panose="02060603020205020403" pitchFamily="18" charset="0"/>
              </a:rPr>
              <a:t>tặc chèn mã JavaScript độc hại vào ứng dụng web, để mã đó thực thi trên trình duyệt người dùng.</a:t>
            </a:r>
          </a:p>
          <a:p>
            <a:pPr algn="just">
              <a:spcBef>
                <a:spcPts val="600"/>
              </a:spcBef>
              <a:spcAft>
                <a:spcPts val="600"/>
              </a:spcAft>
            </a:pPr>
            <a:r>
              <a:rPr lang="en-US" dirty="0" err="1" smtClean="0">
                <a:solidFill>
                  <a:srgbClr val="0000CC"/>
                </a:solidFill>
                <a:latin typeface="Rockwell" panose="02060603020205020403" pitchFamily="18" charset="0"/>
              </a:rPr>
              <a:t>Mục</a:t>
            </a:r>
            <a:r>
              <a:rPr lang="en-US" dirty="0" smtClean="0">
                <a:solidFill>
                  <a:srgbClr val="0000CC"/>
                </a:solidFill>
                <a:latin typeface="Rockwell" panose="02060603020205020403" pitchFamily="18" charset="0"/>
              </a:rPr>
              <a:t> </a:t>
            </a:r>
            <a:r>
              <a:rPr lang="en-US" dirty="0" err="1" smtClean="0">
                <a:solidFill>
                  <a:srgbClr val="0000CC"/>
                </a:solidFill>
                <a:latin typeface="Rockwell" panose="02060603020205020403" pitchFamily="18" charset="0"/>
              </a:rPr>
              <a:t>tiêu</a:t>
            </a:r>
            <a:r>
              <a:rPr lang="vi-VN" dirty="0" smtClean="0">
                <a:solidFill>
                  <a:srgbClr val="0000CC"/>
                </a:solidFill>
                <a:latin typeface="Rockwell" panose="02060603020205020403" pitchFamily="18" charset="0"/>
              </a:rPr>
              <a:t>:</a:t>
            </a:r>
            <a:endParaRPr lang="vi-VN" dirty="0">
              <a:solidFill>
                <a:srgbClr val="0000CC"/>
              </a:solidFill>
              <a:latin typeface="Rockwell" panose="02060603020205020403" pitchFamily="18" charset="0"/>
            </a:endParaRPr>
          </a:p>
          <a:p>
            <a:pPr lvl="1" algn="just">
              <a:spcBef>
                <a:spcPts val="600"/>
              </a:spcBef>
              <a:spcAft>
                <a:spcPts val="600"/>
              </a:spcAft>
            </a:pPr>
            <a:r>
              <a:rPr lang="vi-VN" dirty="0">
                <a:solidFill>
                  <a:srgbClr val="0000CC"/>
                </a:solidFill>
                <a:latin typeface="Rockwell" panose="02060603020205020403" pitchFamily="18" charset="0"/>
              </a:rPr>
              <a:t>Đánh cắp cookie, session ID.</a:t>
            </a:r>
          </a:p>
          <a:p>
            <a:pPr lvl="1" algn="just">
              <a:spcBef>
                <a:spcPts val="600"/>
              </a:spcBef>
              <a:spcAft>
                <a:spcPts val="600"/>
              </a:spcAft>
            </a:pPr>
            <a:r>
              <a:rPr lang="vi-VN" dirty="0">
                <a:solidFill>
                  <a:srgbClr val="0000CC"/>
                </a:solidFill>
                <a:latin typeface="Rockwell" panose="02060603020205020403" pitchFamily="18" charset="0"/>
              </a:rPr>
              <a:t>Chèn nội dung giả mạo (fake form login, quảng cáo độc hại).</a:t>
            </a:r>
          </a:p>
          <a:p>
            <a:pPr algn="just">
              <a:spcBef>
                <a:spcPts val="600"/>
              </a:spcBef>
              <a:spcAft>
                <a:spcPts val="600"/>
              </a:spcAft>
            </a:pPr>
            <a:r>
              <a:rPr lang="vi-VN" dirty="0">
                <a:solidFill>
                  <a:srgbClr val="0000CC"/>
                </a:solidFill>
                <a:latin typeface="Rockwell" panose="02060603020205020403" pitchFamily="18" charset="0"/>
              </a:rPr>
              <a:t>Ví dụ:</a:t>
            </a:r>
          </a:p>
          <a:p>
            <a:pPr lvl="1" algn="just">
              <a:spcBef>
                <a:spcPts val="600"/>
              </a:spcBef>
              <a:spcAft>
                <a:spcPts val="600"/>
              </a:spcAft>
            </a:pPr>
            <a:r>
              <a:rPr lang="vi-VN" dirty="0">
                <a:solidFill>
                  <a:srgbClr val="0000CC"/>
                </a:solidFill>
                <a:latin typeface="Rockwell" panose="02060603020205020403" pitchFamily="18" charset="0"/>
              </a:rPr>
              <a:t>Người dùng nhập bình luận: </a:t>
            </a:r>
            <a:endParaRPr lang="en-US" dirty="0" smtClean="0">
              <a:solidFill>
                <a:srgbClr val="0000CC"/>
              </a:solidFill>
              <a:latin typeface="Rockwell" panose="02060603020205020403" pitchFamily="18" charset="0"/>
            </a:endParaRPr>
          </a:p>
          <a:p>
            <a:pPr marL="0" lvl="1" indent="0" algn="ctr">
              <a:spcBef>
                <a:spcPts val="600"/>
              </a:spcBef>
              <a:spcAft>
                <a:spcPts val="600"/>
              </a:spcAft>
              <a:buNone/>
            </a:pPr>
            <a:r>
              <a:rPr lang="vi-VN" dirty="0" smtClean="0">
                <a:solidFill>
                  <a:srgbClr val="00B050"/>
                </a:solidFill>
                <a:latin typeface="Rockwell" panose="02060603020205020403" pitchFamily="18" charset="0"/>
              </a:rPr>
              <a:t>&lt;</a:t>
            </a:r>
            <a:r>
              <a:rPr lang="vi-VN" dirty="0">
                <a:solidFill>
                  <a:srgbClr val="00B050"/>
                </a:solidFill>
                <a:latin typeface="Rockwell" panose="02060603020205020403" pitchFamily="18" charset="0"/>
              </a:rPr>
              <a:t>script&gt;alert('Hacked!')&lt;/script&gt; </a:t>
            </a:r>
            <a:endParaRPr lang="en-US" dirty="0" smtClean="0">
              <a:solidFill>
                <a:srgbClr val="00B050"/>
              </a:solidFill>
              <a:latin typeface="Rockwell" panose="02060603020205020403" pitchFamily="18" charset="0"/>
            </a:endParaRPr>
          </a:p>
          <a:p>
            <a:pPr marL="530352" lvl="1" indent="0" algn="just">
              <a:spcBef>
                <a:spcPts val="600"/>
              </a:spcBef>
              <a:spcAft>
                <a:spcPts val="600"/>
              </a:spcAft>
              <a:buNone/>
            </a:pPr>
            <a:r>
              <a:rPr lang="vi-VN" dirty="0" smtClean="0">
                <a:solidFill>
                  <a:srgbClr val="0000CC"/>
                </a:solidFill>
                <a:latin typeface="Rockwell" panose="02060603020205020403" pitchFamily="18" charset="0"/>
              </a:rPr>
              <a:t>mã </a:t>
            </a:r>
            <a:r>
              <a:rPr lang="vi-VN" dirty="0">
                <a:solidFill>
                  <a:srgbClr val="0000CC"/>
                </a:solidFill>
                <a:latin typeface="Rockwell" panose="02060603020205020403" pitchFamily="18" charset="0"/>
              </a:rPr>
              <a:t>chạy trên trình duyệt của người khác. </a:t>
            </a:r>
          </a:p>
        </p:txBody>
      </p:sp>
    </p:spTree>
    <p:extLst>
      <p:ext uri="{BB962C8B-B14F-4D97-AF65-F5344CB8AC3E}">
        <p14:creationId xmlns:p14="http://schemas.microsoft.com/office/powerpoint/2010/main" val="2792930753"/>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364776" y="491797"/>
            <a:ext cx="10242645" cy="528851"/>
          </a:xfrm>
        </p:spPr>
        <p:txBody>
          <a:bodyPr/>
          <a:lstStyle/>
          <a:p>
            <a:r>
              <a:rPr lang="en-US" sz="2800" b="1" dirty="0" smtClean="0">
                <a:solidFill>
                  <a:srgbClr val="0000CC"/>
                </a:solidFill>
                <a:latin typeface="Rockwell" panose="02060603020205020403" pitchFamily="18" charset="0"/>
              </a:rPr>
              <a:t>3.1.2.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Các</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lỗ</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hổng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phổ</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biến</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trong</a:t>
            </a:r>
            <a:r>
              <a:rPr lang="vi-VN"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ứng dụng </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W</a:t>
            </a:r>
            <a:r>
              <a:rPr lang="vi-VN"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eb</a:t>
            </a:r>
            <a:endParaRPr lang="en-US" sz="2800" b="1" dirty="0">
              <a:solidFill>
                <a:srgbClr val="0000CC"/>
              </a:solidFill>
              <a:latin typeface="Rockwell" panose="020606030202050204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364776" y="1020648"/>
            <a:ext cx="10413242" cy="4382729"/>
          </a:xfrm>
        </p:spPr>
        <p:txBody>
          <a:bodyPr/>
          <a:lstStyle/>
          <a:p>
            <a:pPr marL="0" indent="0" algn="just">
              <a:spcBef>
                <a:spcPts val="600"/>
              </a:spcBef>
              <a:spcAft>
                <a:spcPts val="600"/>
              </a:spcAft>
              <a:buNone/>
            </a:pPr>
            <a:r>
              <a:rPr lang="vi-VN" b="1" dirty="0" smtClean="0">
                <a:solidFill>
                  <a:srgbClr val="0000CC"/>
                </a:solidFill>
                <a:latin typeface="Rockwell" panose="02060603020205020403" pitchFamily="18" charset="0"/>
              </a:rPr>
              <a:t>3</a:t>
            </a:r>
            <a:r>
              <a:rPr lang="vi-VN" b="1" dirty="0">
                <a:solidFill>
                  <a:srgbClr val="0000CC"/>
                </a:solidFill>
                <a:latin typeface="Rockwell" panose="02060603020205020403" pitchFamily="18" charset="0"/>
              </a:rPr>
              <a:t>. Cross-Site Request Forgery (CSRF)</a:t>
            </a:r>
          </a:p>
          <a:p>
            <a:pPr algn="just">
              <a:spcBef>
                <a:spcPts val="600"/>
              </a:spcBef>
              <a:spcAft>
                <a:spcPts val="600"/>
              </a:spcAft>
            </a:pPr>
            <a:r>
              <a:rPr lang="vi-VN" dirty="0" smtClean="0">
                <a:solidFill>
                  <a:srgbClr val="0000CC"/>
                </a:solidFill>
                <a:latin typeface="Rockwell" panose="02060603020205020403" pitchFamily="18" charset="0"/>
              </a:rPr>
              <a:t>Tấn </a:t>
            </a:r>
            <a:r>
              <a:rPr lang="vi-VN" dirty="0">
                <a:solidFill>
                  <a:srgbClr val="0000CC"/>
                </a:solidFill>
                <a:latin typeface="Rockwell" panose="02060603020205020403" pitchFamily="18" charset="0"/>
              </a:rPr>
              <a:t>công bằng cách lừa người dùng đã đăng nhập vào một trang web gửi yêu cầu giả mạo đến hệ thống.</a:t>
            </a:r>
          </a:p>
          <a:p>
            <a:pPr algn="just">
              <a:spcBef>
                <a:spcPts val="600"/>
              </a:spcBef>
              <a:spcAft>
                <a:spcPts val="600"/>
              </a:spcAft>
            </a:pPr>
            <a:r>
              <a:rPr lang="vi-VN" dirty="0">
                <a:solidFill>
                  <a:srgbClr val="0000CC"/>
                </a:solidFill>
                <a:latin typeface="Rockwell" panose="02060603020205020403" pitchFamily="18" charset="0"/>
              </a:rPr>
              <a:t>Hậu quả: Người dùng vô tình thực hiện hành động mà họ không hề biết (chuyển tiền, đổi mật khẩu…).</a:t>
            </a:r>
          </a:p>
          <a:p>
            <a:pPr algn="just">
              <a:spcBef>
                <a:spcPts val="600"/>
              </a:spcBef>
              <a:spcAft>
                <a:spcPts val="600"/>
              </a:spcAft>
            </a:pPr>
            <a:r>
              <a:rPr lang="vi-VN" dirty="0">
                <a:solidFill>
                  <a:srgbClr val="0000CC"/>
                </a:solidFill>
                <a:latin typeface="Rockwell" panose="02060603020205020403" pitchFamily="18" charset="0"/>
              </a:rPr>
              <a:t>Ví dụ:</a:t>
            </a:r>
          </a:p>
          <a:p>
            <a:pPr lvl="1" algn="just">
              <a:spcBef>
                <a:spcPts val="600"/>
              </a:spcBef>
              <a:spcAft>
                <a:spcPts val="600"/>
              </a:spcAft>
            </a:pPr>
            <a:r>
              <a:rPr lang="vi-VN" dirty="0">
                <a:solidFill>
                  <a:srgbClr val="0000CC"/>
                </a:solidFill>
                <a:latin typeface="Rockwell" panose="02060603020205020403" pitchFamily="18" charset="0"/>
              </a:rPr>
              <a:t>Một email chứa link:</a:t>
            </a:r>
          </a:p>
          <a:p>
            <a:pPr marL="0" indent="0" algn="ctr">
              <a:spcBef>
                <a:spcPts val="600"/>
              </a:spcBef>
              <a:spcAft>
                <a:spcPts val="600"/>
              </a:spcAft>
              <a:buNone/>
            </a:pPr>
            <a:r>
              <a:rPr lang="vi-VN" dirty="0">
                <a:solidFill>
                  <a:srgbClr val="00B050"/>
                </a:solidFill>
                <a:latin typeface="Rockwell" panose="02060603020205020403" pitchFamily="18" charset="0"/>
              </a:rPr>
              <a:t>&lt;img src="http://bank.com/transfer?to=attacker&amp;amount=1000"&gt;</a:t>
            </a:r>
          </a:p>
          <a:p>
            <a:pPr marL="395288" indent="0" algn="just">
              <a:spcBef>
                <a:spcPts val="600"/>
              </a:spcBef>
              <a:spcAft>
                <a:spcPts val="600"/>
              </a:spcAft>
              <a:buNone/>
            </a:pPr>
            <a:r>
              <a:rPr lang="vi-VN" dirty="0" smtClean="0">
                <a:solidFill>
                  <a:srgbClr val="0000CC"/>
                </a:solidFill>
                <a:latin typeface="Rockwell" panose="02060603020205020403" pitchFamily="18" charset="0"/>
              </a:rPr>
              <a:t>Khi </a:t>
            </a:r>
            <a:r>
              <a:rPr lang="vi-VN" dirty="0">
                <a:solidFill>
                  <a:srgbClr val="0000CC"/>
                </a:solidFill>
                <a:latin typeface="Rockwell" panose="02060603020205020403" pitchFamily="18" charset="0"/>
              </a:rPr>
              <a:t>người dùng đã đăng nhập click </a:t>
            </a:r>
            <a:r>
              <a:rPr lang="vi-VN" dirty="0" smtClean="0">
                <a:solidFill>
                  <a:srgbClr val="0000CC"/>
                </a:solidFill>
                <a:latin typeface="Rockwell" panose="02060603020205020403" pitchFamily="18" charset="0"/>
              </a:rPr>
              <a:t>vào</a:t>
            </a:r>
            <a:r>
              <a:rPr lang="en-US" dirty="0" smtClean="0">
                <a:solidFill>
                  <a:srgbClr val="0000CC"/>
                </a:solidFill>
                <a:latin typeface="Rockwell" panose="02060603020205020403" pitchFamily="18" charset="0"/>
              </a:rPr>
              <a:t> link </a:t>
            </a:r>
            <a:r>
              <a:rPr lang="en-US" dirty="0" err="1" smtClean="0">
                <a:solidFill>
                  <a:srgbClr val="0000CC"/>
                </a:solidFill>
                <a:latin typeface="Rockwell" panose="02060603020205020403" pitchFamily="18" charset="0"/>
              </a:rPr>
              <a:t>này</a:t>
            </a:r>
            <a:r>
              <a:rPr lang="en-US" dirty="0" smtClean="0">
                <a:solidFill>
                  <a:srgbClr val="0000CC"/>
                </a:solidFill>
                <a:latin typeface="Rockwell" panose="02060603020205020403" pitchFamily="18" charset="0"/>
              </a:rPr>
              <a:t>: Y</a:t>
            </a:r>
            <a:r>
              <a:rPr lang="vi-VN" dirty="0" smtClean="0">
                <a:solidFill>
                  <a:srgbClr val="0000CC"/>
                </a:solidFill>
                <a:latin typeface="Rockwell" panose="02060603020205020403" pitchFamily="18" charset="0"/>
              </a:rPr>
              <a:t>êu </a:t>
            </a:r>
            <a:r>
              <a:rPr lang="vi-VN" dirty="0">
                <a:solidFill>
                  <a:srgbClr val="0000CC"/>
                </a:solidFill>
                <a:latin typeface="Rockwell" panose="02060603020205020403" pitchFamily="18" charset="0"/>
              </a:rPr>
              <a:t>cầu chuyển tiền sẽ được thực thi.</a:t>
            </a:r>
          </a:p>
        </p:txBody>
      </p:sp>
    </p:spTree>
    <p:extLst>
      <p:ext uri="{BB962C8B-B14F-4D97-AF65-F5344CB8AC3E}">
        <p14:creationId xmlns:p14="http://schemas.microsoft.com/office/powerpoint/2010/main" val="1750614847"/>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364776" y="491797"/>
            <a:ext cx="10242645" cy="528851"/>
          </a:xfrm>
        </p:spPr>
        <p:txBody>
          <a:bodyPr/>
          <a:lstStyle/>
          <a:p>
            <a:r>
              <a:rPr lang="en-US" sz="2800" b="1" dirty="0" smtClean="0">
                <a:solidFill>
                  <a:srgbClr val="0000CC"/>
                </a:solidFill>
                <a:latin typeface="Rockwell" panose="02060603020205020403" pitchFamily="18" charset="0"/>
              </a:rPr>
              <a:t>3.1.2.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Các</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lỗ</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hổng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phổ</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biến</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trong</a:t>
            </a:r>
            <a:r>
              <a:rPr lang="vi-VN"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ứng dụng </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W</a:t>
            </a:r>
            <a:r>
              <a:rPr lang="vi-VN"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eb</a:t>
            </a:r>
            <a:endParaRPr lang="en-US" sz="2800" b="1" dirty="0">
              <a:solidFill>
                <a:srgbClr val="0000CC"/>
              </a:solidFill>
              <a:latin typeface="Rockwell" panose="020606030202050204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364776" y="1020648"/>
            <a:ext cx="9799093" cy="4382729"/>
          </a:xfrm>
        </p:spPr>
        <p:txBody>
          <a:bodyPr/>
          <a:lstStyle/>
          <a:p>
            <a:pPr marL="0" indent="0" algn="just">
              <a:spcBef>
                <a:spcPts val="600"/>
              </a:spcBef>
              <a:spcAft>
                <a:spcPts val="600"/>
              </a:spcAft>
              <a:buNone/>
            </a:pPr>
            <a:r>
              <a:rPr lang="vi-VN" b="1" dirty="0" smtClean="0">
                <a:solidFill>
                  <a:srgbClr val="0000CC"/>
                </a:solidFill>
                <a:latin typeface="Rockwell" panose="02060603020205020403" pitchFamily="18" charset="0"/>
              </a:rPr>
              <a:t>4</a:t>
            </a:r>
            <a:r>
              <a:rPr lang="vi-VN" b="1" dirty="0">
                <a:solidFill>
                  <a:srgbClr val="0000CC"/>
                </a:solidFill>
                <a:latin typeface="Rockwell" panose="02060603020205020403" pitchFamily="18" charset="0"/>
              </a:rPr>
              <a:t>. Broken Authentication &amp; Session </a:t>
            </a:r>
            <a:r>
              <a:rPr lang="vi-VN" b="1" dirty="0" smtClean="0">
                <a:solidFill>
                  <a:srgbClr val="0000CC"/>
                </a:solidFill>
                <a:latin typeface="Rockwell" panose="02060603020205020403" pitchFamily="18" charset="0"/>
              </a:rPr>
              <a:t>Management</a:t>
            </a:r>
          </a:p>
          <a:p>
            <a:pPr algn="just">
              <a:spcBef>
                <a:spcPts val="600"/>
              </a:spcBef>
              <a:spcAft>
                <a:spcPts val="600"/>
              </a:spcAft>
            </a:pPr>
            <a:r>
              <a:rPr lang="vi-VN" dirty="0" smtClean="0">
                <a:solidFill>
                  <a:srgbClr val="0000CC"/>
                </a:solidFill>
                <a:latin typeface="Rockwell" panose="02060603020205020403" pitchFamily="18" charset="0"/>
              </a:rPr>
              <a:t>Lỗ hổng trong quản lý xác thực (login) và phiên làm việc (session).</a:t>
            </a:r>
          </a:p>
          <a:p>
            <a:pPr algn="just">
              <a:spcBef>
                <a:spcPts val="600"/>
              </a:spcBef>
              <a:spcAft>
                <a:spcPts val="600"/>
              </a:spcAft>
            </a:pPr>
            <a:r>
              <a:rPr lang="vi-VN" dirty="0" smtClean="0">
                <a:solidFill>
                  <a:srgbClr val="0000CC"/>
                </a:solidFill>
                <a:latin typeface="Rockwell" panose="02060603020205020403" pitchFamily="18" charset="0"/>
              </a:rPr>
              <a:t>Hậu </a:t>
            </a:r>
            <a:r>
              <a:rPr lang="vi-VN" dirty="0">
                <a:solidFill>
                  <a:srgbClr val="0000CC"/>
                </a:solidFill>
                <a:latin typeface="Rockwell" panose="02060603020205020403" pitchFamily="18" charset="0"/>
              </a:rPr>
              <a:t>quả: Tin tặc có thể chiếm quyền tài khoản hợp pháp, bao gồm cả tài khoản quản trị.</a:t>
            </a:r>
          </a:p>
          <a:p>
            <a:pPr algn="just">
              <a:spcBef>
                <a:spcPts val="600"/>
              </a:spcBef>
              <a:spcAft>
                <a:spcPts val="600"/>
              </a:spcAft>
            </a:pPr>
            <a:r>
              <a:rPr lang="vi-VN" dirty="0">
                <a:solidFill>
                  <a:srgbClr val="0000CC"/>
                </a:solidFill>
                <a:latin typeface="Rockwell" panose="02060603020205020403" pitchFamily="18" charset="0"/>
              </a:rPr>
              <a:t>Nguyên nhân phổ biến:</a:t>
            </a:r>
          </a:p>
          <a:p>
            <a:pPr lvl="1" algn="just">
              <a:spcBef>
                <a:spcPts val="600"/>
              </a:spcBef>
              <a:spcAft>
                <a:spcPts val="600"/>
              </a:spcAft>
            </a:pPr>
            <a:r>
              <a:rPr lang="vi-VN" dirty="0">
                <a:solidFill>
                  <a:srgbClr val="0000CC"/>
                </a:solidFill>
                <a:latin typeface="Rockwell" panose="02060603020205020403" pitchFamily="18" charset="0"/>
              </a:rPr>
              <a:t>Sử dụng mật khẩu yếu.</a:t>
            </a:r>
          </a:p>
          <a:p>
            <a:pPr lvl="1" algn="just">
              <a:spcBef>
                <a:spcPts val="600"/>
              </a:spcBef>
              <a:spcAft>
                <a:spcPts val="600"/>
              </a:spcAft>
            </a:pPr>
            <a:r>
              <a:rPr lang="vi-VN" dirty="0">
                <a:solidFill>
                  <a:srgbClr val="0000CC"/>
                </a:solidFill>
                <a:latin typeface="Rockwell" panose="02060603020205020403" pitchFamily="18" charset="0"/>
              </a:rPr>
              <a:t>Session ID không được mã hóa, dễ đoán hoặc lưu trong URL.</a:t>
            </a:r>
          </a:p>
          <a:p>
            <a:pPr lvl="1" algn="just">
              <a:spcBef>
                <a:spcPts val="600"/>
              </a:spcBef>
              <a:spcAft>
                <a:spcPts val="600"/>
              </a:spcAft>
            </a:pPr>
            <a:r>
              <a:rPr lang="vi-VN" dirty="0">
                <a:solidFill>
                  <a:srgbClr val="0000CC"/>
                </a:solidFill>
                <a:latin typeface="Rockwell" panose="02060603020205020403" pitchFamily="18" charset="0"/>
              </a:rPr>
              <a:t>Không hết hạn session sau khi logout.</a:t>
            </a:r>
          </a:p>
        </p:txBody>
      </p:sp>
    </p:spTree>
    <p:extLst>
      <p:ext uri="{BB962C8B-B14F-4D97-AF65-F5344CB8AC3E}">
        <p14:creationId xmlns:p14="http://schemas.microsoft.com/office/powerpoint/2010/main" val="938461022"/>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364776" y="491797"/>
            <a:ext cx="10242645" cy="528851"/>
          </a:xfrm>
        </p:spPr>
        <p:txBody>
          <a:bodyPr/>
          <a:lstStyle/>
          <a:p>
            <a:r>
              <a:rPr lang="en-US" sz="2800" b="1" dirty="0" smtClean="0">
                <a:solidFill>
                  <a:srgbClr val="0000CC"/>
                </a:solidFill>
                <a:latin typeface="Rockwell" panose="02060603020205020403" pitchFamily="18" charset="0"/>
              </a:rPr>
              <a:t>3.1.2.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Các</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lỗ</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hổng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phổ</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biến</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trong</a:t>
            </a:r>
            <a:r>
              <a:rPr lang="vi-VN"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ứng dụng </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W</a:t>
            </a:r>
            <a:r>
              <a:rPr lang="vi-VN"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eb</a:t>
            </a:r>
            <a:endParaRPr lang="en-US" sz="2800" b="1" dirty="0">
              <a:solidFill>
                <a:srgbClr val="0000CC"/>
              </a:solidFill>
              <a:latin typeface="Rockwell" panose="020606030202050204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364776" y="1020648"/>
            <a:ext cx="9799093" cy="4382729"/>
          </a:xfrm>
        </p:spPr>
        <p:txBody>
          <a:bodyPr/>
          <a:lstStyle/>
          <a:p>
            <a:pPr marL="0" indent="0" algn="just">
              <a:spcBef>
                <a:spcPts val="600"/>
              </a:spcBef>
              <a:spcAft>
                <a:spcPts val="600"/>
              </a:spcAft>
              <a:buNone/>
            </a:pPr>
            <a:r>
              <a:rPr lang="vi-VN" b="1" dirty="0" smtClean="0">
                <a:solidFill>
                  <a:srgbClr val="0000CC"/>
                </a:solidFill>
                <a:latin typeface="Rockwell" panose="02060603020205020403" pitchFamily="18" charset="0"/>
              </a:rPr>
              <a:t>5</a:t>
            </a:r>
            <a:r>
              <a:rPr lang="vi-VN" b="1" dirty="0">
                <a:solidFill>
                  <a:srgbClr val="0000CC"/>
                </a:solidFill>
                <a:latin typeface="Rockwell" panose="02060603020205020403" pitchFamily="18" charset="0"/>
              </a:rPr>
              <a:t>. Security Misconfiguration</a:t>
            </a:r>
          </a:p>
          <a:p>
            <a:pPr algn="just">
              <a:spcBef>
                <a:spcPts val="600"/>
              </a:spcBef>
              <a:spcAft>
                <a:spcPts val="600"/>
              </a:spcAft>
            </a:pPr>
            <a:r>
              <a:rPr lang="vi-VN" dirty="0" smtClean="0">
                <a:solidFill>
                  <a:srgbClr val="0000CC"/>
                </a:solidFill>
                <a:latin typeface="Rockwell" panose="02060603020205020403" pitchFamily="18" charset="0"/>
              </a:rPr>
              <a:t>Các </a:t>
            </a:r>
            <a:r>
              <a:rPr lang="vi-VN" dirty="0">
                <a:solidFill>
                  <a:srgbClr val="0000CC"/>
                </a:solidFill>
                <a:latin typeface="Rockwell" panose="02060603020205020403" pitchFamily="18" charset="0"/>
              </a:rPr>
              <a:t>sai sót trong cấu hình hệ thống, server hoặc framework dẫn đến lỗ hổng bảo mật.</a:t>
            </a:r>
          </a:p>
          <a:p>
            <a:pPr algn="just">
              <a:spcBef>
                <a:spcPts val="600"/>
              </a:spcBef>
              <a:spcAft>
                <a:spcPts val="600"/>
              </a:spcAft>
            </a:pPr>
            <a:r>
              <a:rPr lang="vi-VN" dirty="0">
                <a:solidFill>
                  <a:srgbClr val="0000CC"/>
                </a:solidFill>
                <a:latin typeface="Rockwell" panose="02060603020205020403" pitchFamily="18" charset="0"/>
              </a:rPr>
              <a:t>Ví dụ:</a:t>
            </a:r>
          </a:p>
          <a:p>
            <a:pPr lvl="1" algn="just">
              <a:spcBef>
                <a:spcPts val="600"/>
              </a:spcBef>
              <a:spcAft>
                <a:spcPts val="600"/>
              </a:spcAft>
            </a:pPr>
            <a:r>
              <a:rPr lang="vi-VN" dirty="0">
                <a:solidFill>
                  <a:srgbClr val="0000CC"/>
                </a:solidFill>
                <a:latin typeface="Rockwell" panose="02060603020205020403" pitchFamily="18" charset="0"/>
              </a:rPr>
              <a:t>Bật chế độ debug trên server sản xuất.</a:t>
            </a:r>
          </a:p>
          <a:p>
            <a:pPr lvl="1" algn="just">
              <a:spcBef>
                <a:spcPts val="600"/>
              </a:spcBef>
              <a:spcAft>
                <a:spcPts val="600"/>
              </a:spcAft>
            </a:pPr>
            <a:r>
              <a:rPr lang="vi-VN" dirty="0">
                <a:solidFill>
                  <a:srgbClr val="0000CC"/>
                </a:solidFill>
                <a:latin typeface="Rockwell" panose="02060603020205020403" pitchFamily="18" charset="0"/>
              </a:rPr>
              <a:t>Sử dụng tài khoản mặc định (admin/admin).</a:t>
            </a:r>
          </a:p>
          <a:p>
            <a:pPr lvl="1" algn="just">
              <a:spcBef>
                <a:spcPts val="600"/>
              </a:spcBef>
              <a:spcAft>
                <a:spcPts val="600"/>
              </a:spcAft>
            </a:pPr>
            <a:r>
              <a:rPr lang="vi-VN" dirty="0">
                <a:solidFill>
                  <a:srgbClr val="0000CC"/>
                </a:solidFill>
                <a:latin typeface="Rockwell" panose="02060603020205020403" pitchFamily="18" charset="0"/>
              </a:rPr>
              <a:t>Thư mục nhạy cảm không giới hạn quyền truy cập.</a:t>
            </a:r>
          </a:p>
          <a:p>
            <a:pPr algn="just">
              <a:spcBef>
                <a:spcPts val="600"/>
              </a:spcBef>
              <a:spcAft>
                <a:spcPts val="600"/>
              </a:spcAft>
            </a:pPr>
            <a:r>
              <a:rPr lang="vi-VN" dirty="0">
                <a:solidFill>
                  <a:srgbClr val="0000CC"/>
                </a:solidFill>
                <a:latin typeface="Rockwell" panose="02060603020205020403" pitchFamily="18" charset="0"/>
              </a:rPr>
              <a:t>Hậu quả: Tin tặc dễ dàng khai thác để truy cập trái phép hoặc leo thang đặc quyền.</a:t>
            </a:r>
          </a:p>
        </p:txBody>
      </p:sp>
    </p:spTree>
    <p:extLst>
      <p:ext uri="{BB962C8B-B14F-4D97-AF65-F5344CB8AC3E}">
        <p14:creationId xmlns:p14="http://schemas.microsoft.com/office/powerpoint/2010/main" val="3337069951"/>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364776" y="491797"/>
            <a:ext cx="10242645" cy="528851"/>
          </a:xfrm>
        </p:spPr>
        <p:txBody>
          <a:bodyPr/>
          <a:lstStyle/>
          <a:p>
            <a:r>
              <a:rPr lang="en-US" sz="2800" b="1" dirty="0" smtClean="0">
                <a:solidFill>
                  <a:srgbClr val="0000CC"/>
                </a:solidFill>
                <a:latin typeface="Rockwell" panose="02060603020205020403" pitchFamily="18" charset="0"/>
              </a:rPr>
              <a:t>3.1.2.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Các</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lỗ</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hổng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phổ</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biến</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trong</a:t>
            </a:r>
            <a:r>
              <a:rPr lang="vi-VN"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ứng dụng </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W</a:t>
            </a:r>
            <a:r>
              <a:rPr lang="vi-VN"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eb</a:t>
            </a:r>
            <a:endParaRPr lang="en-US" sz="2800" b="1" dirty="0">
              <a:solidFill>
                <a:srgbClr val="0000CC"/>
              </a:solidFill>
              <a:latin typeface="Rockwell" panose="020606030202050204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364776" y="1020648"/>
            <a:ext cx="9799093" cy="4382729"/>
          </a:xfrm>
        </p:spPr>
        <p:txBody>
          <a:bodyPr/>
          <a:lstStyle/>
          <a:p>
            <a:pPr marL="0" indent="0" algn="just">
              <a:spcBef>
                <a:spcPts val="600"/>
              </a:spcBef>
              <a:spcAft>
                <a:spcPts val="600"/>
              </a:spcAft>
              <a:buNone/>
            </a:pPr>
            <a:r>
              <a:rPr lang="vi-VN" b="1" dirty="0" smtClean="0">
                <a:solidFill>
                  <a:srgbClr val="0000CC"/>
                </a:solidFill>
                <a:latin typeface="Rockwell" panose="02060603020205020403" pitchFamily="18" charset="0"/>
              </a:rPr>
              <a:t>6</a:t>
            </a:r>
            <a:r>
              <a:rPr lang="vi-VN" b="1" dirty="0">
                <a:solidFill>
                  <a:srgbClr val="0000CC"/>
                </a:solidFill>
                <a:latin typeface="Rockwell" panose="02060603020205020403" pitchFamily="18" charset="0"/>
              </a:rPr>
              <a:t>. Sensitive Data Exposure</a:t>
            </a:r>
          </a:p>
          <a:p>
            <a:pPr algn="just">
              <a:spcBef>
                <a:spcPts val="600"/>
              </a:spcBef>
              <a:spcAft>
                <a:spcPts val="600"/>
              </a:spcAft>
            </a:pPr>
            <a:r>
              <a:rPr lang="vi-VN" dirty="0" smtClean="0">
                <a:solidFill>
                  <a:srgbClr val="0000CC"/>
                </a:solidFill>
                <a:latin typeface="Rockwell" panose="02060603020205020403" pitchFamily="18" charset="0"/>
              </a:rPr>
              <a:t>Ứng </a:t>
            </a:r>
            <a:r>
              <a:rPr lang="vi-VN" dirty="0">
                <a:solidFill>
                  <a:srgbClr val="0000CC"/>
                </a:solidFill>
                <a:latin typeface="Rockwell" panose="02060603020205020403" pitchFamily="18" charset="0"/>
              </a:rPr>
              <a:t>dụng không bảo vệ đầy đủ dữ liệu nhạy cảm (mật khẩu, số thẻ tín dụng, thông tin cá nhân).</a:t>
            </a:r>
          </a:p>
          <a:p>
            <a:pPr algn="just">
              <a:spcBef>
                <a:spcPts val="600"/>
              </a:spcBef>
              <a:spcAft>
                <a:spcPts val="600"/>
              </a:spcAft>
            </a:pPr>
            <a:r>
              <a:rPr lang="vi-VN" dirty="0">
                <a:solidFill>
                  <a:srgbClr val="0000CC"/>
                </a:solidFill>
                <a:latin typeface="Rockwell" panose="02060603020205020403" pitchFamily="18" charset="0"/>
              </a:rPr>
              <a:t>Nguyên nhân:</a:t>
            </a:r>
          </a:p>
          <a:p>
            <a:pPr lvl="1" algn="just">
              <a:spcBef>
                <a:spcPts val="600"/>
              </a:spcBef>
              <a:spcAft>
                <a:spcPts val="600"/>
              </a:spcAft>
            </a:pPr>
            <a:r>
              <a:rPr lang="vi-VN" dirty="0">
                <a:solidFill>
                  <a:srgbClr val="0000CC"/>
                </a:solidFill>
                <a:latin typeface="Rockwell" panose="02060603020205020403" pitchFamily="18" charset="0"/>
              </a:rPr>
              <a:t>Không mã hóa dữ liệu khi lưu trữ hoặc truyền tải.</a:t>
            </a:r>
          </a:p>
          <a:p>
            <a:pPr lvl="1" algn="just">
              <a:spcBef>
                <a:spcPts val="600"/>
              </a:spcBef>
              <a:spcAft>
                <a:spcPts val="600"/>
              </a:spcAft>
            </a:pPr>
            <a:r>
              <a:rPr lang="vi-VN" dirty="0">
                <a:solidFill>
                  <a:srgbClr val="0000CC"/>
                </a:solidFill>
                <a:latin typeface="Rockwell" panose="02060603020205020403" pitchFamily="18" charset="0"/>
              </a:rPr>
              <a:t>Sử dụng thuật toán mã hóa yếu (MD5, SHA1).</a:t>
            </a:r>
          </a:p>
          <a:p>
            <a:pPr lvl="1" algn="just">
              <a:spcBef>
                <a:spcPts val="600"/>
              </a:spcBef>
              <a:spcAft>
                <a:spcPts val="600"/>
              </a:spcAft>
            </a:pPr>
            <a:r>
              <a:rPr lang="vi-VN" dirty="0">
                <a:solidFill>
                  <a:srgbClr val="0000CC"/>
                </a:solidFill>
                <a:latin typeface="Rockwell" panose="02060603020205020403" pitchFamily="18" charset="0"/>
              </a:rPr>
              <a:t>Lưu mật khẩu dạng clear text trong database.</a:t>
            </a:r>
          </a:p>
          <a:p>
            <a:pPr algn="just">
              <a:spcBef>
                <a:spcPts val="600"/>
              </a:spcBef>
              <a:spcAft>
                <a:spcPts val="600"/>
              </a:spcAft>
            </a:pPr>
            <a:r>
              <a:rPr lang="vi-VN" dirty="0">
                <a:solidFill>
                  <a:srgbClr val="0000CC"/>
                </a:solidFill>
                <a:latin typeface="Rockwell" panose="02060603020205020403" pitchFamily="18" charset="0"/>
              </a:rPr>
              <a:t>Hậu quả: Dữ liệu bị rò rỉ, bán trên dark web, gây thiệt hại nghiêm trọng cho doanh nghiệp và khách hàng.</a:t>
            </a:r>
          </a:p>
        </p:txBody>
      </p:sp>
    </p:spTree>
    <p:extLst>
      <p:ext uri="{BB962C8B-B14F-4D97-AF65-F5344CB8AC3E}">
        <p14:creationId xmlns:p14="http://schemas.microsoft.com/office/powerpoint/2010/main" val="67494043"/>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371599" y="876869"/>
            <a:ext cx="10242645" cy="528851"/>
          </a:xfrm>
        </p:spPr>
        <p:txBody>
          <a:bodyPr/>
          <a:lstStyle/>
          <a:p>
            <a:r>
              <a:rPr lang="en-US" sz="2800" b="1" dirty="0" smtClean="0">
                <a:solidFill>
                  <a:srgbClr val="0000CC"/>
                </a:solidFill>
                <a:latin typeface="Rockwell" panose="02060603020205020403" pitchFamily="18" charset="0"/>
              </a:rPr>
              <a:t>3.1.3.</a:t>
            </a:r>
            <a:r>
              <a:rPr lang="vi-VN"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Các</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kỹ</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thuật</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tấn</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công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ứng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dụng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Web</a:t>
            </a:r>
            <a:endParaRPr lang="en-US" sz="2800" b="1" dirty="0">
              <a:solidFill>
                <a:srgbClr val="0000CC"/>
              </a:solidFill>
              <a:latin typeface="Rockwell" panose="020606030202050204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371600" y="1539263"/>
            <a:ext cx="9724030" cy="4382729"/>
          </a:xfrm>
        </p:spPr>
        <p:txBody>
          <a:bodyPr/>
          <a:lstStyle/>
          <a:p>
            <a:pPr marL="0" indent="0">
              <a:spcBef>
                <a:spcPts val="600"/>
              </a:spcBef>
              <a:spcAft>
                <a:spcPts val="600"/>
              </a:spcAft>
              <a:buNone/>
            </a:pPr>
            <a:r>
              <a:rPr lang="vi-VN" b="1" dirty="0" smtClean="0">
                <a:solidFill>
                  <a:srgbClr val="0000CC"/>
                </a:solidFill>
                <a:latin typeface="Rockwell" panose="02060603020205020403" pitchFamily="18" charset="0"/>
                <a:ea typeface="+mj-ea"/>
                <a:cs typeface="+mj-cs"/>
              </a:rPr>
              <a:t>1</a:t>
            </a:r>
            <a:r>
              <a:rPr lang="vi-VN" b="1" dirty="0">
                <a:solidFill>
                  <a:srgbClr val="0000CC"/>
                </a:solidFill>
                <a:latin typeface="Rockwell" panose="02060603020205020403" pitchFamily="18" charset="0"/>
                <a:ea typeface="+mj-ea"/>
                <a:cs typeface="+mj-cs"/>
              </a:rPr>
              <a:t>. Injection Attack</a:t>
            </a:r>
          </a:p>
          <a:p>
            <a:pPr marL="0" indent="0">
              <a:spcBef>
                <a:spcPts val="600"/>
              </a:spcBef>
              <a:spcAft>
                <a:spcPts val="600"/>
              </a:spcAft>
              <a:buNone/>
            </a:pPr>
            <a:r>
              <a:rPr lang="vi-VN" dirty="0">
                <a:solidFill>
                  <a:srgbClr val="0000CC"/>
                </a:solidFill>
                <a:latin typeface="Rockwell" panose="02060603020205020403" pitchFamily="18" charset="0"/>
                <a:ea typeface="+mj-ea"/>
                <a:cs typeface="+mj-cs"/>
              </a:rPr>
              <a:t>a) SQL Injection (SQLi):</a:t>
            </a:r>
          </a:p>
          <a:p>
            <a:pPr>
              <a:spcBef>
                <a:spcPts val="600"/>
              </a:spcBef>
              <a:spcAft>
                <a:spcPts val="600"/>
              </a:spcAft>
            </a:pPr>
            <a:r>
              <a:rPr lang="vi-VN" dirty="0">
                <a:solidFill>
                  <a:srgbClr val="0000CC"/>
                </a:solidFill>
                <a:latin typeface="Rockwell" panose="02060603020205020403" pitchFamily="18" charset="0"/>
                <a:ea typeface="+mj-ea"/>
                <a:cs typeface="+mj-cs"/>
              </a:rPr>
              <a:t>Kỹ thuật: Chèn mã SQL độc hại vào input (form login, URL) để thao tác trực tiếp với cơ sở dữ liệu.</a:t>
            </a:r>
          </a:p>
          <a:p>
            <a:pPr>
              <a:spcBef>
                <a:spcPts val="600"/>
              </a:spcBef>
              <a:spcAft>
                <a:spcPts val="600"/>
              </a:spcAft>
            </a:pPr>
            <a:r>
              <a:rPr lang="vi-VN" dirty="0">
                <a:solidFill>
                  <a:srgbClr val="0000CC"/>
                </a:solidFill>
                <a:latin typeface="Rockwell" panose="02060603020205020403" pitchFamily="18" charset="0"/>
                <a:ea typeface="+mj-ea"/>
                <a:cs typeface="+mj-cs"/>
              </a:rPr>
              <a:t>Ví dụ:</a:t>
            </a:r>
          </a:p>
          <a:p>
            <a:pPr marL="968375" indent="0">
              <a:spcBef>
                <a:spcPts val="600"/>
              </a:spcBef>
              <a:spcAft>
                <a:spcPts val="600"/>
              </a:spcAft>
              <a:buNone/>
            </a:pPr>
            <a:r>
              <a:rPr lang="vi-VN" dirty="0">
                <a:solidFill>
                  <a:srgbClr val="0000CC"/>
                </a:solidFill>
                <a:latin typeface="Rockwell" panose="02060603020205020403" pitchFamily="18" charset="0"/>
                <a:ea typeface="+mj-ea"/>
                <a:cs typeface="+mj-cs"/>
              </a:rPr>
              <a:t>SELECT * FROM users WHERE </a:t>
            </a:r>
            <a:r>
              <a:rPr lang="vi-VN" dirty="0" smtClean="0">
                <a:solidFill>
                  <a:srgbClr val="0000CC"/>
                </a:solidFill>
                <a:latin typeface="Rockwell" panose="02060603020205020403" pitchFamily="18" charset="0"/>
                <a:ea typeface="+mj-ea"/>
                <a:cs typeface="+mj-cs"/>
              </a:rPr>
              <a:t>username</a:t>
            </a:r>
            <a:r>
              <a:rPr lang="en-US" dirty="0" smtClean="0">
                <a:solidFill>
                  <a:srgbClr val="0000CC"/>
                </a:solidFill>
                <a:latin typeface="Rockwell" panose="02060603020205020403" pitchFamily="18" charset="0"/>
                <a:ea typeface="+mj-ea"/>
                <a:cs typeface="+mj-cs"/>
              </a:rPr>
              <a:t> </a:t>
            </a:r>
            <a:r>
              <a:rPr lang="vi-VN" dirty="0" smtClean="0">
                <a:solidFill>
                  <a:srgbClr val="0000CC"/>
                </a:solidFill>
                <a:latin typeface="Rockwell" panose="02060603020205020403" pitchFamily="18" charset="0"/>
                <a:ea typeface="+mj-ea"/>
                <a:cs typeface="+mj-cs"/>
              </a:rPr>
              <a:t>=</a:t>
            </a:r>
            <a:r>
              <a:rPr lang="en-US" dirty="0" smtClean="0">
                <a:solidFill>
                  <a:srgbClr val="0000CC"/>
                </a:solidFill>
                <a:latin typeface="Rockwell" panose="02060603020205020403" pitchFamily="18" charset="0"/>
                <a:ea typeface="+mj-ea"/>
                <a:cs typeface="+mj-cs"/>
              </a:rPr>
              <a:t> </a:t>
            </a:r>
            <a:r>
              <a:rPr lang="vi-VN" dirty="0" smtClean="0">
                <a:solidFill>
                  <a:srgbClr val="0000CC"/>
                </a:solidFill>
                <a:latin typeface="Rockwell" panose="02060603020205020403" pitchFamily="18" charset="0"/>
                <a:ea typeface="+mj-ea"/>
                <a:cs typeface="+mj-cs"/>
              </a:rPr>
              <a:t>'admin</a:t>
            </a:r>
            <a:r>
              <a:rPr lang="vi-VN" dirty="0">
                <a:solidFill>
                  <a:srgbClr val="0000CC"/>
                </a:solidFill>
                <a:latin typeface="Rockwell" panose="02060603020205020403" pitchFamily="18" charset="0"/>
                <a:ea typeface="+mj-ea"/>
                <a:cs typeface="+mj-cs"/>
              </a:rPr>
              <a:t>' AND password='123';</a:t>
            </a:r>
          </a:p>
          <a:p>
            <a:pPr marL="341313" indent="0">
              <a:spcBef>
                <a:spcPts val="600"/>
              </a:spcBef>
              <a:spcAft>
                <a:spcPts val="600"/>
              </a:spcAft>
              <a:buNone/>
            </a:pPr>
            <a:r>
              <a:rPr lang="vi-VN" dirty="0">
                <a:solidFill>
                  <a:srgbClr val="0000CC"/>
                </a:solidFill>
                <a:latin typeface="Rockwell" panose="02060603020205020403" pitchFamily="18" charset="0"/>
                <a:ea typeface="+mj-ea"/>
                <a:cs typeface="+mj-cs"/>
              </a:rPr>
              <a:t>Bị thay thành:</a:t>
            </a:r>
          </a:p>
          <a:p>
            <a:pPr marL="860425" indent="0">
              <a:spcBef>
                <a:spcPts val="600"/>
              </a:spcBef>
              <a:spcAft>
                <a:spcPts val="600"/>
              </a:spcAft>
              <a:buNone/>
            </a:pPr>
            <a:r>
              <a:rPr lang="vi-VN" dirty="0">
                <a:solidFill>
                  <a:srgbClr val="0000CC"/>
                </a:solidFill>
                <a:latin typeface="Rockwell" panose="02060603020205020403" pitchFamily="18" charset="0"/>
                <a:ea typeface="+mj-ea"/>
                <a:cs typeface="+mj-cs"/>
              </a:rPr>
              <a:t>SELECT * FROM users WHERE </a:t>
            </a:r>
            <a:r>
              <a:rPr lang="vi-VN" dirty="0" smtClean="0">
                <a:solidFill>
                  <a:srgbClr val="00B050"/>
                </a:solidFill>
                <a:latin typeface="Rockwell" panose="02060603020205020403" pitchFamily="18" charset="0"/>
                <a:ea typeface="+mj-ea"/>
                <a:cs typeface="+mj-cs"/>
              </a:rPr>
              <a:t>username</a:t>
            </a:r>
            <a:r>
              <a:rPr lang="en-US" dirty="0" smtClean="0">
                <a:solidFill>
                  <a:srgbClr val="00B050"/>
                </a:solidFill>
                <a:latin typeface="Rockwell" panose="02060603020205020403" pitchFamily="18" charset="0"/>
                <a:ea typeface="+mj-ea"/>
                <a:cs typeface="+mj-cs"/>
              </a:rPr>
              <a:t> </a:t>
            </a:r>
            <a:r>
              <a:rPr lang="vi-VN" dirty="0" smtClean="0">
                <a:solidFill>
                  <a:srgbClr val="00B050"/>
                </a:solidFill>
                <a:latin typeface="Rockwell" panose="02060603020205020403" pitchFamily="18" charset="0"/>
                <a:ea typeface="+mj-ea"/>
                <a:cs typeface="+mj-cs"/>
              </a:rPr>
              <a:t>=</a:t>
            </a:r>
            <a:r>
              <a:rPr lang="en-US" dirty="0" smtClean="0">
                <a:solidFill>
                  <a:srgbClr val="00B050"/>
                </a:solidFill>
                <a:latin typeface="Rockwell" panose="02060603020205020403" pitchFamily="18" charset="0"/>
                <a:ea typeface="+mj-ea"/>
                <a:cs typeface="+mj-cs"/>
              </a:rPr>
              <a:t> </a:t>
            </a:r>
            <a:r>
              <a:rPr lang="vi-VN" dirty="0" smtClean="0">
                <a:solidFill>
                  <a:srgbClr val="00B050"/>
                </a:solidFill>
                <a:latin typeface="Rockwell" panose="02060603020205020403" pitchFamily="18" charset="0"/>
                <a:ea typeface="+mj-ea"/>
                <a:cs typeface="+mj-cs"/>
              </a:rPr>
              <a:t>'' </a:t>
            </a:r>
            <a:r>
              <a:rPr lang="vi-VN" dirty="0">
                <a:solidFill>
                  <a:srgbClr val="00B050"/>
                </a:solidFill>
                <a:latin typeface="Rockwell" panose="02060603020205020403" pitchFamily="18" charset="0"/>
                <a:ea typeface="+mj-ea"/>
                <a:cs typeface="+mj-cs"/>
              </a:rPr>
              <a:t>OR '1'='1' --' AND password=''</a:t>
            </a:r>
            <a:r>
              <a:rPr lang="vi-VN" dirty="0">
                <a:solidFill>
                  <a:srgbClr val="0000CC"/>
                </a:solidFill>
                <a:latin typeface="Rockwell" panose="02060603020205020403" pitchFamily="18" charset="0"/>
                <a:ea typeface="+mj-ea"/>
                <a:cs typeface="+mj-cs"/>
              </a:rPr>
              <a:t>;</a:t>
            </a:r>
          </a:p>
          <a:p>
            <a:pPr marL="341313" indent="0">
              <a:spcBef>
                <a:spcPts val="600"/>
              </a:spcBef>
              <a:spcAft>
                <a:spcPts val="600"/>
              </a:spcAft>
              <a:buNone/>
            </a:pPr>
            <a:r>
              <a:rPr lang="vi-VN" dirty="0" smtClean="0">
                <a:solidFill>
                  <a:srgbClr val="0000CC"/>
                </a:solidFill>
                <a:latin typeface="Rockwell" panose="02060603020205020403" pitchFamily="18" charset="0"/>
                <a:ea typeface="+mj-ea"/>
                <a:cs typeface="+mj-cs"/>
              </a:rPr>
              <a:t>Bỏ </a:t>
            </a:r>
            <a:r>
              <a:rPr lang="vi-VN" dirty="0">
                <a:solidFill>
                  <a:srgbClr val="0000CC"/>
                </a:solidFill>
                <a:latin typeface="Rockwell" panose="02060603020205020403" pitchFamily="18" charset="0"/>
                <a:ea typeface="+mj-ea"/>
                <a:cs typeface="+mj-cs"/>
              </a:rPr>
              <a:t>qua xác thực, đăng nhập trái </a:t>
            </a:r>
            <a:r>
              <a:rPr lang="vi-VN" dirty="0" smtClean="0">
                <a:solidFill>
                  <a:srgbClr val="0000CC"/>
                </a:solidFill>
                <a:latin typeface="Rockwell" panose="02060603020205020403" pitchFamily="18" charset="0"/>
                <a:ea typeface="+mj-ea"/>
                <a:cs typeface="+mj-cs"/>
              </a:rPr>
              <a:t>phép</a:t>
            </a:r>
            <a:r>
              <a:rPr lang="en-US" dirty="0" smtClean="0">
                <a:solidFill>
                  <a:srgbClr val="0000CC"/>
                </a:solidFill>
                <a:latin typeface="Rockwell" panose="02060603020205020403" pitchFamily="18" charset="0"/>
                <a:ea typeface="+mj-ea"/>
                <a:cs typeface="+mj-cs"/>
              </a:rPr>
              <a:t> </a:t>
            </a:r>
            <a:r>
              <a:rPr lang="en-US" dirty="0" err="1" smtClean="0">
                <a:solidFill>
                  <a:srgbClr val="0000CC"/>
                </a:solidFill>
                <a:latin typeface="Rockwell" panose="02060603020205020403" pitchFamily="18" charset="0"/>
                <a:ea typeface="+mj-ea"/>
                <a:cs typeface="+mj-cs"/>
              </a:rPr>
              <a:t>thành</a:t>
            </a:r>
            <a:r>
              <a:rPr lang="en-US" dirty="0" smtClean="0">
                <a:solidFill>
                  <a:srgbClr val="0000CC"/>
                </a:solidFill>
                <a:latin typeface="Rockwell" panose="02060603020205020403" pitchFamily="18" charset="0"/>
                <a:ea typeface="+mj-ea"/>
                <a:cs typeface="+mj-cs"/>
              </a:rPr>
              <a:t> </a:t>
            </a:r>
            <a:r>
              <a:rPr lang="en-US" dirty="0" err="1" smtClean="0">
                <a:solidFill>
                  <a:srgbClr val="0000CC"/>
                </a:solidFill>
                <a:latin typeface="Rockwell" panose="02060603020205020403" pitchFamily="18" charset="0"/>
                <a:ea typeface="+mj-ea"/>
                <a:cs typeface="+mj-cs"/>
              </a:rPr>
              <a:t>công</a:t>
            </a:r>
            <a:r>
              <a:rPr lang="vi-VN" dirty="0" smtClean="0">
                <a:solidFill>
                  <a:srgbClr val="0000CC"/>
                </a:solidFill>
                <a:latin typeface="Rockwell" panose="02060603020205020403" pitchFamily="18" charset="0"/>
                <a:ea typeface="+mj-ea"/>
                <a:cs typeface="+mj-cs"/>
              </a:rPr>
              <a:t>.</a:t>
            </a:r>
            <a:r>
              <a:rPr lang="en-US" dirty="0" smtClean="0">
                <a:solidFill>
                  <a:srgbClr val="0000CC"/>
                </a:solidFill>
                <a:latin typeface="Rockwell" panose="02060603020205020403" pitchFamily="18" charset="0"/>
                <a:ea typeface="+mj-ea"/>
                <a:cs typeface="+mj-cs"/>
              </a:rPr>
              <a:t> </a:t>
            </a:r>
            <a:endParaRPr lang="vi-VN" dirty="0">
              <a:solidFill>
                <a:srgbClr val="0000CC"/>
              </a:solidFill>
              <a:latin typeface="Rockwell" panose="02060603020205020403" pitchFamily="18" charset="0"/>
              <a:ea typeface="+mj-ea"/>
              <a:cs typeface="+mj-cs"/>
            </a:endParaRPr>
          </a:p>
          <a:p>
            <a:endParaRPr lang="en-US" dirty="0"/>
          </a:p>
        </p:txBody>
      </p:sp>
    </p:spTree>
    <p:extLst>
      <p:ext uri="{BB962C8B-B14F-4D97-AF65-F5344CB8AC3E}">
        <p14:creationId xmlns:p14="http://schemas.microsoft.com/office/powerpoint/2010/main" val="3722674426"/>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371599" y="876869"/>
            <a:ext cx="10242645" cy="528851"/>
          </a:xfrm>
        </p:spPr>
        <p:txBody>
          <a:bodyPr/>
          <a:lstStyle/>
          <a:p>
            <a:r>
              <a:rPr lang="en-US" sz="2800" b="1" dirty="0" smtClean="0">
                <a:solidFill>
                  <a:srgbClr val="0000CC"/>
                </a:solidFill>
                <a:latin typeface="Rockwell" panose="02060603020205020403" pitchFamily="18" charset="0"/>
              </a:rPr>
              <a:t>3.1.3.</a:t>
            </a:r>
            <a:r>
              <a:rPr lang="vi-VN"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Các</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kỹ</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thuật</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tấn</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công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ứng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dụng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Web</a:t>
            </a:r>
            <a:endParaRPr lang="en-US" sz="2800" b="1" dirty="0">
              <a:solidFill>
                <a:srgbClr val="0000CC"/>
              </a:solidFill>
              <a:latin typeface="Rockwell" panose="020606030202050204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371600" y="1539263"/>
            <a:ext cx="9724030" cy="4382729"/>
          </a:xfrm>
        </p:spPr>
        <p:txBody>
          <a:bodyPr/>
          <a:lstStyle/>
          <a:p>
            <a:pPr marL="0" indent="0">
              <a:spcBef>
                <a:spcPts val="600"/>
              </a:spcBef>
              <a:spcAft>
                <a:spcPts val="600"/>
              </a:spcAft>
              <a:buNone/>
            </a:pPr>
            <a:r>
              <a:rPr lang="vi-VN" b="1" dirty="0" smtClean="0">
                <a:solidFill>
                  <a:srgbClr val="0000CC"/>
                </a:solidFill>
                <a:latin typeface="Rockwell" panose="02060603020205020403" pitchFamily="18" charset="0"/>
                <a:ea typeface="+mj-ea"/>
                <a:cs typeface="+mj-cs"/>
              </a:rPr>
              <a:t>1</a:t>
            </a:r>
            <a:r>
              <a:rPr lang="vi-VN" b="1" dirty="0">
                <a:solidFill>
                  <a:srgbClr val="0000CC"/>
                </a:solidFill>
                <a:latin typeface="Rockwell" panose="02060603020205020403" pitchFamily="18" charset="0"/>
                <a:ea typeface="+mj-ea"/>
                <a:cs typeface="+mj-cs"/>
              </a:rPr>
              <a:t>. Injection Attack</a:t>
            </a:r>
          </a:p>
          <a:p>
            <a:pPr marL="0" indent="0">
              <a:spcBef>
                <a:spcPts val="600"/>
              </a:spcBef>
              <a:spcAft>
                <a:spcPts val="600"/>
              </a:spcAft>
              <a:buNone/>
            </a:pPr>
            <a:r>
              <a:rPr lang="en-US" dirty="0" smtClean="0">
                <a:solidFill>
                  <a:srgbClr val="0000CC"/>
                </a:solidFill>
                <a:latin typeface="Rockwell" panose="02060603020205020403" pitchFamily="18" charset="0"/>
                <a:ea typeface="+mj-ea"/>
                <a:cs typeface="+mj-cs"/>
              </a:rPr>
              <a:t>b</a:t>
            </a:r>
            <a:r>
              <a:rPr lang="vi-VN" dirty="0" smtClean="0">
                <a:solidFill>
                  <a:srgbClr val="0000CC"/>
                </a:solidFill>
                <a:latin typeface="Rockwell" panose="02060603020205020403" pitchFamily="18" charset="0"/>
                <a:ea typeface="+mj-ea"/>
                <a:cs typeface="+mj-cs"/>
              </a:rPr>
              <a:t>) </a:t>
            </a:r>
            <a:r>
              <a:rPr lang="vi-VN" dirty="0">
                <a:solidFill>
                  <a:srgbClr val="0000CC"/>
                </a:solidFill>
                <a:latin typeface="Rockwell" panose="02060603020205020403" pitchFamily="18" charset="0"/>
                <a:ea typeface="+mj-ea"/>
                <a:cs typeface="+mj-cs"/>
              </a:rPr>
              <a:t>Command Injection:</a:t>
            </a:r>
          </a:p>
          <a:p>
            <a:pPr>
              <a:spcBef>
                <a:spcPts val="600"/>
              </a:spcBef>
              <a:spcAft>
                <a:spcPts val="600"/>
              </a:spcAft>
            </a:pPr>
            <a:r>
              <a:rPr lang="vi-VN" dirty="0">
                <a:solidFill>
                  <a:srgbClr val="0000CC"/>
                </a:solidFill>
                <a:latin typeface="Rockwell" panose="02060603020205020403" pitchFamily="18" charset="0"/>
                <a:ea typeface="+mj-ea"/>
                <a:cs typeface="+mj-cs"/>
              </a:rPr>
              <a:t>Kỹ thuật: Lợi dụng input để chèn lệnh hệ điều hành (OS command).</a:t>
            </a:r>
          </a:p>
          <a:p>
            <a:pPr>
              <a:spcBef>
                <a:spcPts val="600"/>
              </a:spcBef>
              <a:spcAft>
                <a:spcPts val="600"/>
              </a:spcAft>
            </a:pPr>
            <a:r>
              <a:rPr lang="vi-VN" dirty="0">
                <a:solidFill>
                  <a:srgbClr val="0000CC"/>
                </a:solidFill>
                <a:latin typeface="Rockwell" panose="02060603020205020403" pitchFamily="18" charset="0"/>
                <a:ea typeface="+mj-ea"/>
                <a:cs typeface="+mj-cs"/>
              </a:rPr>
              <a:t>Ví dụ: </a:t>
            </a:r>
            <a:endParaRPr lang="en-US" dirty="0" smtClean="0">
              <a:solidFill>
                <a:srgbClr val="0000CC"/>
              </a:solidFill>
              <a:latin typeface="Rockwell" panose="02060603020205020403" pitchFamily="18" charset="0"/>
              <a:ea typeface="+mj-ea"/>
              <a:cs typeface="+mj-cs"/>
            </a:endParaRPr>
          </a:p>
          <a:p>
            <a:pPr marL="287338" indent="0">
              <a:spcBef>
                <a:spcPts val="600"/>
              </a:spcBef>
              <a:spcAft>
                <a:spcPts val="600"/>
              </a:spcAft>
              <a:buNone/>
            </a:pPr>
            <a:r>
              <a:rPr lang="en-US" dirty="0" err="1" smtClean="0">
                <a:solidFill>
                  <a:srgbClr val="0000CC"/>
                </a:solidFill>
                <a:latin typeface="Rockwell" panose="02060603020205020403" pitchFamily="18" charset="0"/>
                <a:ea typeface="+mj-ea"/>
                <a:cs typeface="+mj-cs"/>
              </a:rPr>
              <a:t>Tại</a:t>
            </a:r>
            <a:r>
              <a:rPr lang="en-US" dirty="0" smtClean="0">
                <a:solidFill>
                  <a:srgbClr val="0000CC"/>
                </a:solidFill>
                <a:latin typeface="Rockwell" panose="02060603020205020403" pitchFamily="18" charset="0"/>
                <a:ea typeface="+mj-ea"/>
                <a:cs typeface="+mj-cs"/>
              </a:rPr>
              <a:t> </a:t>
            </a:r>
            <a:r>
              <a:rPr lang="vi-VN" dirty="0" smtClean="0">
                <a:solidFill>
                  <a:srgbClr val="0000CC"/>
                </a:solidFill>
                <a:latin typeface="Rockwell" panose="02060603020205020403" pitchFamily="18" charset="0"/>
                <a:ea typeface="+mj-ea"/>
                <a:cs typeface="+mj-cs"/>
              </a:rPr>
              <a:t>Form </a:t>
            </a:r>
            <a:r>
              <a:rPr lang="vi-VN" dirty="0">
                <a:solidFill>
                  <a:srgbClr val="0000CC"/>
                </a:solidFill>
                <a:latin typeface="Rockwell" panose="02060603020205020403" pitchFamily="18" charset="0"/>
                <a:ea typeface="+mj-ea"/>
                <a:cs typeface="+mj-cs"/>
              </a:rPr>
              <a:t>upload kiểm tra bằng lệnh </a:t>
            </a:r>
            <a:r>
              <a:rPr lang="vi-VN" dirty="0" smtClean="0">
                <a:solidFill>
                  <a:srgbClr val="0000CC"/>
                </a:solidFill>
                <a:latin typeface="Rockwell" panose="02060603020205020403" pitchFamily="18" charset="0"/>
                <a:ea typeface="+mj-ea"/>
                <a:cs typeface="+mj-cs"/>
              </a:rPr>
              <a:t>ping</a:t>
            </a:r>
            <a:r>
              <a:rPr lang="en-US" dirty="0" smtClean="0">
                <a:solidFill>
                  <a:srgbClr val="0000CC"/>
                </a:solidFill>
                <a:latin typeface="Rockwell" panose="02060603020205020403" pitchFamily="18" charset="0"/>
                <a:ea typeface="+mj-ea"/>
                <a:cs typeface="+mj-cs"/>
              </a:rPr>
              <a:t>:</a:t>
            </a:r>
            <a:r>
              <a:rPr lang="vi-VN" dirty="0" smtClean="0">
                <a:solidFill>
                  <a:srgbClr val="0000CC"/>
                </a:solidFill>
                <a:latin typeface="Rockwell" panose="02060603020205020403" pitchFamily="18" charset="0"/>
                <a:ea typeface="+mj-ea"/>
                <a:cs typeface="+mj-cs"/>
              </a:rPr>
              <a:t> </a:t>
            </a:r>
            <a:r>
              <a:rPr lang="en-US" dirty="0">
                <a:solidFill>
                  <a:srgbClr val="0000CC"/>
                </a:solidFill>
                <a:latin typeface="Rockwell" panose="02060603020205020403" pitchFamily="18" charset="0"/>
                <a:ea typeface="+mj-ea"/>
                <a:cs typeface="+mj-cs"/>
              </a:rPr>
              <a:t>H</a:t>
            </a:r>
            <a:r>
              <a:rPr lang="vi-VN" dirty="0" smtClean="0">
                <a:solidFill>
                  <a:srgbClr val="0000CC"/>
                </a:solidFill>
                <a:latin typeface="Rockwell" panose="02060603020205020403" pitchFamily="18" charset="0"/>
                <a:ea typeface="+mj-ea"/>
                <a:cs typeface="+mj-cs"/>
              </a:rPr>
              <a:t>acker </a:t>
            </a:r>
            <a:r>
              <a:rPr lang="vi-VN" dirty="0">
                <a:solidFill>
                  <a:srgbClr val="0000CC"/>
                </a:solidFill>
                <a:latin typeface="Rockwell" panose="02060603020205020403" pitchFamily="18" charset="0"/>
                <a:ea typeface="+mj-ea"/>
                <a:cs typeface="+mj-cs"/>
              </a:rPr>
              <a:t>nhập:</a:t>
            </a:r>
          </a:p>
          <a:p>
            <a:pPr marL="0" indent="0">
              <a:spcBef>
                <a:spcPts val="600"/>
              </a:spcBef>
              <a:spcAft>
                <a:spcPts val="600"/>
              </a:spcAft>
              <a:buNone/>
            </a:pPr>
            <a:r>
              <a:rPr lang="en-US" dirty="0" smtClean="0">
                <a:solidFill>
                  <a:srgbClr val="0000CC"/>
                </a:solidFill>
                <a:latin typeface="Rockwell" panose="02060603020205020403" pitchFamily="18" charset="0"/>
                <a:ea typeface="+mj-ea"/>
                <a:cs typeface="+mj-cs"/>
              </a:rPr>
              <a:t>	</a:t>
            </a:r>
            <a:r>
              <a:rPr lang="vi-VN" dirty="0" smtClean="0">
                <a:solidFill>
                  <a:srgbClr val="00B050"/>
                </a:solidFill>
                <a:latin typeface="Rockwell" panose="02060603020205020403" pitchFamily="18" charset="0"/>
                <a:ea typeface="+mj-ea"/>
                <a:cs typeface="+mj-cs"/>
              </a:rPr>
              <a:t>; </a:t>
            </a:r>
            <a:r>
              <a:rPr lang="vi-VN" dirty="0">
                <a:solidFill>
                  <a:srgbClr val="00B050"/>
                </a:solidFill>
                <a:latin typeface="Rockwell" panose="02060603020205020403" pitchFamily="18" charset="0"/>
                <a:ea typeface="+mj-ea"/>
                <a:cs typeface="+mj-cs"/>
              </a:rPr>
              <a:t>rm -rf /var/www/html/*</a:t>
            </a:r>
          </a:p>
          <a:p>
            <a:pPr marL="287338" indent="0">
              <a:spcBef>
                <a:spcPts val="600"/>
              </a:spcBef>
              <a:spcAft>
                <a:spcPts val="600"/>
              </a:spcAft>
              <a:buNone/>
            </a:pPr>
            <a:r>
              <a:rPr lang="vi-VN" dirty="0" smtClean="0">
                <a:solidFill>
                  <a:srgbClr val="0000CC"/>
                </a:solidFill>
                <a:latin typeface="Rockwell" panose="02060603020205020403" pitchFamily="18" charset="0"/>
                <a:ea typeface="+mj-ea"/>
                <a:cs typeface="+mj-cs"/>
              </a:rPr>
              <a:t>Hệ </a:t>
            </a:r>
            <a:r>
              <a:rPr lang="vi-VN" dirty="0">
                <a:solidFill>
                  <a:srgbClr val="0000CC"/>
                </a:solidFill>
                <a:latin typeface="Rockwell" panose="02060603020205020403" pitchFamily="18" charset="0"/>
                <a:ea typeface="+mj-ea"/>
                <a:cs typeface="+mj-cs"/>
              </a:rPr>
              <a:t>thống thực thi lệnh xoá dữ liệu.</a:t>
            </a:r>
            <a:endParaRPr lang="en-US" dirty="0"/>
          </a:p>
        </p:txBody>
      </p:sp>
    </p:spTree>
    <p:extLst>
      <p:ext uri="{BB962C8B-B14F-4D97-AF65-F5344CB8AC3E}">
        <p14:creationId xmlns:p14="http://schemas.microsoft.com/office/powerpoint/2010/main" val="2266675487"/>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371599" y="876869"/>
            <a:ext cx="10242645" cy="528851"/>
          </a:xfrm>
        </p:spPr>
        <p:txBody>
          <a:bodyPr/>
          <a:lstStyle/>
          <a:p>
            <a:r>
              <a:rPr lang="en-US" sz="2800" b="1" dirty="0" smtClean="0">
                <a:solidFill>
                  <a:srgbClr val="0000CC"/>
                </a:solidFill>
                <a:latin typeface="Rockwell" panose="02060603020205020403" pitchFamily="18" charset="0"/>
              </a:rPr>
              <a:t>3.1.3.</a:t>
            </a:r>
            <a:r>
              <a:rPr lang="vi-VN"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Các</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kỹ</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thuật</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tấn</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công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ứng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dụng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Web</a:t>
            </a:r>
            <a:endParaRPr lang="en-US" sz="2800" b="1" dirty="0">
              <a:solidFill>
                <a:srgbClr val="0000CC"/>
              </a:solidFill>
              <a:latin typeface="Rockwell" panose="020606030202050204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371599" y="1539263"/>
            <a:ext cx="10242645" cy="4382729"/>
          </a:xfrm>
        </p:spPr>
        <p:txBody>
          <a:bodyPr/>
          <a:lstStyle/>
          <a:p>
            <a:pPr marL="0" indent="0">
              <a:spcBef>
                <a:spcPts val="600"/>
              </a:spcBef>
              <a:spcAft>
                <a:spcPts val="600"/>
              </a:spcAft>
              <a:buNone/>
            </a:pPr>
            <a:r>
              <a:rPr lang="vi-VN" b="1" dirty="0" smtClean="0">
                <a:solidFill>
                  <a:srgbClr val="0000CC"/>
                </a:solidFill>
                <a:latin typeface="Rockwell" panose="02060603020205020403" pitchFamily="18" charset="0"/>
                <a:ea typeface="+mj-ea"/>
                <a:cs typeface="+mj-cs"/>
              </a:rPr>
              <a:t>2</a:t>
            </a:r>
            <a:r>
              <a:rPr lang="vi-VN" b="1" dirty="0">
                <a:solidFill>
                  <a:srgbClr val="0000CC"/>
                </a:solidFill>
                <a:latin typeface="Rockwell" panose="02060603020205020403" pitchFamily="18" charset="0"/>
                <a:ea typeface="+mj-ea"/>
                <a:cs typeface="+mj-cs"/>
              </a:rPr>
              <a:t>. Session Hijacking (Chiếm đoạt phiên làm việc)</a:t>
            </a:r>
          </a:p>
          <a:p>
            <a:pPr>
              <a:spcBef>
                <a:spcPts val="600"/>
              </a:spcBef>
              <a:spcAft>
                <a:spcPts val="600"/>
              </a:spcAft>
            </a:pPr>
            <a:r>
              <a:rPr lang="vi-VN" dirty="0">
                <a:solidFill>
                  <a:srgbClr val="0000CC"/>
                </a:solidFill>
                <a:latin typeface="Rockwell" panose="02060603020205020403" pitchFamily="18" charset="0"/>
                <a:ea typeface="+mj-ea"/>
                <a:cs typeface="+mj-cs"/>
              </a:rPr>
              <a:t>Cách tấn công: Hacker đánh cắp hoặc giả mạo Session ID của người dùng.</a:t>
            </a:r>
          </a:p>
          <a:p>
            <a:pPr>
              <a:spcBef>
                <a:spcPts val="600"/>
              </a:spcBef>
              <a:spcAft>
                <a:spcPts val="600"/>
              </a:spcAft>
            </a:pPr>
            <a:r>
              <a:rPr lang="vi-VN" dirty="0">
                <a:solidFill>
                  <a:srgbClr val="0000CC"/>
                </a:solidFill>
                <a:latin typeface="Rockwell" panose="02060603020205020403" pitchFamily="18" charset="0"/>
                <a:ea typeface="+mj-ea"/>
                <a:cs typeface="+mj-cs"/>
              </a:rPr>
              <a:t>Phương pháp phổ biến:</a:t>
            </a:r>
          </a:p>
          <a:p>
            <a:pPr lvl="1">
              <a:spcBef>
                <a:spcPts val="600"/>
              </a:spcBef>
              <a:spcAft>
                <a:spcPts val="600"/>
              </a:spcAft>
            </a:pPr>
            <a:r>
              <a:rPr lang="vi-VN" b="1" dirty="0">
                <a:solidFill>
                  <a:srgbClr val="0000CC"/>
                </a:solidFill>
                <a:latin typeface="Rockwell" panose="02060603020205020403" pitchFamily="18" charset="0"/>
                <a:ea typeface="+mj-ea"/>
                <a:cs typeface="+mj-cs"/>
              </a:rPr>
              <a:t>XSS</a:t>
            </a:r>
            <a:r>
              <a:rPr lang="vi-VN" dirty="0">
                <a:solidFill>
                  <a:srgbClr val="0000CC"/>
                </a:solidFill>
                <a:latin typeface="Rockwell" panose="02060603020205020403" pitchFamily="18" charset="0"/>
                <a:ea typeface="+mj-ea"/>
                <a:cs typeface="+mj-cs"/>
              </a:rPr>
              <a:t>: </a:t>
            </a:r>
            <a:r>
              <a:rPr lang="en-US" dirty="0" smtClean="0">
                <a:solidFill>
                  <a:srgbClr val="0000CC"/>
                </a:solidFill>
                <a:latin typeface="Rockwell" panose="02060603020205020403" pitchFamily="18" charset="0"/>
                <a:ea typeface="+mj-ea"/>
                <a:cs typeface="+mj-cs"/>
              </a:rPr>
              <a:t>T</a:t>
            </a:r>
            <a:r>
              <a:rPr lang="vi-VN" dirty="0" smtClean="0">
                <a:solidFill>
                  <a:srgbClr val="0000CC"/>
                </a:solidFill>
                <a:latin typeface="Rockwell" panose="02060603020205020403" pitchFamily="18" charset="0"/>
                <a:ea typeface="+mj-ea"/>
                <a:cs typeface="+mj-cs"/>
              </a:rPr>
              <a:t>iêm </a:t>
            </a:r>
            <a:r>
              <a:rPr lang="vi-VN" dirty="0">
                <a:solidFill>
                  <a:srgbClr val="0000CC"/>
                </a:solidFill>
                <a:latin typeface="Rockwell" panose="02060603020205020403" pitchFamily="18" charset="0"/>
                <a:ea typeface="+mj-ea"/>
                <a:cs typeface="+mj-cs"/>
              </a:rPr>
              <a:t>mã độc lấy cookie chứa session ID.</a:t>
            </a:r>
          </a:p>
          <a:p>
            <a:pPr lvl="1">
              <a:spcBef>
                <a:spcPts val="600"/>
              </a:spcBef>
              <a:spcAft>
                <a:spcPts val="600"/>
              </a:spcAft>
            </a:pPr>
            <a:r>
              <a:rPr lang="vi-VN" b="1" dirty="0">
                <a:solidFill>
                  <a:srgbClr val="0000CC"/>
                </a:solidFill>
                <a:latin typeface="Rockwell" panose="02060603020205020403" pitchFamily="18" charset="0"/>
                <a:ea typeface="+mj-ea"/>
                <a:cs typeface="+mj-cs"/>
              </a:rPr>
              <a:t>Sniffing</a:t>
            </a:r>
            <a:r>
              <a:rPr lang="vi-VN" dirty="0">
                <a:solidFill>
                  <a:srgbClr val="0000CC"/>
                </a:solidFill>
                <a:latin typeface="Rockwell" panose="02060603020205020403" pitchFamily="18" charset="0"/>
                <a:ea typeface="+mj-ea"/>
                <a:cs typeface="+mj-cs"/>
              </a:rPr>
              <a:t>: </a:t>
            </a:r>
            <a:r>
              <a:rPr lang="en-US" dirty="0" smtClean="0">
                <a:solidFill>
                  <a:srgbClr val="0000CC"/>
                </a:solidFill>
                <a:latin typeface="Rockwell" panose="02060603020205020403" pitchFamily="18" charset="0"/>
                <a:ea typeface="+mj-ea"/>
                <a:cs typeface="+mj-cs"/>
              </a:rPr>
              <a:t>N</a:t>
            </a:r>
            <a:r>
              <a:rPr lang="vi-VN" dirty="0" smtClean="0">
                <a:solidFill>
                  <a:srgbClr val="0000CC"/>
                </a:solidFill>
                <a:latin typeface="Rockwell" panose="02060603020205020403" pitchFamily="18" charset="0"/>
                <a:ea typeface="+mj-ea"/>
                <a:cs typeface="+mj-cs"/>
              </a:rPr>
              <a:t>ghe </a:t>
            </a:r>
            <a:r>
              <a:rPr lang="vi-VN" dirty="0">
                <a:solidFill>
                  <a:srgbClr val="0000CC"/>
                </a:solidFill>
                <a:latin typeface="Rockwell" panose="02060603020205020403" pitchFamily="18" charset="0"/>
                <a:ea typeface="+mj-ea"/>
                <a:cs typeface="+mj-cs"/>
              </a:rPr>
              <a:t>lén gói tin chưa được mã hóa.</a:t>
            </a:r>
          </a:p>
          <a:p>
            <a:pPr lvl="1">
              <a:spcBef>
                <a:spcPts val="600"/>
              </a:spcBef>
              <a:spcAft>
                <a:spcPts val="600"/>
              </a:spcAft>
            </a:pPr>
            <a:r>
              <a:rPr lang="vi-VN" b="1" dirty="0">
                <a:solidFill>
                  <a:srgbClr val="0000CC"/>
                </a:solidFill>
                <a:latin typeface="Rockwell" panose="02060603020205020403" pitchFamily="18" charset="0"/>
                <a:ea typeface="+mj-ea"/>
                <a:cs typeface="+mj-cs"/>
              </a:rPr>
              <a:t>Session</a:t>
            </a:r>
            <a:r>
              <a:rPr lang="vi-VN" dirty="0">
                <a:solidFill>
                  <a:srgbClr val="0000CC"/>
                </a:solidFill>
                <a:latin typeface="Rockwell" panose="02060603020205020403" pitchFamily="18" charset="0"/>
                <a:ea typeface="+mj-ea"/>
                <a:cs typeface="+mj-cs"/>
              </a:rPr>
              <a:t> </a:t>
            </a:r>
            <a:r>
              <a:rPr lang="vi-VN" b="1" dirty="0">
                <a:solidFill>
                  <a:srgbClr val="0000CC"/>
                </a:solidFill>
                <a:latin typeface="Rockwell" panose="02060603020205020403" pitchFamily="18" charset="0"/>
                <a:ea typeface="+mj-ea"/>
                <a:cs typeface="+mj-cs"/>
              </a:rPr>
              <a:t>Fixation</a:t>
            </a:r>
            <a:r>
              <a:rPr lang="vi-VN" dirty="0">
                <a:solidFill>
                  <a:srgbClr val="0000CC"/>
                </a:solidFill>
                <a:latin typeface="Rockwell" panose="02060603020205020403" pitchFamily="18" charset="0"/>
                <a:ea typeface="+mj-ea"/>
                <a:cs typeface="+mj-cs"/>
              </a:rPr>
              <a:t>: </a:t>
            </a:r>
            <a:r>
              <a:rPr lang="en-US" dirty="0">
                <a:solidFill>
                  <a:srgbClr val="0000CC"/>
                </a:solidFill>
                <a:latin typeface="Rockwell" panose="02060603020205020403" pitchFamily="18" charset="0"/>
                <a:ea typeface="+mj-ea"/>
                <a:cs typeface="+mj-cs"/>
              </a:rPr>
              <a:t>É</a:t>
            </a:r>
            <a:r>
              <a:rPr lang="vi-VN" dirty="0" smtClean="0">
                <a:solidFill>
                  <a:srgbClr val="0000CC"/>
                </a:solidFill>
                <a:latin typeface="Rockwell" panose="02060603020205020403" pitchFamily="18" charset="0"/>
                <a:ea typeface="+mj-ea"/>
                <a:cs typeface="+mj-cs"/>
              </a:rPr>
              <a:t>p </a:t>
            </a:r>
            <a:r>
              <a:rPr lang="vi-VN" dirty="0">
                <a:solidFill>
                  <a:srgbClr val="0000CC"/>
                </a:solidFill>
                <a:latin typeface="Rockwell" panose="02060603020205020403" pitchFamily="18" charset="0"/>
                <a:ea typeface="+mj-ea"/>
                <a:cs typeface="+mj-cs"/>
              </a:rPr>
              <a:t>người dùng sử dụng session ID do hacker tạo.</a:t>
            </a:r>
          </a:p>
          <a:p>
            <a:pPr>
              <a:spcBef>
                <a:spcPts val="600"/>
              </a:spcBef>
              <a:spcAft>
                <a:spcPts val="600"/>
              </a:spcAft>
            </a:pPr>
            <a:r>
              <a:rPr lang="vi-VN" dirty="0">
                <a:solidFill>
                  <a:srgbClr val="0000CC"/>
                </a:solidFill>
                <a:latin typeface="Rockwell" panose="02060603020205020403" pitchFamily="18" charset="0"/>
                <a:ea typeface="+mj-ea"/>
                <a:cs typeface="+mj-cs"/>
              </a:rPr>
              <a:t>Hậu quả: Hacker có toàn quyền truy cập như tài khoản hợp pháp (giao dịch, thay đổi dữ liệu, mua hàng online…).</a:t>
            </a:r>
            <a:endParaRPr lang="en-US" dirty="0"/>
          </a:p>
        </p:txBody>
      </p:sp>
    </p:spTree>
    <p:extLst>
      <p:ext uri="{BB962C8B-B14F-4D97-AF65-F5344CB8AC3E}">
        <p14:creationId xmlns:p14="http://schemas.microsoft.com/office/powerpoint/2010/main" val="2055303587"/>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371599" y="876869"/>
            <a:ext cx="10242645" cy="528851"/>
          </a:xfrm>
        </p:spPr>
        <p:txBody>
          <a:bodyPr/>
          <a:lstStyle/>
          <a:p>
            <a:r>
              <a:rPr lang="en-US" sz="2800" b="1" dirty="0" smtClean="0">
                <a:solidFill>
                  <a:srgbClr val="0000CC"/>
                </a:solidFill>
                <a:latin typeface="Rockwell" panose="02060603020205020403" pitchFamily="18" charset="0"/>
              </a:rPr>
              <a:t>3.1.3.</a:t>
            </a:r>
            <a:r>
              <a:rPr lang="vi-VN"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Các</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kỹ</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thuật</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tấn</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công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ứng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dụng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Web</a:t>
            </a:r>
            <a:endParaRPr lang="en-US" sz="2800" b="1" dirty="0">
              <a:solidFill>
                <a:srgbClr val="0000CC"/>
              </a:solidFill>
              <a:latin typeface="Rockwell" panose="020606030202050204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371599" y="1539263"/>
            <a:ext cx="10024281" cy="4382729"/>
          </a:xfrm>
        </p:spPr>
        <p:txBody>
          <a:bodyPr/>
          <a:lstStyle/>
          <a:p>
            <a:pPr marL="0" indent="0">
              <a:spcBef>
                <a:spcPts val="600"/>
              </a:spcBef>
              <a:spcAft>
                <a:spcPts val="600"/>
              </a:spcAft>
              <a:buNone/>
            </a:pPr>
            <a:r>
              <a:rPr lang="en-US" b="1" dirty="0" smtClean="0">
                <a:solidFill>
                  <a:srgbClr val="0000CC"/>
                </a:solidFill>
                <a:latin typeface="Rockwell" panose="02060603020205020403" pitchFamily="18" charset="0"/>
                <a:ea typeface="+mj-ea"/>
                <a:cs typeface="+mj-cs"/>
              </a:rPr>
              <a:t>3</a:t>
            </a:r>
            <a:r>
              <a:rPr lang="vi-VN" b="1" dirty="0" smtClean="0">
                <a:solidFill>
                  <a:srgbClr val="0000CC"/>
                </a:solidFill>
                <a:latin typeface="Rockwell" panose="02060603020205020403" pitchFamily="18" charset="0"/>
                <a:ea typeface="+mj-ea"/>
                <a:cs typeface="+mj-cs"/>
              </a:rPr>
              <a:t>. </a:t>
            </a:r>
            <a:r>
              <a:rPr lang="vi-VN" b="1" dirty="0">
                <a:solidFill>
                  <a:srgbClr val="0000CC"/>
                </a:solidFill>
                <a:latin typeface="Rockwell" panose="02060603020205020403" pitchFamily="18" charset="0"/>
                <a:ea typeface="+mj-ea"/>
                <a:cs typeface="+mj-cs"/>
              </a:rPr>
              <a:t>Brute </a:t>
            </a:r>
            <a:r>
              <a:rPr lang="vi-VN" b="1" dirty="0" smtClean="0">
                <a:solidFill>
                  <a:srgbClr val="0000CC"/>
                </a:solidFill>
                <a:latin typeface="Rockwell" panose="02060603020205020403" pitchFamily="18" charset="0"/>
                <a:ea typeface="+mj-ea"/>
                <a:cs typeface="+mj-cs"/>
              </a:rPr>
              <a:t>Force/Credential </a:t>
            </a:r>
            <a:r>
              <a:rPr lang="vi-VN" b="1" dirty="0">
                <a:solidFill>
                  <a:srgbClr val="0000CC"/>
                </a:solidFill>
                <a:latin typeface="Rockwell" panose="02060603020205020403" pitchFamily="18" charset="0"/>
                <a:ea typeface="+mj-ea"/>
                <a:cs typeface="+mj-cs"/>
              </a:rPr>
              <a:t>Stuffing</a:t>
            </a:r>
          </a:p>
          <a:p>
            <a:pPr>
              <a:spcBef>
                <a:spcPts val="600"/>
              </a:spcBef>
              <a:spcAft>
                <a:spcPts val="600"/>
              </a:spcAft>
            </a:pPr>
            <a:r>
              <a:rPr lang="vi-VN" b="1" dirty="0">
                <a:solidFill>
                  <a:srgbClr val="0000CC"/>
                </a:solidFill>
                <a:latin typeface="Rockwell" panose="02060603020205020403" pitchFamily="18" charset="0"/>
                <a:ea typeface="+mj-ea"/>
                <a:cs typeface="+mj-cs"/>
              </a:rPr>
              <a:t>Brute Force: </a:t>
            </a:r>
            <a:r>
              <a:rPr lang="vi-VN" dirty="0">
                <a:solidFill>
                  <a:srgbClr val="0000CC"/>
                </a:solidFill>
                <a:latin typeface="Rockwell" panose="02060603020205020403" pitchFamily="18" charset="0"/>
                <a:ea typeface="+mj-ea"/>
                <a:cs typeface="+mj-cs"/>
              </a:rPr>
              <a:t>Thử tất cả các khả năng mật khẩu (ví dụ: từ điển, kết hợp chữ-số-ký tự đặc biệt).</a:t>
            </a:r>
          </a:p>
          <a:p>
            <a:pPr>
              <a:spcBef>
                <a:spcPts val="600"/>
              </a:spcBef>
              <a:spcAft>
                <a:spcPts val="600"/>
              </a:spcAft>
            </a:pPr>
            <a:r>
              <a:rPr lang="vi-VN" b="1" dirty="0">
                <a:solidFill>
                  <a:srgbClr val="0000CC"/>
                </a:solidFill>
                <a:latin typeface="Rockwell" panose="02060603020205020403" pitchFamily="18" charset="0"/>
                <a:ea typeface="+mj-ea"/>
                <a:cs typeface="+mj-cs"/>
              </a:rPr>
              <a:t>Credential Stuffing: </a:t>
            </a:r>
            <a:r>
              <a:rPr lang="vi-VN" dirty="0">
                <a:solidFill>
                  <a:srgbClr val="0000CC"/>
                </a:solidFill>
                <a:latin typeface="Rockwell" panose="02060603020205020403" pitchFamily="18" charset="0"/>
                <a:ea typeface="+mj-ea"/>
                <a:cs typeface="+mj-cs"/>
              </a:rPr>
              <a:t>Sử dụng danh sách username/password bị lộ (từ vụ rò rỉ khác) để thử đăng nhập hàng loạt.</a:t>
            </a:r>
          </a:p>
          <a:p>
            <a:pPr>
              <a:spcBef>
                <a:spcPts val="600"/>
              </a:spcBef>
              <a:spcAft>
                <a:spcPts val="600"/>
              </a:spcAft>
            </a:pPr>
            <a:r>
              <a:rPr lang="vi-VN" dirty="0">
                <a:solidFill>
                  <a:srgbClr val="0000CC"/>
                </a:solidFill>
                <a:latin typeface="Rockwell" panose="02060603020205020403" pitchFamily="18" charset="0"/>
                <a:ea typeface="+mj-ea"/>
                <a:cs typeface="+mj-cs"/>
              </a:rPr>
              <a:t>Công cụ phổ biến: </a:t>
            </a:r>
            <a:endParaRPr lang="en-US" dirty="0" smtClean="0">
              <a:solidFill>
                <a:srgbClr val="0000CC"/>
              </a:solidFill>
              <a:latin typeface="Rockwell" panose="02060603020205020403" pitchFamily="18" charset="0"/>
              <a:ea typeface="+mj-ea"/>
              <a:cs typeface="+mj-cs"/>
            </a:endParaRPr>
          </a:p>
          <a:p>
            <a:pPr marL="0" indent="0">
              <a:spcBef>
                <a:spcPts val="600"/>
              </a:spcBef>
              <a:spcAft>
                <a:spcPts val="600"/>
              </a:spcAft>
              <a:buNone/>
            </a:pPr>
            <a:r>
              <a:rPr lang="en-US" dirty="0">
                <a:solidFill>
                  <a:srgbClr val="0000CC"/>
                </a:solidFill>
                <a:latin typeface="Rockwell" panose="02060603020205020403" pitchFamily="18" charset="0"/>
                <a:ea typeface="+mj-ea"/>
                <a:cs typeface="+mj-cs"/>
              </a:rPr>
              <a:t>	</a:t>
            </a:r>
            <a:r>
              <a:rPr lang="vi-VN" dirty="0" smtClean="0">
                <a:solidFill>
                  <a:srgbClr val="0000CC"/>
                </a:solidFill>
                <a:latin typeface="Rockwell" panose="02060603020205020403" pitchFamily="18" charset="0"/>
                <a:ea typeface="+mj-ea"/>
                <a:cs typeface="+mj-cs"/>
              </a:rPr>
              <a:t>Hydra</a:t>
            </a:r>
            <a:r>
              <a:rPr lang="vi-VN" dirty="0">
                <a:solidFill>
                  <a:srgbClr val="0000CC"/>
                </a:solidFill>
                <a:latin typeface="Rockwell" panose="02060603020205020403" pitchFamily="18" charset="0"/>
                <a:ea typeface="+mj-ea"/>
                <a:cs typeface="+mj-cs"/>
              </a:rPr>
              <a:t>, Burp Suite Intruder.</a:t>
            </a:r>
          </a:p>
          <a:p>
            <a:pPr>
              <a:spcBef>
                <a:spcPts val="600"/>
              </a:spcBef>
              <a:spcAft>
                <a:spcPts val="600"/>
              </a:spcAft>
            </a:pPr>
            <a:r>
              <a:rPr lang="vi-VN" dirty="0">
                <a:solidFill>
                  <a:srgbClr val="0000CC"/>
                </a:solidFill>
                <a:latin typeface="Rockwell" panose="02060603020205020403" pitchFamily="18" charset="0"/>
                <a:ea typeface="+mj-ea"/>
                <a:cs typeface="+mj-cs"/>
              </a:rPr>
              <a:t>Hậu quả: </a:t>
            </a:r>
            <a:endParaRPr lang="en-US" dirty="0" smtClean="0">
              <a:solidFill>
                <a:srgbClr val="0000CC"/>
              </a:solidFill>
              <a:latin typeface="Rockwell" panose="02060603020205020403" pitchFamily="18" charset="0"/>
              <a:ea typeface="+mj-ea"/>
              <a:cs typeface="+mj-cs"/>
            </a:endParaRPr>
          </a:p>
          <a:p>
            <a:pPr marL="341313" indent="0">
              <a:spcBef>
                <a:spcPts val="600"/>
              </a:spcBef>
              <a:spcAft>
                <a:spcPts val="600"/>
              </a:spcAft>
              <a:buNone/>
            </a:pPr>
            <a:r>
              <a:rPr lang="vi-VN" dirty="0" smtClean="0">
                <a:solidFill>
                  <a:srgbClr val="0000CC"/>
                </a:solidFill>
                <a:latin typeface="Rockwell" panose="02060603020205020403" pitchFamily="18" charset="0"/>
                <a:ea typeface="+mj-ea"/>
                <a:cs typeface="+mj-cs"/>
              </a:rPr>
              <a:t>Chiếm </a:t>
            </a:r>
            <a:r>
              <a:rPr lang="vi-VN" dirty="0">
                <a:solidFill>
                  <a:srgbClr val="0000CC"/>
                </a:solidFill>
                <a:latin typeface="Rockwell" panose="02060603020205020403" pitchFamily="18" charset="0"/>
                <a:ea typeface="+mj-ea"/>
                <a:cs typeface="+mj-cs"/>
              </a:rPr>
              <a:t>quyền truy cập vào tài khoản khách hàng hoặc quản trị viên.</a:t>
            </a:r>
            <a:endParaRPr lang="en-US" dirty="0"/>
          </a:p>
        </p:txBody>
      </p:sp>
    </p:spTree>
    <p:extLst>
      <p:ext uri="{BB962C8B-B14F-4D97-AF65-F5344CB8AC3E}">
        <p14:creationId xmlns:p14="http://schemas.microsoft.com/office/powerpoint/2010/main" val="570879694"/>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371599" y="876869"/>
            <a:ext cx="10242645" cy="528851"/>
          </a:xfrm>
        </p:spPr>
        <p:txBody>
          <a:bodyPr/>
          <a:lstStyle/>
          <a:p>
            <a:r>
              <a:rPr lang="en-US" sz="2800" b="1" dirty="0" smtClean="0">
                <a:solidFill>
                  <a:srgbClr val="0000CC"/>
                </a:solidFill>
                <a:latin typeface="Rockwell" panose="02060603020205020403" pitchFamily="18" charset="0"/>
              </a:rPr>
              <a:t>3.1.3.</a:t>
            </a:r>
            <a:r>
              <a:rPr lang="vi-VN"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Các</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kỹ</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thuật</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tấn</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công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ứng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dụng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Web</a:t>
            </a:r>
            <a:endParaRPr lang="en-US" sz="2800" b="1" dirty="0">
              <a:solidFill>
                <a:srgbClr val="0000CC"/>
              </a:solidFill>
              <a:latin typeface="Rockwell" panose="020606030202050204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371599" y="1539263"/>
            <a:ext cx="10501953" cy="4382729"/>
          </a:xfrm>
        </p:spPr>
        <p:txBody>
          <a:bodyPr/>
          <a:lstStyle/>
          <a:p>
            <a:pPr marL="0" indent="0">
              <a:spcBef>
                <a:spcPts val="600"/>
              </a:spcBef>
              <a:spcAft>
                <a:spcPts val="600"/>
              </a:spcAft>
              <a:buNone/>
            </a:pPr>
            <a:r>
              <a:rPr lang="en-US" b="1" dirty="0" smtClean="0">
                <a:solidFill>
                  <a:srgbClr val="0000CC"/>
                </a:solidFill>
                <a:latin typeface="Rockwell" panose="02060603020205020403" pitchFamily="18" charset="0"/>
                <a:ea typeface="+mj-ea"/>
                <a:cs typeface="+mj-cs"/>
              </a:rPr>
              <a:t>4</a:t>
            </a:r>
            <a:r>
              <a:rPr lang="vi-VN" b="1" dirty="0" smtClean="0">
                <a:solidFill>
                  <a:srgbClr val="0000CC"/>
                </a:solidFill>
                <a:latin typeface="Rockwell" panose="02060603020205020403" pitchFamily="18" charset="0"/>
                <a:ea typeface="+mj-ea"/>
                <a:cs typeface="+mj-cs"/>
              </a:rPr>
              <a:t>. </a:t>
            </a:r>
            <a:r>
              <a:rPr lang="vi-VN" b="1" dirty="0">
                <a:solidFill>
                  <a:srgbClr val="0000CC"/>
                </a:solidFill>
                <a:latin typeface="Rockwell" panose="02060603020205020403" pitchFamily="18" charset="0"/>
                <a:ea typeface="+mj-ea"/>
                <a:cs typeface="+mj-cs"/>
              </a:rPr>
              <a:t>Man-in-the-Middle Attack (MITM)</a:t>
            </a:r>
          </a:p>
          <a:p>
            <a:pPr>
              <a:spcBef>
                <a:spcPts val="600"/>
              </a:spcBef>
              <a:spcAft>
                <a:spcPts val="600"/>
              </a:spcAft>
            </a:pPr>
            <a:r>
              <a:rPr lang="vi-VN" dirty="0">
                <a:solidFill>
                  <a:srgbClr val="0000CC"/>
                </a:solidFill>
                <a:latin typeface="Rockwell" panose="02060603020205020403" pitchFamily="18" charset="0"/>
                <a:ea typeface="+mj-ea"/>
                <a:cs typeface="+mj-cs"/>
              </a:rPr>
              <a:t>Khái niệm: Hacker chèn mình vào giữa luồng giao tiếp Client </a:t>
            </a:r>
            <a:r>
              <a:rPr lang="en-US" dirty="0" err="1" smtClean="0">
                <a:solidFill>
                  <a:srgbClr val="0000CC"/>
                </a:solidFill>
                <a:latin typeface="Rockwell" panose="02060603020205020403" pitchFamily="18" charset="0"/>
                <a:ea typeface="+mj-ea"/>
                <a:cs typeface="+mj-cs"/>
              </a:rPr>
              <a:t>và</a:t>
            </a:r>
            <a:r>
              <a:rPr lang="vi-VN" dirty="0" smtClean="0">
                <a:solidFill>
                  <a:srgbClr val="0000CC"/>
                </a:solidFill>
                <a:latin typeface="Rockwell" panose="02060603020205020403" pitchFamily="18" charset="0"/>
                <a:ea typeface="+mj-ea"/>
                <a:cs typeface="+mj-cs"/>
              </a:rPr>
              <a:t> </a:t>
            </a:r>
            <a:r>
              <a:rPr lang="vi-VN" dirty="0">
                <a:solidFill>
                  <a:srgbClr val="0000CC"/>
                </a:solidFill>
                <a:latin typeface="Rockwell" panose="02060603020205020403" pitchFamily="18" charset="0"/>
                <a:ea typeface="+mj-ea"/>
                <a:cs typeface="+mj-cs"/>
              </a:rPr>
              <a:t>Server.</a:t>
            </a:r>
          </a:p>
          <a:p>
            <a:pPr>
              <a:spcBef>
                <a:spcPts val="600"/>
              </a:spcBef>
              <a:spcAft>
                <a:spcPts val="600"/>
              </a:spcAft>
            </a:pPr>
            <a:r>
              <a:rPr lang="vi-VN" dirty="0">
                <a:solidFill>
                  <a:srgbClr val="0000CC"/>
                </a:solidFill>
                <a:latin typeface="Rockwell" panose="02060603020205020403" pitchFamily="18" charset="0"/>
                <a:ea typeface="+mj-ea"/>
                <a:cs typeface="+mj-cs"/>
              </a:rPr>
              <a:t>Kỹ thuật:</a:t>
            </a:r>
          </a:p>
          <a:p>
            <a:pPr lvl="1">
              <a:spcBef>
                <a:spcPts val="600"/>
              </a:spcBef>
              <a:spcAft>
                <a:spcPts val="600"/>
              </a:spcAft>
            </a:pPr>
            <a:r>
              <a:rPr lang="vi-VN" dirty="0">
                <a:solidFill>
                  <a:srgbClr val="0000CC"/>
                </a:solidFill>
                <a:latin typeface="Rockwell" panose="02060603020205020403" pitchFamily="18" charset="0"/>
                <a:ea typeface="+mj-ea"/>
                <a:cs typeface="+mj-cs"/>
              </a:rPr>
              <a:t>Nghe lén (sniffing) dữ liệu chưa mã hóa.</a:t>
            </a:r>
          </a:p>
          <a:p>
            <a:pPr lvl="1">
              <a:spcBef>
                <a:spcPts val="600"/>
              </a:spcBef>
              <a:spcAft>
                <a:spcPts val="600"/>
              </a:spcAft>
            </a:pPr>
            <a:r>
              <a:rPr lang="vi-VN" dirty="0">
                <a:solidFill>
                  <a:srgbClr val="0000CC"/>
                </a:solidFill>
                <a:latin typeface="Rockwell" panose="02060603020205020403" pitchFamily="18" charset="0"/>
                <a:ea typeface="+mj-ea"/>
                <a:cs typeface="+mj-cs"/>
              </a:rPr>
              <a:t>Sửa đổi nội dung gói tin khi đang truyền.</a:t>
            </a:r>
          </a:p>
          <a:p>
            <a:pPr>
              <a:spcBef>
                <a:spcPts val="600"/>
              </a:spcBef>
              <a:spcAft>
                <a:spcPts val="600"/>
              </a:spcAft>
            </a:pPr>
            <a:r>
              <a:rPr lang="vi-VN" dirty="0">
                <a:solidFill>
                  <a:srgbClr val="0000CC"/>
                </a:solidFill>
                <a:latin typeface="Rockwell" panose="02060603020205020403" pitchFamily="18" charset="0"/>
                <a:ea typeface="+mj-ea"/>
                <a:cs typeface="+mj-cs"/>
              </a:rPr>
              <a:t>Ví dụ:</a:t>
            </a:r>
          </a:p>
          <a:p>
            <a:pPr lvl="1">
              <a:spcBef>
                <a:spcPts val="600"/>
              </a:spcBef>
              <a:spcAft>
                <a:spcPts val="600"/>
              </a:spcAft>
            </a:pPr>
            <a:r>
              <a:rPr lang="vi-VN" dirty="0">
                <a:solidFill>
                  <a:srgbClr val="0000CC"/>
                </a:solidFill>
                <a:latin typeface="Rockwell" panose="02060603020205020403" pitchFamily="18" charset="0"/>
                <a:ea typeface="+mj-ea"/>
                <a:cs typeface="+mj-cs"/>
              </a:rPr>
              <a:t>Người dùng đăng nhập ngân hàng qua Wi-Fi công cộng không có </a:t>
            </a:r>
            <a:r>
              <a:rPr lang="vi-VN" dirty="0" smtClean="0">
                <a:solidFill>
                  <a:srgbClr val="0000CC"/>
                </a:solidFill>
                <a:latin typeface="Rockwell" panose="02060603020205020403" pitchFamily="18" charset="0"/>
                <a:ea typeface="+mj-ea"/>
                <a:cs typeface="+mj-cs"/>
              </a:rPr>
              <a:t>HTTPS</a:t>
            </a:r>
            <a:r>
              <a:rPr lang="en-US" dirty="0" smtClean="0">
                <a:solidFill>
                  <a:srgbClr val="0000CC"/>
                </a:solidFill>
                <a:latin typeface="Rockwell" panose="02060603020205020403" pitchFamily="18" charset="0"/>
                <a:ea typeface="+mj-ea"/>
                <a:cs typeface="+mj-cs"/>
              </a:rPr>
              <a:t>: </a:t>
            </a:r>
            <a:r>
              <a:rPr lang="vi-VN" dirty="0" smtClean="0">
                <a:solidFill>
                  <a:srgbClr val="0000CC"/>
                </a:solidFill>
                <a:latin typeface="Rockwell" panose="02060603020205020403" pitchFamily="18" charset="0"/>
                <a:ea typeface="+mj-ea"/>
                <a:cs typeface="+mj-cs"/>
              </a:rPr>
              <a:t>Hacker </a:t>
            </a:r>
            <a:r>
              <a:rPr lang="vi-VN" dirty="0">
                <a:solidFill>
                  <a:srgbClr val="0000CC"/>
                </a:solidFill>
                <a:latin typeface="Rockwell" panose="02060603020205020403" pitchFamily="18" charset="0"/>
                <a:ea typeface="+mj-ea"/>
                <a:cs typeface="+mj-cs"/>
              </a:rPr>
              <a:t>đánh cắp username, password.</a:t>
            </a:r>
          </a:p>
          <a:p>
            <a:pPr lvl="1">
              <a:spcBef>
                <a:spcPts val="600"/>
              </a:spcBef>
              <a:spcAft>
                <a:spcPts val="600"/>
              </a:spcAft>
            </a:pPr>
            <a:r>
              <a:rPr lang="vi-VN" dirty="0">
                <a:solidFill>
                  <a:srgbClr val="0000CC"/>
                </a:solidFill>
                <a:latin typeface="Rockwell" panose="02060603020205020403" pitchFamily="18" charset="0"/>
                <a:ea typeface="+mj-ea"/>
                <a:cs typeface="+mj-cs"/>
              </a:rPr>
              <a:t>Hậu quả: Đánh cắp thông tin nhạy cảm, chèn nội dung giả mạo (phishing), thay đổi giao dịch tài chính.</a:t>
            </a:r>
            <a:endParaRPr lang="en-US" dirty="0"/>
          </a:p>
        </p:txBody>
      </p:sp>
    </p:spTree>
    <p:extLst>
      <p:ext uri="{BB962C8B-B14F-4D97-AF65-F5344CB8AC3E}">
        <p14:creationId xmlns:p14="http://schemas.microsoft.com/office/powerpoint/2010/main" val="933729643"/>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371599" y="876869"/>
            <a:ext cx="10242645" cy="528851"/>
          </a:xfrm>
        </p:spPr>
        <p:txBody>
          <a:bodyPr/>
          <a:lstStyle/>
          <a:p>
            <a:r>
              <a:rPr lang="en-US" sz="2800" b="1" dirty="0" smtClean="0">
                <a:solidFill>
                  <a:srgbClr val="0000CC"/>
                </a:solidFill>
                <a:latin typeface="Rockwell" panose="02060603020205020403" pitchFamily="18" charset="0"/>
              </a:rPr>
              <a:t>3.1.3.</a:t>
            </a:r>
            <a:r>
              <a:rPr lang="vi-VN"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Các</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kỹ</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thuật</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tấn</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công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ứng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dụng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Web</a:t>
            </a:r>
            <a:endParaRPr lang="en-US" sz="2800" b="1" dirty="0">
              <a:solidFill>
                <a:srgbClr val="0000CC"/>
              </a:solidFill>
              <a:latin typeface="Rockwell" panose="020606030202050204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371599" y="1539263"/>
            <a:ext cx="10720317" cy="4382729"/>
          </a:xfrm>
        </p:spPr>
        <p:txBody>
          <a:bodyPr/>
          <a:lstStyle/>
          <a:p>
            <a:pPr marL="0" indent="0">
              <a:spcBef>
                <a:spcPts val="600"/>
              </a:spcBef>
              <a:spcAft>
                <a:spcPts val="600"/>
              </a:spcAft>
              <a:buNone/>
            </a:pPr>
            <a:r>
              <a:rPr lang="vi-VN" b="1" dirty="0" smtClean="0">
                <a:solidFill>
                  <a:srgbClr val="0000CC"/>
                </a:solidFill>
                <a:latin typeface="Rockwell" panose="02060603020205020403" pitchFamily="18" charset="0"/>
                <a:ea typeface="+mj-ea"/>
                <a:cs typeface="+mj-cs"/>
              </a:rPr>
              <a:t>5</a:t>
            </a:r>
            <a:r>
              <a:rPr lang="vi-VN" b="1" dirty="0">
                <a:solidFill>
                  <a:srgbClr val="0000CC"/>
                </a:solidFill>
                <a:latin typeface="Rockwell" panose="02060603020205020403" pitchFamily="18" charset="0"/>
                <a:ea typeface="+mj-ea"/>
                <a:cs typeface="+mj-cs"/>
              </a:rPr>
              <a:t>. Phishing trên nền Web</a:t>
            </a:r>
          </a:p>
          <a:p>
            <a:pPr>
              <a:spcBef>
                <a:spcPts val="600"/>
              </a:spcBef>
              <a:spcAft>
                <a:spcPts val="600"/>
              </a:spcAft>
            </a:pPr>
            <a:r>
              <a:rPr lang="vi-VN" dirty="0" smtClean="0">
                <a:solidFill>
                  <a:srgbClr val="0000CC"/>
                </a:solidFill>
                <a:latin typeface="Rockwell" panose="02060603020205020403" pitchFamily="18" charset="0"/>
                <a:ea typeface="+mj-ea"/>
                <a:cs typeface="+mj-cs"/>
              </a:rPr>
              <a:t>Hacker </a:t>
            </a:r>
            <a:r>
              <a:rPr lang="vi-VN" dirty="0">
                <a:solidFill>
                  <a:srgbClr val="0000CC"/>
                </a:solidFill>
                <a:latin typeface="Rockwell" panose="02060603020205020403" pitchFamily="18" charset="0"/>
                <a:ea typeface="+mj-ea"/>
                <a:cs typeface="+mj-cs"/>
              </a:rPr>
              <a:t>tạo ra một trang web giả mạo (thường giống hệt ngân hàng, sàn thương mại điện tử, email login).</a:t>
            </a:r>
          </a:p>
          <a:p>
            <a:pPr>
              <a:spcBef>
                <a:spcPts val="600"/>
              </a:spcBef>
              <a:spcAft>
                <a:spcPts val="600"/>
              </a:spcAft>
            </a:pPr>
            <a:r>
              <a:rPr lang="vi-VN" dirty="0">
                <a:solidFill>
                  <a:srgbClr val="0000CC"/>
                </a:solidFill>
                <a:latin typeface="Rockwell" panose="02060603020205020403" pitchFamily="18" charset="0"/>
                <a:ea typeface="+mj-ea"/>
                <a:cs typeface="+mj-cs"/>
              </a:rPr>
              <a:t>Phương pháp:</a:t>
            </a:r>
          </a:p>
          <a:p>
            <a:pPr lvl="1">
              <a:spcBef>
                <a:spcPts val="600"/>
              </a:spcBef>
              <a:spcAft>
                <a:spcPts val="600"/>
              </a:spcAft>
            </a:pPr>
            <a:r>
              <a:rPr lang="vi-VN" dirty="0">
                <a:solidFill>
                  <a:srgbClr val="0000CC"/>
                </a:solidFill>
                <a:latin typeface="Rockwell" panose="02060603020205020403" pitchFamily="18" charset="0"/>
                <a:ea typeface="+mj-ea"/>
                <a:cs typeface="+mj-cs"/>
              </a:rPr>
              <a:t>Gửi link qua email, mạng xã hội, tin nhắn.</a:t>
            </a:r>
          </a:p>
          <a:p>
            <a:pPr lvl="1">
              <a:spcBef>
                <a:spcPts val="600"/>
              </a:spcBef>
              <a:spcAft>
                <a:spcPts val="600"/>
              </a:spcAft>
            </a:pPr>
            <a:r>
              <a:rPr lang="vi-VN" dirty="0">
                <a:solidFill>
                  <a:srgbClr val="0000CC"/>
                </a:solidFill>
                <a:latin typeface="Rockwell" panose="02060603020205020403" pitchFamily="18" charset="0"/>
                <a:ea typeface="+mj-ea"/>
                <a:cs typeface="+mj-cs"/>
              </a:rPr>
              <a:t>Lừa người dùng đăng nhập, nhập thông tin thẻ tín dụng.</a:t>
            </a:r>
          </a:p>
          <a:p>
            <a:pPr>
              <a:spcBef>
                <a:spcPts val="600"/>
              </a:spcBef>
              <a:spcAft>
                <a:spcPts val="600"/>
              </a:spcAft>
            </a:pPr>
            <a:r>
              <a:rPr lang="vi-VN" dirty="0">
                <a:solidFill>
                  <a:srgbClr val="0000CC"/>
                </a:solidFill>
                <a:latin typeface="Rockwell" panose="02060603020205020403" pitchFamily="18" charset="0"/>
                <a:ea typeface="+mj-ea"/>
                <a:cs typeface="+mj-cs"/>
              </a:rPr>
              <a:t>Ví dụ:</a:t>
            </a:r>
          </a:p>
          <a:p>
            <a:pPr lvl="1">
              <a:spcBef>
                <a:spcPts val="600"/>
              </a:spcBef>
              <a:spcAft>
                <a:spcPts val="600"/>
              </a:spcAft>
            </a:pPr>
            <a:r>
              <a:rPr lang="vi-VN" dirty="0">
                <a:solidFill>
                  <a:srgbClr val="0000CC"/>
                </a:solidFill>
                <a:latin typeface="Rockwell" panose="02060603020205020403" pitchFamily="18" charset="0"/>
                <a:ea typeface="+mj-ea"/>
                <a:cs typeface="+mj-cs"/>
              </a:rPr>
              <a:t>Trang </a:t>
            </a:r>
            <a:r>
              <a:rPr lang="vi-VN" dirty="0">
                <a:solidFill>
                  <a:srgbClr val="00B050"/>
                </a:solidFill>
                <a:latin typeface="Rockwell" panose="02060603020205020403" pitchFamily="18" charset="0"/>
                <a:ea typeface="+mj-ea"/>
                <a:cs typeface="+mj-cs"/>
              </a:rPr>
              <a:t>http://paypai.com/login </a:t>
            </a:r>
            <a:r>
              <a:rPr lang="vi-VN" dirty="0">
                <a:solidFill>
                  <a:srgbClr val="0000CC"/>
                </a:solidFill>
                <a:latin typeface="Rockwell" panose="02060603020205020403" pitchFamily="18" charset="0"/>
                <a:ea typeface="+mj-ea"/>
                <a:cs typeface="+mj-cs"/>
              </a:rPr>
              <a:t>giả mạo PayPal để đánh cắp tài khoản.</a:t>
            </a:r>
          </a:p>
          <a:p>
            <a:pPr lvl="1">
              <a:spcBef>
                <a:spcPts val="600"/>
              </a:spcBef>
              <a:spcAft>
                <a:spcPts val="600"/>
              </a:spcAft>
            </a:pPr>
            <a:r>
              <a:rPr lang="vi-VN" dirty="0">
                <a:solidFill>
                  <a:srgbClr val="0000CC"/>
                </a:solidFill>
                <a:latin typeface="Rockwell" panose="02060603020205020403" pitchFamily="18" charset="0"/>
                <a:ea typeface="+mj-ea"/>
                <a:cs typeface="+mj-cs"/>
              </a:rPr>
              <a:t>Hậu quả: Người dùng mất thông tin nhạy cảm (tài khoản, </a:t>
            </a:r>
            <a:r>
              <a:rPr lang="en-US" dirty="0" smtClean="0">
                <a:solidFill>
                  <a:srgbClr val="0000CC"/>
                </a:solidFill>
                <a:latin typeface="Rockwell" panose="02060603020205020403" pitchFamily="18" charset="0"/>
                <a:ea typeface="+mj-ea"/>
                <a:cs typeface="+mj-cs"/>
              </a:rPr>
              <a:t>pass</a:t>
            </a:r>
            <a:r>
              <a:rPr lang="vi-VN" dirty="0" smtClean="0">
                <a:solidFill>
                  <a:srgbClr val="0000CC"/>
                </a:solidFill>
                <a:latin typeface="Rockwell" panose="02060603020205020403" pitchFamily="18" charset="0"/>
                <a:ea typeface="+mj-ea"/>
                <a:cs typeface="+mj-cs"/>
              </a:rPr>
              <a:t>, </a:t>
            </a:r>
            <a:r>
              <a:rPr lang="vi-VN" dirty="0">
                <a:solidFill>
                  <a:srgbClr val="0000CC"/>
                </a:solidFill>
                <a:latin typeface="Rockwell" panose="02060603020205020403" pitchFamily="18" charset="0"/>
                <a:ea typeface="+mj-ea"/>
                <a:cs typeface="+mj-cs"/>
              </a:rPr>
              <a:t>số thẻ).</a:t>
            </a:r>
            <a:endParaRPr lang="en-US" dirty="0"/>
          </a:p>
        </p:txBody>
      </p:sp>
    </p:spTree>
    <p:extLst>
      <p:ext uri="{BB962C8B-B14F-4D97-AF65-F5344CB8AC3E}">
        <p14:creationId xmlns:p14="http://schemas.microsoft.com/office/powerpoint/2010/main" val="4213657157"/>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804338" y="276367"/>
            <a:ext cx="9968813" cy="528851"/>
          </a:xfrm>
        </p:spPr>
        <p:txBody>
          <a:bodyPr/>
          <a:lstStyle/>
          <a:p>
            <a:r>
              <a:rPr lang="en-US" sz="2800" b="1" dirty="0" smtClean="0">
                <a:solidFill>
                  <a:srgbClr val="0000CC"/>
                </a:solidFill>
                <a:latin typeface="Rockwell" panose="02060603020205020403" pitchFamily="18" charset="0"/>
              </a:rPr>
              <a:t>3.1.3.</a:t>
            </a:r>
            <a:r>
              <a:rPr lang="vi-VN"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Các</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kỹ</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thuật</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tấn</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công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ứng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dụng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Web</a:t>
            </a:r>
            <a:endParaRPr lang="en-US" sz="2800" b="1" dirty="0">
              <a:solidFill>
                <a:srgbClr val="0000CC"/>
              </a:solidFill>
              <a:latin typeface="Rockwell" panose="020606030202050204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804338" y="652159"/>
            <a:ext cx="10433715" cy="4382729"/>
          </a:xfrm>
        </p:spPr>
        <p:txBody>
          <a:bodyPr/>
          <a:lstStyle/>
          <a:p>
            <a:pPr marL="0" indent="0">
              <a:spcBef>
                <a:spcPts val="600"/>
              </a:spcBef>
              <a:spcAft>
                <a:spcPts val="600"/>
              </a:spcAft>
              <a:buNone/>
            </a:pPr>
            <a:r>
              <a:rPr lang="en-US" b="1" dirty="0" smtClean="0">
                <a:solidFill>
                  <a:srgbClr val="0000CC"/>
                </a:solidFill>
                <a:latin typeface="Rockwell" panose="02060603020205020403" pitchFamily="18" charset="0"/>
                <a:ea typeface="+mj-ea"/>
                <a:cs typeface="+mj-cs"/>
              </a:rPr>
              <a:t>So </a:t>
            </a:r>
            <a:r>
              <a:rPr lang="en-US" b="1" dirty="0" err="1" smtClean="0">
                <a:solidFill>
                  <a:srgbClr val="0000CC"/>
                </a:solidFill>
                <a:latin typeface="Rockwell" panose="02060603020205020403" pitchFamily="18" charset="0"/>
                <a:ea typeface="+mj-ea"/>
                <a:cs typeface="+mj-cs"/>
              </a:rPr>
              <a:t>sánh</a:t>
            </a:r>
            <a:r>
              <a:rPr lang="en-US" b="1" dirty="0" smtClean="0">
                <a:solidFill>
                  <a:srgbClr val="0000CC"/>
                </a:solidFill>
                <a:latin typeface="Rockwell" panose="02060603020205020403" pitchFamily="18" charset="0"/>
                <a:ea typeface="+mj-ea"/>
                <a:cs typeface="+mj-cs"/>
              </a:rPr>
              <a:t> </a:t>
            </a:r>
            <a:r>
              <a:rPr lang="en-US" b="1" dirty="0" err="1" smtClean="0">
                <a:solidFill>
                  <a:srgbClr val="0000CC"/>
                </a:solidFill>
                <a:latin typeface="Rockwell" panose="02060603020205020403" pitchFamily="18" charset="0"/>
                <a:ea typeface="+mj-ea"/>
                <a:cs typeface="+mj-cs"/>
              </a:rPr>
              <a:t>các</a:t>
            </a:r>
            <a:r>
              <a:rPr lang="en-US" b="1" dirty="0" smtClean="0">
                <a:solidFill>
                  <a:srgbClr val="0000CC"/>
                </a:solidFill>
                <a:latin typeface="Rockwell" panose="02060603020205020403" pitchFamily="18" charset="0"/>
                <a:ea typeface="+mj-ea"/>
                <a:cs typeface="+mj-cs"/>
              </a:rPr>
              <a:t> </a:t>
            </a:r>
            <a:r>
              <a:rPr lang="en-US" b="1" dirty="0" err="1" smtClean="0">
                <a:solidFill>
                  <a:srgbClr val="0000CC"/>
                </a:solidFill>
                <a:latin typeface="Rockwell" panose="02060603020205020403" pitchFamily="18" charset="0"/>
                <a:ea typeface="+mj-ea"/>
                <a:cs typeface="+mj-cs"/>
              </a:rPr>
              <a:t>kỹ</a:t>
            </a:r>
            <a:r>
              <a:rPr lang="en-US" b="1" dirty="0" smtClean="0">
                <a:solidFill>
                  <a:srgbClr val="0000CC"/>
                </a:solidFill>
                <a:latin typeface="Rockwell" panose="02060603020205020403" pitchFamily="18" charset="0"/>
                <a:ea typeface="+mj-ea"/>
                <a:cs typeface="+mj-cs"/>
              </a:rPr>
              <a:t> </a:t>
            </a:r>
            <a:r>
              <a:rPr lang="en-US" b="1" dirty="0" err="1" smtClean="0">
                <a:solidFill>
                  <a:srgbClr val="0000CC"/>
                </a:solidFill>
                <a:latin typeface="Rockwell" panose="02060603020205020403" pitchFamily="18" charset="0"/>
                <a:ea typeface="+mj-ea"/>
                <a:cs typeface="+mj-cs"/>
              </a:rPr>
              <a:t>thuật</a:t>
            </a:r>
            <a:r>
              <a:rPr lang="en-US" b="1" dirty="0" smtClean="0">
                <a:solidFill>
                  <a:srgbClr val="0000CC"/>
                </a:solidFill>
                <a:latin typeface="Rockwell" panose="02060603020205020403" pitchFamily="18" charset="0"/>
                <a:ea typeface="+mj-ea"/>
                <a:cs typeface="+mj-cs"/>
              </a:rPr>
              <a:t> </a:t>
            </a:r>
            <a:r>
              <a:rPr lang="en-US" b="1" dirty="0" err="1" smtClean="0">
                <a:solidFill>
                  <a:srgbClr val="0000CC"/>
                </a:solidFill>
                <a:latin typeface="Rockwell" panose="02060603020205020403" pitchFamily="18" charset="0"/>
                <a:ea typeface="+mj-ea"/>
                <a:cs typeface="+mj-cs"/>
              </a:rPr>
              <a:t>tấn</a:t>
            </a:r>
            <a:r>
              <a:rPr lang="en-US" b="1" dirty="0" smtClean="0">
                <a:solidFill>
                  <a:srgbClr val="0000CC"/>
                </a:solidFill>
                <a:latin typeface="Rockwell" panose="02060603020205020403" pitchFamily="18" charset="0"/>
                <a:ea typeface="+mj-ea"/>
                <a:cs typeface="+mj-cs"/>
              </a:rPr>
              <a:t> </a:t>
            </a:r>
            <a:r>
              <a:rPr lang="en-US" b="1" dirty="0" err="1" smtClean="0">
                <a:solidFill>
                  <a:srgbClr val="0000CC"/>
                </a:solidFill>
                <a:latin typeface="Rockwell" panose="02060603020205020403" pitchFamily="18" charset="0"/>
                <a:ea typeface="+mj-ea"/>
                <a:cs typeface="+mj-cs"/>
              </a:rPr>
              <a:t>công</a:t>
            </a:r>
            <a:r>
              <a:rPr lang="en-US" b="1" dirty="0" smtClean="0">
                <a:solidFill>
                  <a:srgbClr val="0000CC"/>
                </a:solidFill>
                <a:latin typeface="Rockwell" panose="02060603020205020403" pitchFamily="18" charset="0"/>
                <a:ea typeface="+mj-ea"/>
                <a:cs typeface="+mj-cs"/>
              </a:rPr>
              <a:t> </a:t>
            </a:r>
            <a:r>
              <a:rPr lang="en-US" b="1" dirty="0" err="1" smtClean="0">
                <a:solidFill>
                  <a:srgbClr val="0000CC"/>
                </a:solidFill>
                <a:latin typeface="Rockwell" panose="02060603020205020403" pitchFamily="18" charset="0"/>
                <a:ea typeface="+mj-ea"/>
                <a:cs typeface="+mj-cs"/>
              </a:rPr>
              <a:t>ứng</a:t>
            </a:r>
            <a:r>
              <a:rPr lang="en-US" b="1" dirty="0" smtClean="0">
                <a:solidFill>
                  <a:srgbClr val="0000CC"/>
                </a:solidFill>
                <a:latin typeface="Rockwell" panose="02060603020205020403" pitchFamily="18" charset="0"/>
                <a:ea typeface="+mj-ea"/>
                <a:cs typeface="+mj-cs"/>
              </a:rPr>
              <a:t> </a:t>
            </a:r>
            <a:r>
              <a:rPr lang="en-US" b="1" dirty="0" err="1" smtClean="0">
                <a:solidFill>
                  <a:srgbClr val="0000CC"/>
                </a:solidFill>
                <a:latin typeface="Rockwell" panose="02060603020205020403" pitchFamily="18" charset="0"/>
                <a:ea typeface="+mj-ea"/>
                <a:cs typeface="+mj-cs"/>
              </a:rPr>
              <a:t>dụng</a:t>
            </a:r>
            <a:r>
              <a:rPr lang="en-US" b="1" dirty="0" smtClean="0">
                <a:solidFill>
                  <a:srgbClr val="0000CC"/>
                </a:solidFill>
                <a:latin typeface="Rockwell" panose="02060603020205020403" pitchFamily="18" charset="0"/>
                <a:ea typeface="+mj-ea"/>
                <a:cs typeface="+mj-cs"/>
              </a:rPr>
              <a:t> </a:t>
            </a:r>
            <a:r>
              <a:rPr lang="vi-VN" b="1" dirty="0" smtClean="0">
                <a:solidFill>
                  <a:srgbClr val="0000CC"/>
                </a:solidFill>
                <a:latin typeface="Rockwell" panose="02060603020205020403" pitchFamily="18" charset="0"/>
                <a:ea typeface="+mj-ea"/>
                <a:cs typeface="+mj-cs"/>
              </a:rPr>
              <a:t>Web</a:t>
            </a:r>
            <a:r>
              <a:rPr lang="en-US" b="1" dirty="0" smtClean="0">
                <a:solidFill>
                  <a:srgbClr val="0000CC"/>
                </a:solidFill>
                <a:latin typeface="Rockwell" panose="02060603020205020403" pitchFamily="18" charset="0"/>
                <a:ea typeface="+mj-ea"/>
                <a:cs typeface="+mj-cs"/>
              </a:rPr>
              <a:t>:</a:t>
            </a:r>
          </a:p>
          <a:p>
            <a:pPr marL="0" indent="0">
              <a:spcBef>
                <a:spcPts val="600"/>
              </a:spcBef>
              <a:spcAft>
                <a:spcPts val="600"/>
              </a:spcAft>
              <a:buNone/>
            </a:pPr>
            <a:endParaRPr lang="vi-VN" b="1" dirty="0">
              <a:solidFill>
                <a:srgbClr val="0000CC"/>
              </a:solidFill>
              <a:latin typeface="Rockwell" panose="02060603020205020403" pitchFamily="18" charset="0"/>
              <a:ea typeface="+mj-ea"/>
              <a:cs typeface="+mj-cs"/>
            </a:endParaRPr>
          </a:p>
        </p:txBody>
      </p:sp>
      <p:graphicFrame>
        <p:nvGraphicFramePr>
          <p:cNvPr id="4" name="Table 3"/>
          <p:cNvGraphicFramePr>
            <a:graphicFrameLocks noGrp="1"/>
          </p:cNvGraphicFramePr>
          <p:nvPr>
            <p:extLst>
              <p:ext uri="{D42A27DB-BD31-4B8C-83A1-F6EECF244321}">
                <p14:modId xmlns:p14="http://schemas.microsoft.com/office/powerpoint/2010/main" val="2713748619"/>
              </p:ext>
            </p:extLst>
          </p:nvPr>
        </p:nvGraphicFramePr>
        <p:xfrm>
          <a:off x="777922" y="1153713"/>
          <a:ext cx="11414079" cy="5517998"/>
        </p:xfrm>
        <a:graphic>
          <a:graphicData uri="http://schemas.openxmlformats.org/drawingml/2006/table">
            <a:tbl>
              <a:tblPr>
                <a:tableStyleId>{35758FB7-9AC5-4552-8A53-C91805E547FA}</a:tableStyleId>
              </a:tblPr>
              <a:tblGrid>
                <a:gridCol w="2265529">
                  <a:extLst>
                    <a:ext uri="{9D8B030D-6E8A-4147-A177-3AD203B41FA5}">
                      <a16:colId xmlns:a16="http://schemas.microsoft.com/office/drawing/2014/main" val="3122800184"/>
                    </a:ext>
                  </a:extLst>
                </a:gridCol>
                <a:gridCol w="3122844">
                  <a:extLst>
                    <a:ext uri="{9D8B030D-6E8A-4147-A177-3AD203B41FA5}">
                      <a16:colId xmlns:a16="http://schemas.microsoft.com/office/drawing/2014/main" val="662075400"/>
                    </a:ext>
                  </a:extLst>
                </a:gridCol>
                <a:gridCol w="2636511">
                  <a:extLst>
                    <a:ext uri="{9D8B030D-6E8A-4147-A177-3AD203B41FA5}">
                      <a16:colId xmlns:a16="http://schemas.microsoft.com/office/drawing/2014/main" val="3481624790"/>
                    </a:ext>
                  </a:extLst>
                </a:gridCol>
                <a:gridCol w="3389195">
                  <a:extLst>
                    <a:ext uri="{9D8B030D-6E8A-4147-A177-3AD203B41FA5}">
                      <a16:colId xmlns:a16="http://schemas.microsoft.com/office/drawing/2014/main" val="1771415027"/>
                    </a:ext>
                  </a:extLst>
                </a:gridCol>
              </a:tblGrid>
              <a:tr h="581581">
                <a:tc>
                  <a:txBody>
                    <a:bodyPr/>
                    <a:lstStyle/>
                    <a:p>
                      <a:pPr algn="ctr"/>
                      <a:r>
                        <a:rPr lang="en-US" sz="1800" b="1" kern="1200" baseline="0" dirty="0" err="1">
                          <a:solidFill>
                            <a:srgbClr val="0000CC"/>
                          </a:solidFill>
                          <a:latin typeface="Rockwell" panose="02060603020205020403" pitchFamily="18" charset="0"/>
                          <a:ea typeface="+mj-ea"/>
                          <a:cs typeface="+mj-cs"/>
                        </a:rPr>
                        <a:t>Kỹ</a:t>
                      </a:r>
                      <a:r>
                        <a:rPr lang="en-US" sz="1800" b="1" kern="1200" baseline="0" dirty="0">
                          <a:solidFill>
                            <a:srgbClr val="0000CC"/>
                          </a:solidFill>
                          <a:latin typeface="Rockwell" panose="02060603020205020403" pitchFamily="18" charset="0"/>
                          <a:ea typeface="+mj-ea"/>
                          <a:cs typeface="+mj-cs"/>
                        </a:rPr>
                        <a:t> </a:t>
                      </a:r>
                      <a:r>
                        <a:rPr lang="en-US" sz="1800" b="1" kern="1200" baseline="0" dirty="0" err="1">
                          <a:solidFill>
                            <a:srgbClr val="0000CC"/>
                          </a:solidFill>
                          <a:latin typeface="Rockwell" panose="02060603020205020403" pitchFamily="18" charset="0"/>
                          <a:ea typeface="+mj-ea"/>
                          <a:cs typeface="+mj-cs"/>
                        </a:rPr>
                        <a:t>thuật</a:t>
                      </a:r>
                      <a:endParaRPr lang="en-US" sz="1800" b="1" kern="1200" baseline="0" dirty="0">
                        <a:solidFill>
                          <a:srgbClr val="0000CC"/>
                        </a:solidFill>
                        <a:latin typeface="Rockwell" panose="02060603020205020403" pitchFamily="18" charset="0"/>
                        <a:ea typeface="+mj-ea"/>
                        <a:cs typeface="+mj-cs"/>
                      </a:endParaRPr>
                    </a:p>
                  </a:txBody>
                  <a:tcPr marL="51904" marR="51904" marT="25952" marB="25952" anchor="ctr"/>
                </a:tc>
                <a:tc>
                  <a:txBody>
                    <a:bodyPr/>
                    <a:lstStyle/>
                    <a:p>
                      <a:pPr algn="ctr"/>
                      <a:r>
                        <a:rPr lang="en-US" sz="1800" b="1" kern="1200" baseline="0" dirty="0" err="1">
                          <a:solidFill>
                            <a:srgbClr val="0000CC"/>
                          </a:solidFill>
                          <a:latin typeface="Rockwell" panose="02060603020205020403" pitchFamily="18" charset="0"/>
                          <a:ea typeface="+mj-ea"/>
                          <a:cs typeface="+mj-cs"/>
                        </a:rPr>
                        <a:t>Cách</a:t>
                      </a:r>
                      <a:r>
                        <a:rPr lang="en-US" sz="1800" b="1" kern="1200" baseline="0" dirty="0">
                          <a:solidFill>
                            <a:srgbClr val="0000CC"/>
                          </a:solidFill>
                          <a:latin typeface="Rockwell" panose="02060603020205020403" pitchFamily="18" charset="0"/>
                          <a:ea typeface="+mj-ea"/>
                          <a:cs typeface="+mj-cs"/>
                        </a:rPr>
                        <a:t> </a:t>
                      </a:r>
                      <a:r>
                        <a:rPr lang="en-US" sz="1800" b="1" kern="1200" baseline="0" dirty="0" err="1">
                          <a:solidFill>
                            <a:srgbClr val="0000CC"/>
                          </a:solidFill>
                          <a:latin typeface="Rockwell" panose="02060603020205020403" pitchFamily="18" charset="0"/>
                          <a:ea typeface="+mj-ea"/>
                          <a:cs typeface="+mj-cs"/>
                        </a:rPr>
                        <a:t>tấn</a:t>
                      </a:r>
                      <a:r>
                        <a:rPr lang="en-US" sz="1800" b="1" kern="1200" baseline="0" dirty="0">
                          <a:solidFill>
                            <a:srgbClr val="0000CC"/>
                          </a:solidFill>
                          <a:latin typeface="Rockwell" panose="02060603020205020403" pitchFamily="18" charset="0"/>
                          <a:ea typeface="+mj-ea"/>
                          <a:cs typeface="+mj-cs"/>
                        </a:rPr>
                        <a:t> </a:t>
                      </a:r>
                      <a:r>
                        <a:rPr lang="en-US" sz="1800" b="1" kern="1200" baseline="0" dirty="0" err="1">
                          <a:solidFill>
                            <a:srgbClr val="0000CC"/>
                          </a:solidFill>
                          <a:latin typeface="Rockwell" panose="02060603020205020403" pitchFamily="18" charset="0"/>
                          <a:ea typeface="+mj-ea"/>
                          <a:cs typeface="+mj-cs"/>
                        </a:rPr>
                        <a:t>công</a:t>
                      </a:r>
                      <a:endParaRPr lang="en-US" sz="1800" b="1" kern="1200" baseline="0" dirty="0">
                        <a:solidFill>
                          <a:srgbClr val="0000CC"/>
                        </a:solidFill>
                        <a:latin typeface="Rockwell" panose="02060603020205020403" pitchFamily="18" charset="0"/>
                        <a:ea typeface="+mj-ea"/>
                        <a:cs typeface="+mj-cs"/>
                      </a:endParaRPr>
                    </a:p>
                  </a:txBody>
                  <a:tcPr marL="51904" marR="51904" marT="25952" marB="25952" anchor="ctr"/>
                </a:tc>
                <a:tc>
                  <a:txBody>
                    <a:bodyPr/>
                    <a:lstStyle/>
                    <a:p>
                      <a:pPr algn="ctr"/>
                      <a:r>
                        <a:rPr lang="vi-VN" sz="1800" b="1" kern="1200" baseline="0" dirty="0">
                          <a:solidFill>
                            <a:srgbClr val="0000CC"/>
                          </a:solidFill>
                          <a:latin typeface="Rockwell" panose="02060603020205020403" pitchFamily="18" charset="0"/>
                          <a:ea typeface="+mj-ea"/>
                          <a:cs typeface="+mj-cs"/>
                        </a:rPr>
                        <a:t>Công </a:t>
                      </a:r>
                      <a:r>
                        <a:rPr lang="vi-VN" sz="1800" b="1" kern="1200" baseline="0" dirty="0" smtClean="0">
                          <a:solidFill>
                            <a:srgbClr val="0000CC"/>
                          </a:solidFill>
                          <a:latin typeface="Rockwell" panose="02060603020205020403" pitchFamily="18" charset="0"/>
                          <a:ea typeface="+mj-ea"/>
                          <a:cs typeface="+mj-cs"/>
                        </a:rPr>
                        <a:t>cụ</a:t>
                      </a:r>
                      <a:r>
                        <a:rPr lang="en-US" sz="1800" b="1" kern="1200" baseline="0" dirty="0" smtClean="0">
                          <a:solidFill>
                            <a:srgbClr val="0000CC"/>
                          </a:solidFill>
                          <a:latin typeface="Rockwell" panose="02060603020205020403" pitchFamily="18" charset="0"/>
                          <a:ea typeface="+mj-ea"/>
                          <a:cs typeface="+mj-cs"/>
                        </a:rPr>
                        <a:t/>
                      </a:r>
                      <a:br>
                        <a:rPr lang="en-US" sz="1800" b="1" kern="1200" baseline="0" dirty="0" smtClean="0">
                          <a:solidFill>
                            <a:srgbClr val="0000CC"/>
                          </a:solidFill>
                          <a:latin typeface="Rockwell" panose="02060603020205020403" pitchFamily="18" charset="0"/>
                          <a:ea typeface="+mj-ea"/>
                          <a:cs typeface="+mj-cs"/>
                        </a:rPr>
                      </a:br>
                      <a:r>
                        <a:rPr lang="vi-VN" sz="1800" b="1" kern="1200" baseline="0" dirty="0" smtClean="0">
                          <a:solidFill>
                            <a:srgbClr val="0000CC"/>
                          </a:solidFill>
                          <a:latin typeface="Rockwell" panose="02060603020205020403" pitchFamily="18" charset="0"/>
                          <a:ea typeface="+mj-ea"/>
                          <a:cs typeface="+mj-cs"/>
                        </a:rPr>
                        <a:t>/</a:t>
                      </a:r>
                      <a:r>
                        <a:rPr lang="vi-VN" sz="1800" b="1" kern="1200" baseline="0" dirty="0">
                          <a:solidFill>
                            <a:srgbClr val="0000CC"/>
                          </a:solidFill>
                          <a:latin typeface="Rockwell" panose="02060603020205020403" pitchFamily="18" charset="0"/>
                          <a:ea typeface="+mj-ea"/>
                          <a:cs typeface="+mj-cs"/>
                        </a:rPr>
                        <a:t>Phương pháp</a:t>
                      </a:r>
                    </a:p>
                  </a:txBody>
                  <a:tcPr marL="51904" marR="51904" marT="25952" marB="25952" anchor="ctr"/>
                </a:tc>
                <a:tc>
                  <a:txBody>
                    <a:bodyPr/>
                    <a:lstStyle/>
                    <a:p>
                      <a:pPr algn="ctr"/>
                      <a:r>
                        <a:rPr lang="en-US" sz="1800" b="1" kern="1200" baseline="0" dirty="0" err="1">
                          <a:solidFill>
                            <a:srgbClr val="0000CC"/>
                          </a:solidFill>
                          <a:latin typeface="Rockwell" panose="02060603020205020403" pitchFamily="18" charset="0"/>
                          <a:ea typeface="+mj-ea"/>
                          <a:cs typeface="+mj-cs"/>
                        </a:rPr>
                        <a:t>Hậu</a:t>
                      </a:r>
                      <a:r>
                        <a:rPr lang="en-US" sz="1800" b="1" kern="1200" baseline="0" dirty="0">
                          <a:solidFill>
                            <a:srgbClr val="0000CC"/>
                          </a:solidFill>
                          <a:latin typeface="Rockwell" panose="02060603020205020403" pitchFamily="18" charset="0"/>
                          <a:ea typeface="+mj-ea"/>
                          <a:cs typeface="+mj-cs"/>
                        </a:rPr>
                        <a:t> </a:t>
                      </a:r>
                      <a:r>
                        <a:rPr lang="en-US" sz="1800" b="1" kern="1200" baseline="0" dirty="0" err="1">
                          <a:solidFill>
                            <a:srgbClr val="0000CC"/>
                          </a:solidFill>
                          <a:latin typeface="Rockwell" panose="02060603020205020403" pitchFamily="18" charset="0"/>
                          <a:ea typeface="+mj-ea"/>
                          <a:cs typeface="+mj-cs"/>
                        </a:rPr>
                        <a:t>quả</a:t>
                      </a:r>
                      <a:endParaRPr lang="en-US" sz="1800" b="1" kern="1200" baseline="0" dirty="0">
                        <a:solidFill>
                          <a:srgbClr val="0000CC"/>
                        </a:solidFill>
                        <a:latin typeface="Rockwell" panose="02060603020205020403" pitchFamily="18" charset="0"/>
                        <a:ea typeface="+mj-ea"/>
                        <a:cs typeface="+mj-cs"/>
                      </a:endParaRPr>
                    </a:p>
                  </a:txBody>
                  <a:tcPr marL="51904" marR="51904" marT="25952" marB="25952" anchor="ctr"/>
                </a:tc>
                <a:extLst>
                  <a:ext uri="{0D108BD9-81ED-4DB2-BD59-A6C34878D82A}">
                    <a16:rowId xmlns:a16="http://schemas.microsoft.com/office/drawing/2014/main" val="3287494480"/>
                  </a:ext>
                </a:extLst>
              </a:tr>
              <a:tr h="872768">
                <a:tc>
                  <a:txBody>
                    <a:bodyPr/>
                    <a:lstStyle/>
                    <a:p>
                      <a:r>
                        <a:rPr lang="en-US" sz="1800" b="0" kern="1200" baseline="0" dirty="0">
                          <a:solidFill>
                            <a:srgbClr val="0000CC"/>
                          </a:solidFill>
                          <a:latin typeface="Rockwell" panose="02060603020205020403" pitchFamily="18" charset="0"/>
                          <a:ea typeface="+mj-ea"/>
                          <a:cs typeface="+mj-cs"/>
                        </a:rPr>
                        <a:t>Injection </a:t>
                      </a:r>
                      <a:endParaRPr lang="en-US" sz="1800" b="0" kern="1200" baseline="0" dirty="0" smtClean="0">
                        <a:solidFill>
                          <a:srgbClr val="0000CC"/>
                        </a:solidFill>
                        <a:latin typeface="Rockwell" panose="02060603020205020403" pitchFamily="18" charset="0"/>
                        <a:ea typeface="+mj-ea"/>
                        <a:cs typeface="+mj-cs"/>
                      </a:endParaRPr>
                    </a:p>
                    <a:p>
                      <a:r>
                        <a:rPr lang="en-US" sz="1800" b="0" kern="1200" baseline="0" dirty="0" smtClean="0">
                          <a:solidFill>
                            <a:srgbClr val="0000CC"/>
                          </a:solidFill>
                          <a:latin typeface="Rockwell" panose="02060603020205020403" pitchFamily="18" charset="0"/>
                          <a:ea typeface="+mj-ea"/>
                          <a:cs typeface="+mj-cs"/>
                        </a:rPr>
                        <a:t>(</a:t>
                      </a:r>
                      <a:r>
                        <a:rPr lang="en-US" sz="1800" b="0" kern="1200" baseline="0" dirty="0" err="1">
                          <a:solidFill>
                            <a:srgbClr val="0000CC"/>
                          </a:solidFill>
                          <a:latin typeface="Rockwell" panose="02060603020205020403" pitchFamily="18" charset="0"/>
                          <a:ea typeface="+mj-ea"/>
                          <a:cs typeface="+mj-cs"/>
                        </a:rPr>
                        <a:t>SQLi</a:t>
                      </a:r>
                      <a:r>
                        <a:rPr lang="en-US" sz="1800" b="0" kern="1200" baseline="0" dirty="0">
                          <a:solidFill>
                            <a:srgbClr val="0000CC"/>
                          </a:solidFill>
                          <a:latin typeface="Rockwell" panose="02060603020205020403" pitchFamily="18" charset="0"/>
                          <a:ea typeface="+mj-ea"/>
                          <a:cs typeface="+mj-cs"/>
                        </a:rPr>
                        <a:t>, Command)</a:t>
                      </a:r>
                    </a:p>
                  </a:txBody>
                  <a:tcPr marL="51904" marR="51904" marT="25952" marB="25952" anchor="ctr"/>
                </a:tc>
                <a:tc>
                  <a:txBody>
                    <a:bodyPr/>
                    <a:lstStyle/>
                    <a:p>
                      <a:r>
                        <a:rPr lang="en-US" sz="1800" b="0" kern="1200" baseline="0" dirty="0" err="1">
                          <a:solidFill>
                            <a:srgbClr val="0000CC"/>
                          </a:solidFill>
                          <a:latin typeface="Rockwell" panose="02060603020205020403" pitchFamily="18" charset="0"/>
                          <a:ea typeface="+mj-ea"/>
                          <a:cs typeface="+mj-cs"/>
                        </a:rPr>
                        <a:t>Chèn</a:t>
                      </a:r>
                      <a:r>
                        <a:rPr lang="en-US" sz="1800" b="0" kern="1200" baseline="0" dirty="0">
                          <a:solidFill>
                            <a:srgbClr val="0000CC"/>
                          </a:solidFill>
                          <a:latin typeface="Rockwell" panose="02060603020205020403" pitchFamily="18" charset="0"/>
                          <a:ea typeface="+mj-ea"/>
                          <a:cs typeface="+mj-cs"/>
                        </a:rPr>
                        <a:t> </a:t>
                      </a:r>
                      <a:r>
                        <a:rPr lang="en-US" sz="1800" b="0" kern="1200" baseline="0" dirty="0" err="1">
                          <a:solidFill>
                            <a:srgbClr val="0000CC"/>
                          </a:solidFill>
                          <a:latin typeface="Rockwell" panose="02060603020205020403" pitchFamily="18" charset="0"/>
                          <a:ea typeface="+mj-ea"/>
                          <a:cs typeface="+mj-cs"/>
                        </a:rPr>
                        <a:t>lệnh</a:t>
                      </a:r>
                      <a:r>
                        <a:rPr lang="en-US" sz="1800" b="0" kern="1200" baseline="0" dirty="0">
                          <a:solidFill>
                            <a:srgbClr val="0000CC"/>
                          </a:solidFill>
                          <a:latin typeface="Rockwell" panose="02060603020205020403" pitchFamily="18" charset="0"/>
                          <a:ea typeface="+mj-ea"/>
                          <a:cs typeface="+mj-cs"/>
                        </a:rPr>
                        <a:t> SQL </a:t>
                      </a:r>
                      <a:r>
                        <a:rPr lang="en-US" sz="1800" b="0" kern="1200" baseline="0" dirty="0" err="1">
                          <a:solidFill>
                            <a:srgbClr val="0000CC"/>
                          </a:solidFill>
                          <a:latin typeface="Rockwell" panose="02060603020205020403" pitchFamily="18" charset="0"/>
                          <a:ea typeface="+mj-ea"/>
                          <a:cs typeface="+mj-cs"/>
                        </a:rPr>
                        <a:t>hoặc</a:t>
                      </a:r>
                      <a:r>
                        <a:rPr lang="en-US" sz="1800" b="0" kern="1200" baseline="0" dirty="0">
                          <a:solidFill>
                            <a:srgbClr val="0000CC"/>
                          </a:solidFill>
                          <a:latin typeface="Rockwell" panose="02060603020205020403" pitchFamily="18" charset="0"/>
                          <a:ea typeface="+mj-ea"/>
                          <a:cs typeface="+mj-cs"/>
                        </a:rPr>
                        <a:t> OS </a:t>
                      </a:r>
                      <a:r>
                        <a:rPr lang="en-US" sz="1800" b="0" kern="1200" baseline="0" dirty="0" err="1">
                          <a:solidFill>
                            <a:srgbClr val="0000CC"/>
                          </a:solidFill>
                          <a:latin typeface="Rockwell" panose="02060603020205020403" pitchFamily="18" charset="0"/>
                          <a:ea typeface="+mj-ea"/>
                          <a:cs typeface="+mj-cs"/>
                        </a:rPr>
                        <a:t>vào</a:t>
                      </a:r>
                      <a:r>
                        <a:rPr lang="en-US" sz="1800" b="0" kern="1200" baseline="0" dirty="0">
                          <a:solidFill>
                            <a:srgbClr val="0000CC"/>
                          </a:solidFill>
                          <a:latin typeface="Rockwell" panose="02060603020205020403" pitchFamily="18" charset="0"/>
                          <a:ea typeface="+mj-ea"/>
                          <a:cs typeface="+mj-cs"/>
                        </a:rPr>
                        <a:t> input </a:t>
                      </a:r>
                      <a:r>
                        <a:rPr lang="en-US" sz="1800" b="0" kern="1200" baseline="0" dirty="0" err="1">
                          <a:solidFill>
                            <a:srgbClr val="0000CC"/>
                          </a:solidFill>
                          <a:latin typeface="Rockwell" panose="02060603020205020403" pitchFamily="18" charset="0"/>
                          <a:ea typeface="+mj-ea"/>
                          <a:cs typeface="+mj-cs"/>
                        </a:rPr>
                        <a:t>để</a:t>
                      </a:r>
                      <a:r>
                        <a:rPr lang="en-US" sz="1800" b="0" kern="1200" baseline="0" dirty="0">
                          <a:solidFill>
                            <a:srgbClr val="0000CC"/>
                          </a:solidFill>
                          <a:latin typeface="Rockwell" panose="02060603020205020403" pitchFamily="18" charset="0"/>
                          <a:ea typeface="+mj-ea"/>
                          <a:cs typeface="+mj-cs"/>
                        </a:rPr>
                        <a:t> </a:t>
                      </a:r>
                      <a:r>
                        <a:rPr lang="en-US" sz="1800" b="0" kern="1200" baseline="0" dirty="0" err="1">
                          <a:solidFill>
                            <a:srgbClr val="0000CC"/>
                          </a:solidFill>
                          <a:latin typeface="Rockwell" panose="02060603020205020403" pitchFamily="18" charset="0"/>
                          <a:ea typeface="+mj-ea"/>
                          <a:cs typeface="+mj-cs"/>
                        </a:rPr>
                        <a:t>thao</a:t>
                      </a:r>
                      <a:r>
                        <a:rPr lang="en-US" sz="1800" b="0" kern="1200" baseline="0" dirty="0">
                          <a:solidFill>
                            <a:srgbClr val="0000CC"/>
                          </a:solidFill>
                          <a:latin typeface="Rockwell" panose="02060603020205020403" pitchFamily="18" charset="0"/>
                          <a:ea typeface="+mj-ea"/>
                          <a:cs typeface="+mj-cs"/>
                        </a:rPr>
                        <a:t> </a:t>
                      </a:r>
                      <a:r>
                        <a:rPr lang="en-US" sz="1800" b="0" kern="1200" baseline="0" dirty="0" err="1">
                          <a:solidFill>
                            <a:srgbClr val="0000CC"/>
                          </a:solidFill>
                          <a:latin typeface="Rockwell" panose="02060603020205020403" pitchFamily="18" charset="0"/>
                          <a:ea typeface="+mj-ea"/>
                          <a:cs typeface="+mj-cs"/>
                        </a:rPr>
                        <a:t>túng</a:t>
                      </a:r>
                      <a:r>
                        <a:rPr lang="en-US" sz="1800" b="0" kern="1200" baseline="0" dirty="0">
                          <a:solidFill>
                            <a:srgbClr val="0000CC"/>
                          </a:solidFill>
                          <a:latin typeface="Rockwell" panose="02060603020205020403" pitchFamily="18" charset="0"/>
                          <a:ea typeface="+mj-ea"/>
                          <a:cs typeface="+mj-cs"/>
                        </a:rPr>
                        <a:t> DB/</a:t>
                      </a:r>
                      <a:r>
                        <a:rPr lang="en-US" sz="1800" b="0" kern="1200" baseline="0" dirty="0" err="1">
                          <a:solidFill>
                            <a:srgbClr val="0000CC"/>
                          </a:solidFill>
                          <a:latin typeface="Rockwell" panose="02060603020205020403" pitchFamily="18" charset="0"/>
                          <a:ea typeface="+mj-ea"/>
                          <a:cs typeface="+mj-cs"/>
                        </a:rPr>
                        <a:t>hệ</a:t>
                      </a:r>
                      <a:r>
                        <a:rPr lang="en-US" sz="1800" b="0" kern="1200" baseline="0" dirty="0">
                          <a:solidFill>
                            <a:srgbClr val="0000CC"/>
                          </a:solidFill>
                          <a:latin typeface="Rockwell" panose="02060603020205020403" pitchFamily="18" charset="0"/>
                          <a:ea typeface="+mj-ea"/>
                          <a:cs typeface="+mj-cs"/>
                        </a:rPr>
                        <a:t> </a:t>
                      </a:r>
                      <a:r>
                        <a:rPr lang="en-US" sz="1800" b="0" kern="1200" baseline="0" dirty="0" err="1">
                          <a:solidFill>
                            <a:srgbClr val="0000CC"/>
                          </a:solidFill>
                          <a:latin typeface="Rockwell" panose="02060603020205020403" pitchFamily="18" charset="0"/>
                          <a:ea typeface="+mj-ea"/>
                          <a:cs typeface="+mj-cs"/>
                        </a:rPr>
                        <a:t>thống</a:t>
                      </a:r>
                      <a:r>
                        <a:rPr lang="en-US" sz="1800" b="0" kern="1200" baseline="0" dirty="0">
                          <a:solidFill>
                            <a:srgbClr val="0000CC"/>
                          </a:solidFill>
                          <a:latin typeface="Rockwell" panose="02060603020205020403" pitchFamily="18" charset="0"/>
                          <a:ea typeface="+mj-ea"/>
                          <a:cs typeface="+mj-cs"/>
                        </a:rPr>
                        <a:t>.</a:t>
                      </a:r>
                    </a:p>
                  </a:txBody>
                  <a:tcPr marL="51904" marR="51904" marT="25952" marB="25952" anchor="ctr"/>
                </a:tc>
                <a:tc>
                  <a:txBody>
                    <a:bodyPr/>
                    <a:lstStyle/>
                    <a:p>
                      <a:r>
                        <a:rPr lang="en-US" sz="1800" b="0" kern="1200" baseline="0" dirty="0" err="1">
                          <a:solidFill>
                            <a:srgbClr val="0000CC"/>
                          </a:solidFill>
                          <a:latin typeface="Rockwell" panose="02060603020205020403" pitchFamily="18" charset="0"/>
                          <a:ea typeface="+mj-ea"/>
                          <a:cs typeface="+mj-cs"/>
                        </a:rPr>
                        <a:t>SQLMap</a:t>
                      </a:r>
                      <a:r>
                        <a:rPr lang="en-US" sz="1800" b="0" kern="1200" baseline="0" dirty="0">
                          <a:solidFill>
                            <a:srgbClr val="0000CC"/>
                          </a:solidFill>
                          <a:latin typeface="Rockwell" panose="02060603020205020403" pitchFamily="18" charset="0"/>
                          <a:ea typeface="+mj-ea"/>
                          <a:cs typeface="+mj-cs"/>
                        </a:rPr>
                        <a:t>, Burp Suite</a:t>
                      </a:r>
                    </a:p>
                  </a:txBody>
                  <a:tcPr marL="51904" marR="51904" marT="25952" marB="25952" anchor="ctr"/>
                </a:tc>
                <a:tc>
                  <a:txBody>
                    <a:bodyPr/>
                    <a:lstStyle/>
                    <a:p>
                      <a:r>
                        <a:rPr lang="en-US" sz="1800" b="0" kern="1200" baseline="0">
                          <a:solidFill>
                            <a:srgbClr val="0000CC"/>
                          </a:solidFill>
                          <a:latin typeface="Rockwell" panose="02060603020205020403" pitchFamily="18" charset="0"/>
                          <a:ea typeface="+mj-ea"/>
                          <a:cs typeface="+mj-cs"/>
                        </a:rPr>
                        <a:t>Truy cập/trích xuất dữ liệu, chiếm quyền hệ thống, xoá/sửa DB.</a:t>
                      </a:r>
                    </a:p>
                  </a:txBody>
                  <a:tcPr marL="51904" marR="51904" marT="25952" marB="25952" anchor="ctr"/>
                </a:tc>
                <a:extLst>
                  <a:ext uri="{0D108BD9-81ED-4DB2-BD59-A6C34878D82A}">
                    <a16:rowId xmlns:a16="http://schemas.microsoft.com/office/drawing/2014/main" val="515479994"/>
                  </a:ext>
                </a:extLst>
              </a:tr>
              <a:tr h="1146431">
                <a:tc>
                  <a:txBody>
                    <a:bodyPr/>
                    <a:lstStyle/>
                    <a:p>
                      <a:r>
                        <a:rPr lang="en-US" sz="1800" b="0" kern="1200" baseline="0" dirty="0">
                          <a:solidFill>
                            <a:srgbClr val="0000CC"/>
                          </a:solidFill>
                          <a:latin typeface="Rockwell" panose="02060603020205020403" pitchFamily="18" charset="0"/>
                          <a:ea typeface="+mj-ea"/>
                          <a:cs typeface="+mj-cs"/>
                        </a:rPr>
                        <a:t>Session Hijacking</a:t>
                      </a:r>
                    </a:p>
                  </a:txBody>
                  <a:tcPr marL="51904" marR="51904" marT="25952" marB="25952" anchor="ctr"/>
                </a:tc>
                <a:tc>
                  <a:txBody>
                    <a:bodyPr/>
                    <a:lstStyle/>
                    <a:p>
                      <a:r>
                        <a:rPr lang="en-US" sz="1800" b="0" kern="1200" baseline="0" dirty="0" err="1">
                          <a:solidFill>
                            <a:srgbClr val="0000CC"/>
                          </a:solidFill>
                          <a:latin typeface="Rockwell" panose="02060603020205020403" pitchFamily="18" charset="0"/>
                          <a:ea typeface="+mj-ea"/>
                          <a:cs typeface="+mj-cs"/>
                        </a:rPr>
                        <a:t>Đánh</a:t>
                      </a:r>
                      <a:r>
                        <a:rPr lang="en-US" sz="1800" b="0" kern="1200" baseline="0" dirty="0">
                          <a:solidFill>
                            <a:srgbClr val="0000CC"/>
                          </a:solidFill>
                          <a:latin typeface="Rockwell" panose="02060603020205020403" pitchFamily="18" charset="0"/>
                          <a:ea typeface="+mj-ea"/>
                          <a:cs typeface="+mj-cs"/>
                        </a:rPr>
                        <a:t> </a:t>
                      </a:r>
                      <a:r>
                        <a:rPr lang="en-US" sz="1800" b="0" kern="1200" baseline="0" dirty="0" err="1">
                          <a:solidFill>
                            <a:srgbClr val="0000CC"/>
                          </a:solidFill>
                          <a:latin typeface="Rockwell" panose="02060603020205020403" pitchFamily="18" charset="0"/>
                          <a:ea typeface="+mj-ea"/>
                          <a:cs typeface="+mj-cs"/>
                        </a:rPr>
                        <a:t>cắp</a:t>
                      </a:r>
                      <a:r>
                        <a:rPr lang="en-US" sz="1800" b="0" kern="1200" baseline="0" dirty="0">
                          <a:solidFill>
                            <a:srgbClr val="0000CC"/>
                          </a:solidFill>
                          <a:latin typeface="Rockwell" panose="02060603020205020403" pitchFamily="18" charset="0"/>
                          <a:ea typeface="+mj-ea"/>
                          <a:cs typeface="+mj-cs"/>
                        </a:rPr>
                        <a:t>/</a:t>
                      </a:r>
                      <a:r>
                        <a:rPr lang="en-US" sz="1800" b="0" kern="1200" baseline="0" dirty="0" err="1">
                          <a:solidFill>
                            <a:srgbClr val="0000CC"/>
                          </a:solidFill>
                          <a:latin typeface="Rockwell" panose="02060603020205020403" pitchFamily="18" charset="0"/>
                          <a:ea typeface="+mj-ea"/>
                          <a:cs typeface="+mj-cs"/>
                        </a:rPr>
                        <a:t>giả</a:t>
                      </a:r>
                      <a:r>
                        <a:rPr lang="en-US" sz="1800" b="0" kern="1200" baseline="0" dirty="0">
                          <a:solidFill>
                            <a:srgbClr val="0000CC"/>
                          </a:solidFill>
                          <a:latin typeface="Rockwell" panose="02060603020205020403" pitchFamily="18" charset="0"/>
                          <a:ea typeface="+mj-ea"/>
                          <a:cs typeface="+mj-cs"/>
                        </a:rPr>
                        <a:t> </a:t>
                      </a:r>
                      <a:r>
                        <a:rPr lang="en-US" sz="1800" b="0" kern="1200" baseline="0" dirty="0" err="1">
                          <a:solidFill>
                            <a:srgbClr val="0000CC"/>
                          </a:solidFill>
                          <a:latin typeface="Rockwell" panose="02060603020205020403" pitchFamily="18" charset="0"/>
                          <a:ea typeface="+mj-ea"/>
                          <a:cs typeface="+mj-cs"/>
                        </a:rPr>
                        <a:t>mạo</a:t>
                      </a:r>
                      <a:r>
                        <a:rPr lang="en-US" sz="1800" b="0" kern="1200" baseline="0" dirty="0">
                          <a:solidFill>
                            <a:srgbClr val="0000CC"/>
                          </a:solidFill>
                          <a:latin typeface="Rockwell" panose="02060603020205020403" pitchFamily="18" charset="0"/>
                          <a:ea typeface="+mj-ea"/>
                          <a:cs typeface="+mj-cs"/>
                        </a:rPr>
                        <a:t> Session ID </a:t>
                      </a:r>
                      <a:r>
                        <a:rPr lang="en-US" sz="1800" b="0" kern="1200" baseline="0" dirty="0" err="1">
                          <a:solidFill>
                            <a:srgbClr val="0000CC"/>
                          </a:solidFill>
                          <a:latin typeface="Rockwell" panose="02060603020205020403" pitchFamily="18" charset="0"/>
                          <a:ea typeface="+mj-ea"/>
                          <a:cs typeface="+mj-cs"/>
                        </a:rPr>
                        <a:t>để</a:t>
                      </a:r>
                      <a:r>
                        <a:rPr lang="en-US" sz="1800" b="0" kern="1200" baseline="0" dirty="0">
                          <a:solidFill>
                            <a:srgbClr val="0000CC"/>
                          </a:solidFill>
                          <a:latin typeface="Rockwell" panose="02060603020205020403" pitchFamily="18" charset="0"/>
                          <a:ea typeface="+mj-ea"/>
                          <a:cs typeface="+mj-cs"/>
                        </a:rPr>
                        <a:t> </a:t>
                      </a:r>
                      <a:r>
                        <a:rPr lang="en-US" sz="1800" b="0" kern="1200" baseline="0" dirty="0" err="1">
                          <a:solidFill>
                            <a:srgbClr val="0000CC"/>
                          </a:solidFill>
                          <a:latin typeface="Rockwell" panose="02060603020205020403" pitchFamily="18" charset="0"/>
                          <a:ea typeface="+mj-ea"/>
                          <a:cs typeface="+mj-cs"/>
                        </a:rPr>
                        <a:t>chiếm</a:t>
                      </a:r>
                      <a:r>
                        <a:rPr lang="en-US" sz="1800" b="0" kern="1200" baseline="0" dirty="0">
                          <a:solidFill>
                            <a:srgbClr val="0000CC"/>
                          </a:solidFill>
                          <a:latin typeface="Rockwell" panose="02060603020205020403" pitchFamily="18" charset="0"/>
                          <a:ea typeface="+mj-ea"/>
                          <a:cs typeface="+mj-cs"/>
                        </a:rPr>
                        <a:t> </a:t>
                      </a:r>
                      <a:r>
                        <a:rPr lang="en-US" sz="1800" b="0" kern="1200" baseline="0" dirty="0" err="1">
                          <a:solidFill>
                            <a:srgbClr val="0000CC"/>
                          </a:solidFill>
                          <a:latin typeface="Rockwell" panose="02060603020205020403" pitchFamily="18" charset="0"/>
                          <a:ea typeface="+mj-ea"/>
                          <a:cs typeface="+mj-cs"/>
                        </a:rPr>
                        <a:t>quyền</a:t>
                      </a:r>
                      <a:r>
                        <a:rPr lang="en-US" sz="1800" b="0" kern="1200" baseline="0" dirty="0">
                          <a:solidFill>
                            <a:srgbClr val="0000CC"/>
                          </a:solidFill>
                          <a:latin typeface="Rockwell" panose="02060603020205020403" pitchFamily="18" charset="0"/>
                          <a:ea typeface="+mj-ea"/>
                          <a:cs typeface="+mj-cs"/>
                        </a:rPr>
                        <a:t> </a:t>
                      </a:r>
                      <a:r>
                        <a:rPr lang="en-US" sz="1800" b="0" kern="1200" baseline="0" dirty="0" err="1">
                          <a:solidFill>
                            <a:srgbClr val="0000CC"/>
                          </a:solidFill>
                          <a:latin typeface="Rockwell" panose="02060603020205020403" pitchFamily="18" charset="0"/>
                          <a:ea typeface="+mj-ea"/>
                          <a:cs typeface="+mj-cs"/>
                        </a:rPr>
                        <a:t>phiên</a:t>
                      </a:r>
                      <a:r>
                        <a:rPr lang="en-US" sz="1800" b="0" kern="1200" baseline="0" dirty="0">
                          <a:solidFill>
                            <a:srgbClr val="0000CC"/>
                          </a:solidFill>
                          <a:latin typeface="Rockwell" panose="02060603020205020403" pitchFamily="18" charset="0"/>
                          <a:ea typeface="+mj-ea"/>
                          <a:cs typeface="+mj-cs"/>
                        </a:rPr>
                        <a:t> </a:t>
                      </a:r>
                      <a:r>
                        <a:rPr lang="en-US" sz="1800" b="0" kern="1200" baseline="0" dirty="0" err="1">
                          <a:solidFill>
                            <a:srgbClr val="0000CC"/>
                          </a:solidFill>
                          <a:latin typeface="Rockwell" panose="02060603020205020403" pitchFamily="18" charset="0"/>
                          <a:ea typeface="+mj-ea"/>
                          <a:cs typeface="+mj-cs"/>
                        </a:rPr>
                        <a:t>đăng</a:t>
                      </a:r>
                      <a:r>
                        <a:rPr lang="en-US" sz="1800" b="0" kern="1200" baseline="0" dirty="0">
                          <a:solidFill>
                            <a:srgbClr val="0000CC"/>
                          </a:solidFill>
                          <a:latin typeface="Rockwell" panose="02060603020205020403" pitchFamily="18" charset="0"/>
                          <a:ea typeface="+mj-ea"/>
                          <a:cs typeface="+mj-cs"/>
                        </a:rPr>
                        <a:t> </a:t>
                      </a:r>
                      <a:r>
                        <a:rPr lang="en-US" sz="1800" b="0" kern="1200" baseline="0" dirty="0" err="1">
                          <a:solidFill>
                            <a:srgbClr val="0000CC"/>
                          </a:solidFill>
                          <a:latin typeface="Rockwell" panose="02060603020205020403" pitchFamily="18" charset="0"/>
                          <a:ea typeface="+mj-ea"/>
                          <a:cs typeface="+mj-cs"/>
                        </a:rPr>
                        <a:t>nhập</a:t>
                      </a:r>
                      <a:r>
                        <a:rPr lang="en-US" sz="1800" b="0" kern="1200" baseline="0" dirty="0">
                          <a:solidFill>
                            <a:srgbClr val="0000CC"/>
                          </a:solidFill>
                          <a:latin typeface="Rockwell" panose="02060603020205020403" pitchFamily="18" charset="0"/>
                          <a:ea typeface="+mj-ea"/>
                          <a:cs typeface="+mj-cs"/>
                        </a:rPr>
                        <a:t>.</a:t>
                      </a:r>
                    </a:p>
                  </a:txBody>
                  <a:tcPr marL="51904" marR="51904" marT="25952" marB="25952" anchor="ctr"/>
                </a:tc>
                <a:tc>
                  <a:txBody>
                    <a:bodyPr/>
                    <a:lstStyle/>
                    <a:p>
                      <a:r>
                        <a:rPr lang="en-US" sz="1800" b="0" kern="1200" baseline="0" dirty="0" err="1">
                          <a:solidFill>
                            <a:srgbClr val="0000CC"/>
                          </a:solidFill>
                          <a:latin typeface="Rockwell" panose="02060603020205020403" pitchFamily="18" charset="0"/>
                          <a:ea typeface="+mj-ea"/>
                          <a:cs typeface="+mj-cs"/>
                        </a:rPr>
                        <a:t>XSS</a:t>
                      </a:r>
                      <a:r>
                        <a:rPr lang="en-US" sz="1800" b="0" kern="1200" baseline="0" dirty="0">
                          <a:solidFill>
                            <a:srgbClr val="0000CC"/>
                          </a:solidFill>
                          <a:latin typeface="Rockwell" panose="02060603020205020403" pitchFamily="18" charset="0"/>
                          <a:ea typeface="+mj-ea"/>
                          <a:cs typeface="+mj-cs"/>
                        </a:rPr>
                        <a:t> script, Sniffing tool</a:t>
                      </a:r>
                    </a:p>
                  </a:txBody>
                  <a:tcPr marL="51904" marR="51904" marT="25952" marB="25952" anchor="ctr"/>
                </a:tc>
                <a:tc>
                  <a:txBody>
                    <a:bodyPr/>
                    <a:lstStyle/>
                    <a:p>
                      <a:r>
                        <a:rPr lang="en-US" sz="1800" b="0" kern="1200" baseline="0">
                          <a:solidFill>
                            <a:srgbClr val="0000CC"/>
                          </a:solidFill>
                          <a:latin typeface="Rockwell" panose="02060603020205020403" pitchFamily="18" charset="0"/>
                          <a:ea typeface="+mj-ea"/>
                          <a:cs typeface="+mj-cs"/>
                        </a:rPr>
                        <a:t>Hacker dùng tài khoản hợp pháp để giao dịch, thay đổi dữ liệu.</a:t>
                      </a:r>
                    </a:p>
                  </a:txBody>
                  <a:tcPr marL="51904" marR="51904" marT="25952" marB="25952" anchor="ctr"/>
                </a:tc>
                <a:extLst>
                  <a:ext uri="{0D108BD9-81ED-4DB2-BD59-A6C34878D82A}">
                    <a16:rowId xmlns:a16="http://schemas.microsoft.com/office/drawing/2014/main" val="3061962787"/>
                  </a:ext>
                </a:extLst>
              </a:tr>
              <a:tr h="872768">
                <a:tc>
                  <a:txBody>
                    <a:bodyPr/>
                    <a:lstStyle/>
                    <a:p>
                      <a:r>
                        <a:rPr lang="en-US" sz="1800" b="0" kern="1200" baseline="0" dirty="0">
                          <a:solidFill>
                            <a:srgbClr val="0000CC"/>
                          </a:solidFill>
                          <a:latin typeface="Rockwell" panose="02060603020205020403" pitchFamily="18" charset="0"/>
                          <a:ea typeface="+mj-ea"/>
                          <a:cs typeface="+mj-cs"/>
                        </a:rPr>
                        <a:t>Brute </a:t>
                      </a:r>
                      <a:r>
                        <a:rPr lang="en-US" sz="1800" b="0" kern="1200" baseline="0" dirty="0" smtClean="0">
                          <a:solidFill>
                            <a:srgbClr val="0000CC"/>
                          </a:solidFill>
                          <a:latin typeface="Rockwell" panose="02060603020205020403" pitchFamily="18" charset="0"/>
                          <a:ea typeface="+mj-ea"/>
                          <a:cs typeface="+mj-cs"/>
                        </a:rPr>
                        <a:t>Force/ Credential </a:t>
                      </a:r>
                      <a:r>
                        <a:rPr lang="en-US" sz="1800" b="0" kern="1200" baseline="0" dirty="0">
                          <a:solidFill>
                            <a:srgbClr val="0000CC"/>
                          </a:solidFill>
                          <a:latin typeface="Rockwell" panose="02060603020205020403" pitchFamily="18" charset="0"/>
                          <a:ea typeface="+mj-ea"/>
                          <a:cs typeface="+mj-cs"/>
                        </a:rPr>
                        <a:t>Stuffing</a:t>
                      </a:r>
                    </a:p>
                  </a:txBody>
                  <a:tcPr marL="51904" marR="51904" marT="25952" marB="25952" anchor="ctr"/>
                </a:tc>
                <a:tc>
                  <a:txBody>
                    <a:bodyPr/>
                    <a:lstStyle/>
                    <a:p>
                      <a:r>
                        <a:rPr lang="en-US" sz="1800" b="0" kern="1200" baseline="0" dirty="0" err="1">
                          <a:solidFill>
                            <a:srgbClr val="0000CC"/>
                          </a:solidFill>
                          <a:latin typeface="Rockwell" panose="02060603020205020403" pitchFamily="18" charset="0"/>
                          <a:ea typeface="+mj-ea"/>
                          <a:cs typeface="+mj-cs"/>
                        </a:rPr>
                        <a:t>Thử</a:t>
                      </a:r>
                      <a:r>
                        <a:rPr lang="en-US" sz="1800" b="0" kern="1200" baseline="0" dirty="0">
                          <a:solidFill>
                            <a:srgbClr val="0000CC"/>
                          </a:solidFill>
                          <a:latin typeface="Rockwell" panose="02060603020205020403" pitchFamily="18" charset="0"/>
                          <a:ea typeface="+mj-ea"/>
                          <a:cs typeface="+mj-cs"/>
                        </a:rPr>
                        <a:t> </a:t>
                      </a:r>
                      <a:r>
                        <a:rPr lang="en-US" sz="1800" b="0" kern="1200" baseline="0" dirty="0" err="1">
                          <a:solidFill>
                            <a:srgbClr val="0000CC"/>
                          </a:solidFill>
                          <a:latin typeface="Rockwell" panose="02060603020205020403" pitchFamily="18" charset="0"/>
                          <a:ea typeface="+mj-ea"/>
                          <a:cs typeface="+mj-cs"/>
                        </a:rPr>
                        <a:t>mật</a:t>
                      </a:r>
                      <a:r>
                        <a:rPr lang="en-US" sz="1800" b="0" kern="1200" baseline="0" dirty="0">
                          <a:solidFill>
                            <a:srgbClr val="0000CC"/>
                          </a:solidFill>
                          <a:latin typeface="Rockwell" panose="02060603020205020403" pitchFamily="18" charset="0"/>
                          <a:ea typeface="+mj-ea"/>
                          <a:cs typeface="+mj-cs"/>
                        </a:rPr>
                        <a:t> </a:t>
                      </a:r>
                      <a:r>
                        <a:rPr lang="en-US" sz="1800" b="0" kern="1200" baseline="0" dirty="0" err="1">
                          <a:solidFill>
                            <a:srgbClr val="0000CC"/>
                          </a:solidFill>
                          <a:latin typeface="Rockwell" panose="02060603020205020403" pitchFamily="18" charset="0"/>
                          <a:ea typeface="+mj-ea"/>
                          <a:cs typeface="+mj-cs"/>
                        </a:rPr>
                        <a:t>khẩu</a:t>
                      </a:r>
                      <a:r>
                        <a:rPr lang="en-US" sz="1800" b="0" kern="1200" baseline="0" dirty="0">
                          <a:solidFill>
                            <a:srgbClr val="0000CC"/>
                          </a:solidFill>
                          <a:latin typeface="Rockwell" panose="02060603020205020403" pitchFamily="18" charset="0"/>
                          <a:ea typeface="+mj-ea"/>
                          <a:cs typeface="+mj-cs"/>
                        </a:rPr>
                        <a:t> </a:t>
                      </a:r>
                      <a:r>
                        <a:rPr lang="en-US" sz="1800" b="0" kern="1200" baseline="0" dirty="0" err="1">
                          <a:solidFill>
                            <a:srgbClr val="0000CC"/>
                          </a:solidFill>
                          <a:latin typeface="Rockwell" panose="02060603020205020403" pitchFamily="18" charset="0"/>
                          <a:ea typeface="+mj-ea"/>
                          <a:cs typeface="+mj-cs"/>
                        </a:rPr>
                        <a:t>liên</a:t>
                      </a:r>
                      <a:r>
                        <a:rPr lang="en-US" sz="1800" b="0" kern="1200" baseline="0" dirty="0">
                          <a:solidFill>
                            <a:srgbClr val="0000CC"/>
                          </a:solidFill>
                          <a:latin typeface="Rockwell" panose="02060603020205020403" pitchFamily="18" charset="0"/>
                          <a:ea typeface="+mj-ea"/>
                          <a:cs typeface="+mj-cs"/>
                        </a:rPr>
                        <a:t> </a:t>
                      </a:r>
                      <a:r>
                        <a:rPr lang="en-US" sz="1800" b="0" kern="1200" baseline="0" dirty="0" err="1">
                          <a:solidFill>
                            <a:srgbClr val="0000CC"/>
                          </a:solidFill>
                          <a:latin typeface="Rockwell" panose="02060603020205020403" pitchFamily="18" charset="0"/>
                          <a:ea typeface="+mj-ea"/>
                          <a:cs typeface="+mj-cs"/>
                        </a:rPr>
                        <a:t>tục</a:t>
                      </a:r>
                      <a:r>
                        <a:rPr lang="en-US" sz="1800" b="0" kern="1200" baseline="0" dirty="0">
                          <a:solidFill>
                            <a:srgbClr val="0000CC"/>
                          </a:solidFill>
                          <a:latin typeface="Rockwell" panose="02060603020205020403" pitchFamily="18" charset="0"/>
                          <a:ea typeface="+mj-ea"/>
                          <a:cs typeface="+mj-cs"/>
                        </a:rPr>
                        <a:t> </a:t>
                      </a:r>
                      <a:r>
                        <a:rPr lang="en-US" sz="1800" b="0" kern="1200" baseline="0" dirty="0" err="1">
                          <a:solidFill>
                            <a:srgbClr val="0000CC"/>
                          </a:solidFill>
                          <a:latin typeface="Rockwell" panose="02060603020205020403" pitchFamily="18" charset="0"/>
                          <a:ea typeface="+mj-ea"/>
                          <a:cs typeface="+mj-cs"/>
                        </a:rPr>
                        <a:t>hoặc</a:t>
                      </a:r>
                      <a:r>
                        <a:rPr lang="en-US" sz="1800" b="0" kern="1200" baseline="0" dirty="0">
                          <a:solidFill>
                            <a:srgbClr val="0000CC"/>
                          </a:solidFill>
                          <a:latin typeface="Rockwell" panose="02060603020205020403" pitchFamily="18" charset="0"/>
                          <a:ea typeface="+mj-ea"/>
                          <a:cs typeface="+mj-cs"/>
                        </a:rPr>
                        <a:t> </a:t>
                      </a:r>
                      <a:r>
                        <a:rPr lang="en-US" sz="1800" b="0" kern="1200" baseline="0" dirty="0" err="1">
                          <a:solidFill>
                            <a:srgbClr val="0000CC"/>
                          </a:solidFill>
                          <a:latin typeface="Rockwell" panose="02060603020205020403" pitchFamily="18" charset="0"/>
                          <a:ea typeface="+mj-ea"/>
                          <a:cs typeface="+mj-cs"/>
                        </a:rPr>
                        <a:t>dùng</a:t>
                      </a:r>
                      <a:r>
                        <a:rPr lang="en-US" sz="1800" b="0" kern="1200" baseline="0" dirty="0">
                          <a:solidFill>
                            <a:srgbClr val="0000CC"/>
                          </a:solidFill>
                          <a:latin typeface="Rockwell" panose="02060603020205020403" pitchFamily="18" charset="0"/>
                          <a:ea typeface="+mj-ea"/>
                          <a:cs typeface="+mj-cs"/>
                        </a:rPr>
                        <a:t> </a:t>
                      </a:r>
                      <a:r>
                        <a:rPr lang="en-US" sz="1800" b="0" kern="1200" baseline="0" dirty="0" smtClean="0">
                          <a:solidFill>
                            <a:srgbClr val="0000CC"/>
                          </a:solidFill>
                          <a:latin typeface="Rockwell" panose="02060603020205020403" pitchFamily="18" charset="0"/>
                          <a:ea typeface="+mj-ea"/>
                          <a:cs typeface="+mj-cs"/>
                        </a:rPr>
                        <a:t>d/</a:t>
                      </a:r>
                      <a:r>
                        <a:rPr lang="en-US" sz="1800" b="0" kern="1200" baseline="0" dirty="0" err="1" smtClean="0">
                          <a:solidFill>
                            <a:srgbClr val="0000CC"/>
                          </a:solidFill>
                          <a:latin typeface="Rockwell" panose="02060603020205020403" pitchFamily="18" charset="0"/>
                          <a:ea typeface="+mj-ea"/>
                          <a:cs typeface="+mj-cs"/>
                        </a:rPr>
                        <a:t>sách</a:t>
                      </a:r>
                      <a:r>
                        <a:rPr lang="en-US" sz="1800" b="0" kern="1200" baseline="0" dirty="0" smtClean="0">
                          <a:solidFill>
                            <a:srgbClr val="0000CC"/>
                          </a:solidFill>
                          <a:latin typeface="Rockwell" panose="02060603020205020403" pitchFamily="18" charset="0"/>
                          <a:ea typeface="+mj-ea"/>
                          <a:cs typeface="+mj-cs"/>
                        </a:rPr>
                        <a:t> </a:t>
                      </a:r>
                      <a:r>
                        <a:rPr lang="en-US" sz="1800" b="0" kern="1200" baseline="0" dirty="0" err="1">
                          <a:solidFill>
                            <a:srgbClr val="0000CC"/>
                          </a:solidFill>
                          <a:latin typeface="Rockwell" panose="02060603020205020403" pitchFamily="18" charset="0"/>
                          <a:ea typeface="+mj-ea"/>
                          <a:cs typeface="+mj-cs"/>
                        </a:rPr>
                        <a:t>thông</a:t>
                      </a:r>
                      <a:r>
                        <a:rPr lang="en-US" sz="1800" b="0" kern="1200" baseline="0" dirty="0">
                          <a:solidFill>
                            <a:srgbClr val="0000CC"/>
                          </a:solidFill>
                          <a:latin typeface="Rockwell" panose="02060603020205020403" pitchFamily="18" charset="0"/>
                          <a:ea typeface="+mj-ea"/>
                          <a:cs typeface="+mj-cs"/>
                        </a:rPr>
                        <a:t> tin </a:t>
                      </a:r>
                      <a:r>
                        <a:rPr lang="en-US" sz="1800" b="0" kern="1200" baseline="0" dirty="0" err="1">
                          <a:solidFill>
                            <a:srgbClr val="0000CC"/>
                          </a:solidFill>
                          <a:latin typeface="Rockwell" panose="02060603020205020403" pitchFamily="18" charset="0"/>
                          <a:ea typeface="+mj-ea"/>
                          <a:cs typeface="+mj-cs"/>
                        </a:rPr>
                        <a:t>rò</a:t>
                      </a:r>
                      <a:r>
                        <a:rPr lang="en-US" sz="1800" b="0" kern="1200" baseline="0" dirty="0">
                          <a:solidFill>
                            <a:srgbClr val="0000CC"/>
                          </a:solidFill>
                          <a:latin typeface="Rockwell" panose="02060603020205020403" pitchFamily="18" charset="0"/>
                          <a:ea typeface="+mj-ea"/>
                          <a:cs typeface="+mj-cs"/>
                        </a:rPr>
                        <a:t> </a:t>
                      </a:r>
                      <a:r>
                        <a:rPr lang="en-US" sz="1800" b="0" kern="1200" baseline="0" dirty="0" err="1">
                          <a:solidFill>
                            <a:srgbClr val="0000CC"/>
                          </a:solidFill>
                          <a:latin typeface="Rockwell" panose="02060603020205020403" pitchFamily="18" charset="0"/>
                          <a:ea typeface="+mj-ea"/>
                          <a:cs typeface="+mj-cs"/>
                        </a:rPr>
                        <a:t>rỉ</a:t>
                      </a:r>
                      <a:r>
                        <a:rPr lang="en-US" sz="1800" b="0" kern="1200" baseline="0" dirty="0">
                          <a:solidFill>
                            <a:srgbClr val="0000CC"/>
                          </a:solidFill>
                          <a:latin typeface="Rockwell" panose="02060603020205020403" pitchFamily="18" charset="0"/>
                          <a:ea typeface="+mj-ea"/>
                          <a:cs typeface="+mj-cs"/>
                        </a:rPr>
                        <a:t>.</a:t>
                      </a:r>
                    </a:p>
                  </a:txBody>
                  <a:tcPr marL="51904" marR="51904" marT="25952" marB="25952" anchor="ctr"/>
                </a:tc>
                <a:tc>
                  <a:txBody>
                    <a:bodyPr/>
                    <a:lstStyle/>
                    <a:p>
                      <a:r>
                        <a:rPr lang="en-US" sz="1800" b="0" kern="1200" baseline="0" dirty="0">
                          <a:solidFill>
                            <a:srgbClr val="0000CC"/>
                          </a:solidFill>
                          <a:latin typeface="Rockwell" panose="02060603020205020403" pitchFamily="18" charset="0"/>
                          <a:ea typeface="+mj-ea"/>
                          <a:cs typeface="+mj-cs"/>
                        </a:rPr>
                        <a:t>Hydra, Burp Suite Intruder</a:t>
                      </a:r>
                    </a:p>
                  </a:txBody>
                  <a:tcPr marL="51904" marR="51904" marT="25952" marB="25952" anchor="ctr"/>
                </a:tc>
                <a:tc>
                  <a:txBody>
                    <a:bodyPr/>
                    <a:lstStyle/>
                    <a:p>
                      <a:r>
                        <a:rPr lang="en-US" sz="1800" b="0" kern="1200" baseline="0">
                          <a:solidFill>
                            <a:srgbClr val="0000CC"/>
                          </a:solidFill>
                          <a:latin typeface="Rockwell" panose="02060603020205020403" pitchFamily="18" charset="0"/>
                          <a:ea typeface="+mj-ea"/>
                          <a:cs typeface="+mj-cs"/>
                        </a:rPr>
                        <a:t>Chiếm quyền truy cập tài khoản khách hàng hoặc quản trị viên.</a:t>
                      </a:r>
                    </a:p>
                  </a:txBody>
                  <a:tcPr marL="51904" marR="51904" marT="25952" marB="25952" anchor="ctr"/>
                </a:tc>
                <a:extLst>
                  <a:ext uri="{0D108BD9-81ED-4DB2-BD59-A6C34878D82A}">
                    <a16:rowId xmlns:a16="http://schemas.microsoft.com/office/drawing/2014/main" val="299202587"/>
                  </a:ext>
                </a:extLst>
              </a:tr>
              <a:tr h="872768">
                <a:tc>
                  <a:txBody>
                    <a:bodyPr/>
                    <a:lstStyle/>
                    <a:p>
                      <a:r>
                        <a:rPr lang="en-US" sz="1800" b="0" kern="1200" baseline="0">
                          <a:solidFill>
                            <a:srgbClr val="0000CC"/>
                          </a:solidFill>
                          <a:latin typeface="Rockwell" panose="02060603020205020403" pitchFamily="18" charset="0"/>
                          <a:ea typeface="+mj-ea"/>
                          <a:cs typeface="+mj-cs"/>
                        </a:rPr>
                        <a:t>Man-in-the-Middle (MITM)</a:t>
                      </a:r>
                    </a:p>
                  </a:txBody>
                  <a:tcPr marL="51904" marR="51904" marT="25952" marB="25952" anchor="ctr"/>
                </a:tc>
                <a:tc>
                  <a:txBody>
                    <a:bodyPr/>
                    <a:lstStyle/>
                    <a:p>
                      <a:r>
                        <a:rPr lang="en-US" sz="1800" b="0" kern="1200" baseline="0">
                          <a:solidFill>
                            <a:srgbClr val="0000CC"/>
                          </a:solidFill>
                          <a:latin typeface="Rockwell" panose="02060603020205020403" pitchFamily="18" charset="0"/>
                          <a:ea typeface="+mj-ea"/>
                          <a:cs typeface="+mj-cs"/>
                        </a:rPr>
                        <a:t>Chèn vào giữa Client–Server, nghe lén/chỉnh sửa gói tin.</a:t>
                      </a:r>
                    </a:p>
                  </a:txBody>
                  <a:tcPr marL="51904" marR="51904" marT="25952" marB="25952" anchor="ctr"/>
                </a:tc>
                <a:tc>
                  <a:txBody>
                    <a:bodyPr/>
                    <a:lstStyle/>
                    <a:p>
                      <a:r>
                        <a:rPr lang="en-US" sz="1800" b="0" kern="1200" baseline="0" dirty="0">
                          <a:solidFill>
                            <a:srgbClr val="0000CC"/>
                          </a:solidFill>
                          <a:latin typeface="Rockwell" panose="02060603020205020403" pitchFamily="18" charset="0"/>
                          <a:ea typeface="+mj-ea"/>
                          <a:cs typeface="+mj-cs"/>
                        </a:rPr>
                        <a:t>Wireshark, Ettercap</a:t>
                      </a:r>
                    </a:p>
                  </a:txBody>
                  <a:tcPr marL="51904" marR="51904" marT="25952" marB="25952" anchor="ctr"/>
                </a:tc>
                <a:tc>
                  <a:txBody>
                    <a:bodyPr/>
                    <a:lstStyle/>
                    <a:p>
                      <a:r>
                        <a:rPr lang="en-US" sz="1800" b="0" kern="1200" baseline="0" dirty="0" err="1">
                          <a:solidFill>
                            <a:srgbClr val="0000CC"/>
                          </a:solidFill>
                          <a:latin typeface="Rockwell" panose="02060603020205020403" pitchFamily="18" charset="0"/>
                          <a:ea typeface="+mj-ea"/>
                          <a:cs typeface="+mj-cs"/>
                        </a:rPr>
                        <a:t>Đánh</a:t>
                      </a:r>
                      <a:r>
                        <a:rPr lang="en-US" sz="1800" b="0" kern="1200" baseline="0" dirty="0">
                          <a:solidFill>
                            <a:srgbClr val="0000CC"/>
                          </a:solidFill>
                          <a:latin typeface="Rockwell" panose="02060603020205020403" pitchFamily="18" charset="0"/>
                          <a:ea typeface="+mj-ea"/>
                          <a:cs typeface="+mj-cs"/>
                        </a:rPr>
                        <a:t> </a:t>
                      </a:r>
                      <a:r>
                        <a:rPr lang="en-US" sz="1800" b="0" kern="1200" baseline="0" dirty="0" err="1">
                          <a:solidFill>
                            <a:srgbClr val="0000CC"/>
                          </a:solidFill>
                          <a:latin typeface="Rockwell" panose="02060603020205020403" pitchFamily="18" charset="0"/>
                          <a:ea typeface="+mj-ea"/>
                          <a:cs typeface="+mj-cs"/>
                        </a:rPr>
                        <a:t>cắp</a:t>
                      </a:r>
                      <a:r>
                        <a:rPr lang="en-US" sz="1800" b="0" kern="1200" baseline="0" dirty="0">
                          <a:solidFill>
                            <a:srgbClr val="0000CC"/>
                          </a:solidFill>
                          <a:latin typeface="Rockwell" panose="02060603020205020403" pitchFamily="18" charset="0"/>
                          <a:ea typeface="+mj-ea"/>
                          <a:cs typeface="+mj-cs"/>
                        </a:rPr>
                        <a:t> </a:t>
                      </a:r>
                      <a:r>
                        <a:rPr lang="en-US" sz="1800" b="0" kern="1200" baseline="0" dirty="0" err="1">
                          <a:solidFill>
                            <a:srgbClr val="0000CC"/>
                          </a:solidFill>
                          <a:latin typeface="Rockwell" panose="02060603020205020403" pitchFamily="18" charset="0"/>
                          <a:ea typeface="+mj-ea"/>
                          <a:cs typeface="+mj-cs"/>
                        </a:rPr>
                        <a:t>thông</a:t>
                      </a:r>
                      <a:r>
                        <a:rPr lang="en-US" sz="1800" b="0" kern="1200" baseline="0" dirty="0">
                          <a:solidFill>
                            <a:srgbClr val="0000CC"/>
                          </a:solidFill>
                          <a:latin typeface="Rockwell" panose="02060603020205020403" pitchFamily="18" charset="0"/>
                          <a:ea typeface="+mj-ea"/>
                          <a:cs typeface="+mj-cs"/>
                        </a:rPr>
                        <a:t> tin </a:t>
                      </a:r>
                      <a:r>
                        <a:rPr lang="en-US" sz="1800" b="0" kern="1200" baseline="0" dirty="0" err="1">
                          <a:solidFill>
                            <a:srgbClr val="0000CC"/>
                          </a:solidFill>
                          <a:latin typeface="Rockwell" panose="02060603020205020403" pitchFamily="18" charset="0"/>
                          <a:ea typeface="+mj-ea"/>
                          <a:cs typeface="+mj-cs"/>
                        </a:rPr>
                        <a:t>đăng</a:t>
                      </a:r>
                      <a:r>
                        <a:rPr lang="en-US" sz="1800" b="0" kern="1200" baseline="0" dirty="0">
                          <a:solidFill>
                            <a:srgbClr val="0000CC"/>
                          </a:solidFill>
                          <a:latin typeface="Rockwell" panose="02060603020205020403" pitchFamily="18" charset="0"/>
                          <a:ea typeface="+mj-ea"/>
                          <a:cs typeface="+mj-cs"/>
                        </a:rPr>
                        <a:t> </a:t>
                      </a:r>
                      <a:r>
                        <a:rPr lang="en-US" sz="1800" b="0" kern="1200" baseline="0" dirty="0" err="1">
                          <a:solidFill>
                            <a:srgbClr val="0000CC"/>
                          </a:solidFill>
                          <a:latin typeface="Rockwell" panose="02060603020205020403" pitchFamily="18" charset="0"/>
                          <a:ea typeface="+mj-ea"/>
                          <a:cs typeface="+mj-cs"/>
                        </a:rPr>
                        <a:t>nhập</a:t>
                      </a:r>
                      <a:r>
                        <a:rPr lang="en-US" sz="1800" b="0" kern="1200" baseline="0" dirty="0">
                          <a:solidFill>
                            <a:srgbClr val="0000CC"/>
                          </a:solidFill>
                          <a:latin typeface="Rockwell" panose="02060603020205020403" pitchFamily="18" charset="0"/>
                          <a:ea typeface="+mj-ea"/>
                          <a:cs typeface="+mj-cs"/>
                        </a:rPr>
                        <a:t>, </a:t>
                      </a:r>
                      <a:r>
                        <a:rPr lang="en-US" sz="1800" b="0" kern="1200" baseline="0" dirty="0" err="1">
                          <a:solidFill>
                            <a:srgbClr val="0000CC"/>
                          </a:solidFill>
                          <a:latin typeface="Rockwell" panose="02060603020205020403" pitchFamily="18" charset="0"/>
                          <a:ea typeface="+mj-ea"/>
                          <a:cs typeface="+mj-cs"/>
                        </a:rPr>
                        <a:t>thay</a:t>
                      </a:r>
                      <a:r>
                        <a:rPr lang="en-US" sz="1800" b="0" kern="1200" baseline="0" dirty="0">
                          <a:solidFill>
                            <a:srgbClr val="0000CC"/>
                          </a:solidFill>
                          <a:latin typeface="Rockwell" panose="02060603020205020403" pitchFamily="18" charset="0"/>
                          <a:ea typeface="+mj-ea"/>
                          <a:cs typeface="+mj-cs"/>
                        </a:rPr>
                        <a:t> </a:t>
                      </a:r>
                      <a:r>
                        <a:rPr lang="en-US" sz="1800" b="0" kern="1200" baseline="0" dirty="0" err="1">
                          <a:solidFill>
                            <a:srgbClr val="0000CC"/>
                          </a:solidFill>
                          <a:latin typeface="Rockwell" panose="02060603020205020403" pitchFamily="18" charset="0"/>
                          <a:ea typeface="+mj-ea"/>
                          <a:cs typeface="+mj-cs"/>
                        </a:rPr>
                        <a:t>đổi</a:t>
                      </a:r>
                      <a:r>
                        <a:rPr lang="en-US" sz="1800" b="0" kern="1200" baseline="0" dirty="0">
                          <a:solidFill>
                            <a:srgbClr val="0000CC"/>
                          </a:solidFill>
                          <a:latin typeface="Rockwell" panose="02060603020205020403" pitchFamily="18" charset="0"/>
                          <a:ea typeface="+mj-ea"/>
                          <a:cs typeface="+mj-cs"/>
                        </a:rPr>
                        <a:t> </a:t>
                      </a:r>
                      <a:r>
                        <a:rPr lang="en-US" sz="1800" b="0" kern="1200" baseline="0" dirty="0" err="1">
                          <a:solidFill>
                            <a:srgbClr val="0000CC"/>
                          </a:solidFill>
                          <a:latin typeface="Rockwell" panose="02060603020205020403" pitchFamily="18" charset="0"/>
                          <a:ea typeface="+mj-ea"/>
                          <a:cs typeface="+mj-cs"/>
                        </a:rPr>
                        <a:t>nội</a:t>
                      </a:r>
                      <a:r>
                        <a:rPr lang="en-US" sz="1800" b="0" kern="1200" baseline="0" dirty="0">
                          <a:solidFill>
                            <a:srgbClr val="0000CC"/>
                          </a:solidFill>
                          <a:latin typeface="Rockwell" panose="02060603020205020403" pitchFamily="18" charset="0"/>
                          <a:ea typeface="+mj-ea"/>
                          <a:cs typeface="+mj-cs"/>
                        </a:rPr>
                        <a:t> dung </a:t>
                      </a:r>
                      <a:r>
                        <a:rPr lang="en-US" sz="1800" b="0" kern="1200" baseline="0" dirty="0" err="1">
                          <a:solidFill>
                            <a:srgbClr val="0000CC"/>
                          </a:solidFill>
                          <a:latin typeface="Rockwell" panose="02060603020205020403" pitchFamily="18" charset="0"/>
                          <a:ea typeface="+mj-ea"/>
                          <a:cs typeface="+mj-cs"/>
                        </a:rPr>
                        <a:t>giao</a:t>
                      </a:r>
                      <a:r>
                        <a:rPr lang="en-US" sz="1800" b="0" kern="1200" baseline="0" dirty="0">
                          <a:solidFill>
                            <a:srgbClr val="0000CC"/>
                          </a:solidFill>
                          <a:latin typeface="Rockwell" panose="02060603020205020403" pitchFamily="18" charset="0"/>
                          <a:ea typeface="+mj-ea"/>
                          <a:cs typeface="+mj-cs"/>
                        </a:rPr>
                        <a:t> </a:t>
                      </a:r>
                      <a:r>
                        <a:rPr lang="en-US" sz="1800" b="0" kern="1200" baseline="0" dirty="0" err="1">
                          <a:solidFill>
                            <a:srgbClr val="0000CC"/>
                          </a:solidFill>
                          <a:latin typeface="Rockwell" panose="02060603020205020403" pitchFamily="18" charset="0"/>
                          <a:ea typeface="+mj-ea"/>
                          <a:cs typeface="+mj-cs"/>
                        </a:rPr>
                        <a:t>dịch</a:t>
                      </a:r>
                      <a:r>
                        <a:rPr lang="en-US" sz="1800" b="0" kern="1200" baseline="0" dirty="0">
                          <a:solidFill>
                            <a:srgbClr val="0000CC"/>
                          </a:solidFill>
                          <a:latin typeface="Rockwell" panose="02060603020205020403" pitchFamily="18" charset="0"/>
                          <a:ea typeface="+mj-ea"/>
                          <a:cs typeface="+mj-cs"/>
                        </a:rPr>
                        <a:t>.</a:t>
                      </a:r>
                    </a:p>
                  </a:txBody>
                  <a:tcPr marL="51904" marR="51904" marT="25952" marB="25952" anchor="ctr"/>
                </a:tc>
                <a:extLst>
                  <a:ext uri="{0D108BD9-81ED-4DB2-BD59-A6C34878D82A}">
                    <a16:rowId xmlns:a16="http://schemas.microsoft.com/office/drawing/2014/main" val="3669915688"/>
                  </a:ext>
                </a:extLst>
              </a:tr>
              <a:tr h="1146431">
                <a:tc>
                  <a:txBody>
                    <a:bodyPr/>
                    <a:lstStyle/>
                    <a:p>
                      <a:r>
                        <a:rPr lang="en-US" sz="1800" b="0" kern="1200" baseline="0" dirty="0">
                          <a:solidFill>
                            <a:srgbClr val="0000CC"/>
                          </a:solidFill>
                          <a:latin typeface="Rockwell" panose="02060603020205020403" pitchFamily="18" charset="0"/>
                          <a:ea typeface="+mj-ea"/>
                          <a:cs typeface="+mj-cs"/>
                        </a:rPr>
                        <a:t>Phishing Web</a:t>
                      </a:r>
                    </a:p>
                  </a:txBody>
                  <a:tcPr marL="51904" marR="51904" marT="25952" marB="25952" anchor="ctr"/>
                </a:tc>
                <a:tc>
                  <a:txBody>
                    <a:bodyPr/>
                    <a:lstStyle/>
                    <a:p>
                      <a:r>
                        <a:rPr lang="vi-VN" sz="1800" b="0" kern="1200" baseline="0">
                          <a:solidFill>
                            <a:srgbClr val="0000CC"/>
                          </a:solidFill>
                          <a:latin typeface="Rockwell" panose="02060603020205020403" pitchFamily="18" charset="0"/>
                          <a:ea typeface="+mj-ea"/>
                          <a:cs typeface="+mj-cs"/>
                        </a:rPr>
                        <a:t>Tạo website giả mạo để lừa người dùng nhập thông tin nhạy cảm.</a:t>
                      </a:r>
                    </a:p>
                  </a:txBody>
                  <a:tcPr marL="51904" marR="51904" marT="25952" marB="25952" anchor="ctr"/>
                </a:tc>
                <a:tc>
                  <a:txBody>
                    <a:bodyPr/>
                    <a:lstStyle/>
                    <a:p>
                      <a:r>
                        <a:rPr lang="en-US" sz="1800" b="0" kern="1200" baseline="0">
                          <a:solidFill>
                            <a:srgbClr val="0000CC"/>
                          </a:solidFill>
                          <a:latin typeface="Rockwell" panose="02060603020205020403" pitchFamily="18" charset="0"/>
                          <a:ea typeface="+mj-ea"/>
                          <a:cs typeface="+mj-cs"/>
                        </a:rPr>
                        <a:t>Trang web giả, email lừa đảo</a:t>
                      </a:r>
                    </a:p>
                  </a:txBody>
                  <a:tcPr marL="51904" marR="51904" marT="25952" marB="25952" anchor="ctr"/>
                </a:tc>
                <a:tc>
                  <a:txBody>
                    <a:bodyPr/>
                    <a:lstStyle/>
                    <a:p>
                      <a:r>
                        <a:rPr lang="en-US" sz="1800" b="0" kern="1200" baseline="0" dirty="0" err="1">
                          <a:solidFill>
                            <a:srgbClr val="0000CC"/>
                          </a:solidFill>
                          <a:latin typeface="Rockwell" panose="02060603020205020403" pitchFamily="18" charset="0"/>
                          <a:ea typeface="+mj-ea"/>
                          <a:cs typeface="+mj-cs"/>
                        </a:rPr>
                        <a:t>Lộ</a:t>
                      </a:r>
                      <a:r>
                        <a:rPr lang="en-US" sz="1800" b="0" kern="1200" baseline="0" dirty="0">
                          <a:solidFill>
                            <a:srgbClr val="0000CC"/>
                          </a:solidFill>
                          <a:latin typeface="Rockwell" panose="02060603020205020403" pitchFamily="18" charset="0"/>
                          <a:ea typeface="+mj-ea"/>
                          <a:cs typeface="+mj-cs"/>
                        </a:rPr>
                        <a:t> </a:t>
                      </a:r>
                      <a:r>
                        <a:rPr lang="en-US" sz="1800" b="0" kern="1200" baseline="0" dirty="0" err="1">
                          <a:solidFill>
                            <a:srgbClr val="0000CC"/>
                          </a:solidFill>
                          <a:latin typeface="Rockwell" panose="02060603020205020403" pitchFamily="18" charset="0"/>
                          <a:ea typeface="+mj-ea"/>
                          <a:cs typeface="+mj-cs"/>
                        </a:rPr>
                        <a:t>mật</a:t>
                      </a:r>
                      <a:r>
                        <a:rPr lang="en-US" sz="1800" b="0" kern="1200" baseline="0" dirty="0">
                          <a:solidFill>
                            <a:srgbClr val="0000CC"/>
                          </a:solidFill>
                          <a:latin typeface="Rockwell" panose="02060603020205020403" pitchFamily="18" charset="0"/>
                          <a:ea typeface="+mj-ea"/>
                          <a:cs typeface="+mj-cs"/>
                        </a:rPr>
                        <a:t> </a:t>
                      </a:r>
                      <a:r>
                        <a:rPr lang="en-US" sz="1800" b="0" kern="1200" baseline="0" dirty="0" err="1">
                          <a:solidFill>
                            <a:srgbClr val="0000CC"/>
                          </a:solidFill>
                          <a:latin typeface="Rockwell" panose="02060603020205020403" pitchFamily="18" charset="0"/>
                          <a:ea typeface="+mj-ea"/>
                          <a:cs typeface="+mj-cs"/>
                        </a:rPr>
                        <a:t>khẩu</a:t>
                      </a:r>
                      <a:r>
                        <a:rPr lang="en-US" sz="1800" b="0" kern="1200" baseline="0" dirty="0">
                          <a:solidFill>
                            <a:srgbClr val="0000CC"/>
                          </a:solidFill>
                          <a:latin typeface="Rockwell" panose="02060603020205020403" pitchFamily="18" charset="0"/>
                          <a:ea typeface="+mj-ea"/>
                          <a:cs typeface="+mj-cs"/>
                        </a:rPr>
                        <a:t>, </a:t>
                      </a:r>
                      <a:r>
                        <a:rPr lang="en-US" sz="1800" b="0" kern="1200" baseline="0" dirty="0" err="1">
                          <a:solidFill>
                            <a:srgbClr val="0000CC"/>
                          </a:solidFill>
                          <a:latin typeface="Rockwell" panose="02060603020205020403" pitchFamily="18" charset="0"/>
                          <a:ea typeface="+mj-ea"/>
                          <a:cs typeface="+mj-cs"/>
                        </a:rPr>
                        <a:t>số</a:t>
                      </a:r>
                      <a:r>
                        <a:rPr lang="en-US" sz="1800" b="0" kern="1200" baseline="0" dirty="0">
                          <a:solidFill>
                            <a:srgbClr val="0000CC"/>
                          </a:solidFill>
                          <a:latin typeface="Rockwell" panose="02060603020205020403" pitchFamily="18" charset="0"/>
                          <a:ea typeface="+mj-ea"/>
                          <a:cs typeface="+mj-cs"/>
                        </a:rPr>
                        <a:t> </a:t>
                      </a:r>
                      <a:r>
                        <a:rPr lang="en-US" sz="1800" b="0" kern="1200" baseline="0" dirty="0" err="1">
                          <a:solidFill>
                            <a:srgbClr val="0000CC"/>
                          </a:solidFill>
                          <a:latin typeface="Rockwell" panose="02060603020205020403" pitchFamily="18" charset="0"/>
                          <a:ea typeface="+mj-ea"/>
                          <a:cs typeface="+mj-cs"/>
                        </a:rPr>
                        <a:t>thẻ</a:t>
                      </a:r>
                      <a:r>
                        <a:rPr lang="en-US" sz="1800" b="0" kern="1200" baseline="0" dirty="0">
                          <a:solidFill>
                            <a:srgbClr val="0000CC"/>
                          </a:solidFill>
                          <a:latin typeface="Rockwell" panose="02060603020205020403" pitchFamily="18" charset="0"/>
                          <a:ea typeface="+mj-ea"/>
                          <a:cs typeface="+mj-cs"/>
                        </a:rPr>
                        <a:t> </a:t>
                      </a:r>
                      <a:r>
                        <a:rPr lang="en-US" sz="1800" b="0" kern="1200" baseline="0" dirty="0" err="1">
                          <a:solidFill>
                            <a:srgbClr val="0000CC"/>
                          </a:solidFill>
                          <a:latin typeface="Rockwell" panose="02060603020205020403" pitchFamily="18" charset="0"/>
                          <a:ea typeface="+mj-ea"/>
                          <a:cs typeface="+mj-cs"/>
                        </a:rPr>
                        <a:t>tín</a:t>
                      </a:r>
                      <a:r>
                        <a:rPr lang="en-US" sz="1800" b="0" kern="1200" baseline="0" dirty="0">
                          <a:solidFill>
                            <a:srgbClr val="0000CC"/>
                          </a:solidFill>
                          <a:latin typeface="Rockwell" panose="02060603020205020403" pitchFamily="18" charset="0"/>
                          <a:ea typeface="+mj-ea"/>
                          <a:cs typeface="+mj-cs"/>
                        </a:rPr>
                        <a:t> </a:t>
                      </a:r>
                      <a:r>
                        <a:rPr lang="en-US" sz="1800" b="0" kern="1200" baseline="0" dirty="0" err="1">
                          <a:solidFill>
                            <a:srgbClr val="0000CC"/>
                          </a:solidFill>
                          <a:latin typeface="Rockwell" panose="02060603020205020403" pitchFamily="18" charset="0"/>
                          <a:ea typeface="+mj-ea"/>
                          <a:cs typeface="+mj-cs"/>
                        </a:rPr>
                        <a:t>dụng</a:t>
                      </a:r>
                      <a:r>
                        <a:rPr lang="en-US" sz="1800" b="0" kern="1200" baseline="0" dirty="0">
                          <a:solidFill>
                            <a:srgbClr val="0000CC"/>
                          </a:solidFill>
                          <a:latin typeface="Rockwell" panose="02060603020205020403" pitchFamily="18" charset="0"/>
                          <a:ea typeface="+mj-ea"/>
                          <a:cs typeface="+mj-cs"/>
                        </a:rPr>
                        <a:t>, </a:t>
                      </a:r>
                      <a:r>
                        <a:rPr lang="en-US" sz="1800" b="0" kern="1200" baseline="0" dirty="0" err="1">
                          <a:solidFill>
                            <a:srgbClr val="0000CC"/>
                          </a:solidFill>
                          <a:latin typeface="Rockwell" panose="02060603020205020403" pitchFamily="18" charset="0"/>
                          <a:ea typeface="+mj-ea"/>
                          <a:cs typeface="+mj-cs"/>
                        </a:rPr>
                        <a:t>mất</a:t>
                      </a:r>
                      <a:r>
                        <a:rPr lang="en-US" sz="1800" b="0" kern="1200" baseline="0" dirty="0">
                          <a:solidFill>
                            <a:srgbClr val="0000CC"/>
                          </a:solidFill>
                          <a:latin typeface="Rockwell" panose="02060603020205020403" pitchFamily="18" charset="0"/>
                          <a:ea typeface="+mj-ea"/>
                          <a:cs typeface="+mj-cs"/>
                        </a:rPr>
                        <a:t> </a:t>
                      </a:r>
                      <a:r>
                        <a:rPr lang="en-US" sz="1800" b="0" kern="1200" baseline="0" dirty="0" err="1">
                          <a:solidFill>
                            <a:srgbClr val="0000CC"/>
                          </a:solidFill>
                          <a:latin typeface="Rockwell" panose="02060603020205020403" pitchFamily="18" charset="0"/>
                          <a:ea typeface="+mj-ea"/>
                          <a:cs typeface="+mj-cs"/>
                        </a:rPr>
                        <a:t>quyền</a:t>
                      </a:r>
                      <a:r>
                        <a:rPr lang="en-US" sz="1800" b="0" kern="1200" baseline="0" dirty="0">
                          <a:solidFill>
                            <a:srgbClr val="0000CC"/>
                          </a:solidFill>
                          <a:latin typeface="Rockwell" panose="02060603020205020403" pitchFamily="18" charset="0"/>
                          <a:ea typeface="+mj-ea"/>
                          <a:cs typeface="+mj-cs"/>
                        </a:rPr>
                        <a:t> </a:t>
                      </a:r>
                      <a:r>
                        <a:rPr lang="en-US" sz="1800" b="0" kern="1200" baseline="0" dirty="0" err="1">
                          <a:solidFill>
                            <a:srgbClr val="0000CC"/>
                          </a:solidFill>
                          <a:latin typeface="Rockwell" panose="02060603020205020403" pitchFamily="18" charset="0"/>
                          <a:ea typeface="+mj-ea"/>
                          <a:cs typeface="+mj-cs"/>
                        </a:rPr>
                        <a:t>kiểm</a:t>
                      </a:r>
                      <a:r>
                        <a:rPr lang="en-US" sz="1800" b="0" kern="1200" baseline="0" dirty="0">
                          <a:solidFill>
                            <a:srgbClr val="0000CC"/>
                          </a:solidFill>
                          <a:latin typeface="Rockwell" panose="02060603020205020403" pitchFamily="18" charset="0"/>
                          <a:ea typeface="+mj-ea"/>
                          <a:cs typeface="+mj-cs"/>
                        </a:rPr>
                        <a:t> </a:t>
                      </a:r>
                      <a:r>
                        <a:rPr lang="en-US" sz="1800" b="0" kern="1200" baseline="0" dirty="0" err="1">
                          <a:solidFill>
                            <a:srgbClr val="0000CC"/>
                          </a:solidFill>
                          <a:latin typeface="Rockwell" panose="02060603020205020403" pitchFamily="18" charset="0"/>
                          <a:ea typeface="+mj-ea"/>
                          <a:cs typeface="+mj-cs"/>
                        </a:rPr>
                        <a:t>soát</a:t>
                      </a:r>
                      <a:r>
                        <a:rPr lang="en-US" sz="1800" b="0" kern="1200" baseline="0" dirty="0">
                          <a:solidFill>
                            <a:srgbClr val="0000CC"/>
                          </a:solidFill>
                          <a:latin typeface="Rockwell" panose="02060603020205020403" pitchFamily="18" charset="0"/>
                          <a:ea typeface="+mj-ea"/>
                          <a:cs typeface="+mj-cs"/>
                        </a:rPr>
                        <a:t> </a:t>
                      </a:r>
                      <a:r>
                        <a:rPr lang="en-US" sz="1800" b="0" kern="1200" baseline="0" dirty="0" err="1">
                          <a:solidFill>
                            <a:srgbClr val="0000CC"/>
                          </a:solidFill>
                          <a:latin typeface="Rockwell" panose="02060603020205020403" pitchFamily="18" charset="0"/>
                          <a:ea typeface="+mj-ea"/>
                          <a:cs typeface="+mj-cs"/>
                        </a:rPr>
                        <a:t>tài</a:t>
                      </a:r>
                      <a:r>
                        <a:rPr lang="en-US" sz="1800" b="0" kern="1200" baseline="0" dirty="0">
                          <a:solidFill>
                            <a:srgbClr val="0000CC"/>
                          </a:solidFill>
                          <a:latin typeface="Rockwell" panose="02060603020205020403" pitchFamily="18" charset="0"/>
                          <a:ea typeface="+mj-ea"/>
                          <a:cs typeface="+mj-cs"/>
                        </a:rPr>
                        <a:t> </a:t>
                      </a:r>
                      <a:r>
                        <a:rPr lang="en-US" sz="1800" b="0" kern="1200" baseline="0" dirty="0" err="1">
                          <a:solidFill>
                            <a:srgbClr val="0000CC"/>
                          </a:solidFill>
                          <a:latin typeface="Rockwell" panose="02060603020205020403" pitchFamily="18" charset="0"/>
                          <a:ea typeface="+mj-ea"/>
                          <a:cs typeface="+mj-cs"/>
                        </a:rPr>
                        <a:t>khoản</a:t>
                      </a:r>
                      <a:r>
                        <a:rPr lang="en-US" sz="1800" b="0" kern="1200" baseline="0" dirty="0">
                          <a:solidFill>
                            <a:srgbClr val="0000CC"/>
                          </a:solidFill>
                          <a:latin typeface="Rockwell" panose="02060603020205020403" pitchFamily="18" charset="0"/>
                          <a:ea typeface="+mj-ea"/>
                          <a:cs typeface="+mj-cs"/>
                        </a:rPr>
                        <a:t> </a:t>
                      </a:r>
                      <a:r>
                        <a:rPr lang="en-US" sz="1800" b="0" kern="1200" baseline="0" dirty="0" err="1">
                          <a:solidFill>
                            <a:srgbClr val="0000CC"/>
                          </a:solidFill>
                          <a:latin typeface="Rockwell" panose="02060603020205020403" pitchFamily="18" charset="0"/>
                          <a:ea typeface="+mj-ea"/>
                          <a:cs typeface="+mj-cs"/>
                        </a:rPr>
                        <a:t>cá</a:t>
                      </a:r>
                      <a:r>
                        <a:rPr lang="en-US" sz="1800" b="0" kern="1200" baseline="0" dirty="0">
                          <a:solidFill>
                            <a:srgbClr val="0000CC"/>
                          </a:solidFill>
                          <a:latin typeface="Rockwell" panose="02060603020205020403" pitchFamily="18" charset="0"/>
                          <a:ea typeface="+mj-ea"/>
                          <a:cs typeface="+mj-cs"/>
                        </a:rPr>
                        <a:t> </a:t>
                      </a:r>
                      <a:r>
                        <a:rPr lang="en-US" sz="1800" b="0" kern="1200" baseline="0" dirty="0" err="1">
                          <a:solidFill>
                            <a:srgbClr val="0000CC"/>
                          </a:solidFill>
                          <a:latin typeface="Rockwell" panose="02060603020205020403" pitchFamily="18" charset="0"/>
                          <a:ea typeface="+mj-ea"/>
                          <a:cs typeface="+mj-cs"/>
                        </a:rPr>
                        <a:t>nhân</a:t>
                      </a:r>
                      <a:r>
                        <a:rPr lang="en-US" sz="1800" b="0" kern="1200" baseline="0" dirty="0">
                          <a:solidFill>
                            <a:srgbClr val="0000CC"/>
                          </a:solidFill>
                          <a:latin typeface="Rockwell" panose="02060603020205020403" pitchFamily="18" charset="0"/>
                          <a:ea typeface="+mj-ea"/>
                          <a:cs typeface="+mj-cs"/>
                        </a:rPr>
                        <a:t>/</a:t>
                      </a:r>
                      <a:r>
                        <a:rPr lang="en-US" sz="1800" b="0" kern="1200" baseline="0" dirty="0" err="1">
                          <a:solidFill>
                            <a:srgbClr val="0000CC"/>
                          </a:solidFill>
                          <a:latin typeface="Rockwell" panose="02060603020205020403" pitchFamily="18" charset="0"/>
                          <a:ea typeface="+mj-ea"/>
                          <a:cs typeface="+mj-cs"/>
                        </a:rPr>
                        <a:t>tài</a:t>
                      </a:r>
                      <a:r>
                        <a:rPr lang="en-US" sz="1800" b="0" kern="1200" baseline="0" dirty="0">
                          <a:solidFill>
                            <a:srgbClr val="0000CC"/>
                          </a:solidFill>
                          <a:latin typeface="Rockwell" panose="02060603020205020403" pitchFamily="18" charset="0"/>
                          <a:ea typeface="+mj-ea"/>
                          <a:cs typeface="+mj-cs"/>
                        </a:rPr>
                        <a:t> </a:t>
                      </a:r>
                      <a:r>
                        <a:rPr lang="en-US" sz="1800" b="0" kern="1200" baseline="0" dirty="0" err="1">
                          <a:solidFill>
                            <a:srgbClr val="0000CC"/>
                          </a:solidFill>
                          <a:latin typeface="Rockwell" panose="02060603020205020403" pitchFamily="18" charset="0"/>
                          <a:ea typeface="+mj-ea"/>
                          <a:cs typeface="+mj-cs"/>
                        </a:rPr>
                        <a:t>chính</a:t>
                      </a:r>
                      <a:r>
                        <a:rPr lang="en-US" sz="1800" b="0" kern="1200" baseline="0" dirty="0">
                          <a:solidFill>
                            <a:srgbClr val="0000CC"/>
                          </a:solidFill>
                          <a:latin typeface="Rockwell" panose="02060603020205020403" pitchFamily="18" charset="0"/>
                          <a:ea typeface="+mj-ea"/>
                          <a:cs typeface="+mj-cs"/>
                        </a:rPr>
                        <a:t>.</a:t>
                      </a:r>
                    </a:p>
                  </a:txBody>
                  <a:tcPr marL="51904" marR="51904" marT="25952" marB="25952" anchor="ctr"/>
                </a:tc>
                <a:extLst>
                  <a:ext uri="{0D108BD9-81ED-4DB2-BD59-A6C34878D82A}">
                    <a16:rowId xmlns:a16="http://schemas.microsoft.com/office/drawing/2014/main" val="957012478"/>
                  </a:ext>
                </a:extLst>
              </a:tr>
            </a:tbl>
          </a:graphicData>
        </a:graphic>
      </p:graphicFrame>
    </p:spTree>
    <p:extLst>
      <p:ext uri="{BB962C8B-B14F-4D97-AF65-F5344CB8AC3E}">
        <p14:creationId xmlns:p14="http://schemas.microsoft.com/office/powerpoint/2010/main" val="321537108"/>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371599" y="876869"/>
            <a:ext cx="10242645" cy="528851"/>
          </a:xfrm>
        </p:spPr>
        <p:txBody>
          <a:bodyPr/>
          <a:lstStyle/>
          <a:p>
            <a:r>
              <a:rPr lang="en-US" sz="2800" b="1" dirty="0" smtClean="0">
                <a:solidFill>
                  <a:srgbClr val="0000CC"/>
                </a:solidFill>
                <a:latin typeface="Rockwell" panose="02060603020205020403" pitchFamily="18" charset="0"/>
              </a:rPr>
              <a:t>3.1.3.</a:t>
            </a:r>
            <a:r>
              <a:rPr lang="vi-VN"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Các</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kỹ</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thuật</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tấn</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công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ứng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dụng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Web</a:t>
            </a:r>
            <a:endParaRPr lang="en-US" sz="2800" b="1" dirty="0">
              <a:solidFill>
                <a:srgbClr val="0000CC"/>
              </a:solidFill>
              <a:latin typeface="Rockwell" panose="020606030202050204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371599" y="1539263"/>
            <a:ext cx="9628497" cy="4382729"/>
          </a:xfrm>
        </p:spPr>
        <p:txBody>
          <a:bodyPr/>
          <a:lstStyle/>
          <a:p>
            <a:pPr marL="0" indent="0" algn="just">
              <a:spcBef>
                <a:spcPts val="600"/>
              </a:spcBef>
              <a:spcAft>
                <a:spcPts val="600"/>
              </a:spcAft>
              <a:buNone/>
            </a:pPr>
            <a:r>
              <a:rPr lang="en-US" sz="2600" i="1" dirty="0" err="1" smtClean="0">
                <a:solidFill>
                  <a:srgbClr val="FF00FF"/>
                </a:solidFill>
                <a:latin typeface="Rockwell" panose="02060603020205020403" pitchFamily="18" charset="0"/>
                <a:ea typeface="Segoe UI Emoji" panose="020B0502040204020203" pitchFamily="34" charset="0"/>
                <a:cs typeface="Tahoma" panose="020B0604030504040204" pitchFamily="34" charset="0"/>
              </a:rPr>
              <a:t>Dễ</a:t>
            </a:r>
            <a:r>
              <a:rPr lang="en-US" sz="2600" i="1" dirty="0" smtClean="0">
                <a:solidFill>
                  <a:srgbClr val="FF00FF"/>
                </a:solidFill>
                <a:latin typeface="Rockwell" panose="02060603020205020403" pitchFamily="18" charset="0"/>
                <a:ea typeface="Segoe UI Emoji" panose="020B0502040204020203" pitchFamily="34" charset="0"/>
                <a:cs typeface="Tahoma" panose="020B0604030504040204" pitchFamily="34" charset="0"/>
              </a:rPr>
              <a:t> </a:t>
            </a:r>
            <a:r>
              <a:rPr lang="en-US" sz="2600" i="1" dirty="0" err="1" smtClean="0">
                <a:solidFill>
                  <a:srgbClr val="FF00FF"/>
                </a:solidFill>
                <a:latin typeface="Rockwell" panose="02060603020205020403" pitchFamily="18" charset="0"/>
                <a:ea typeface="Segoe UI Emoji" panose="020B0502040204020203" pitchFamily="34" charset="0"/>
                <a:cs typeface="Tahoma" panose="020B0604030504040204" pitchFamily="34" charset="0"/>
              </a:rPr>
              <a:t>thấy</a:t>
            </a:r>
            <a:r>
              <a:rPr lang="en-US" sz="2600" i="1" dirty="0" smtClean="0">
                <a:solidFill>
                  <a:srgbClr val="FF00FF"/>
                </a:solidFill>
                <a:latin typeface="Rockwell" panose="02060603020205020403" pitchFamily="18" charset="0"/>
                <a:ea typeface="Segoe UI Emoji" panose="020B0502040204020203" pitchFamily="34" charset="0"/>
                <a:cs typeface="Tahoma" panose="020B0604030504040204" pitchFamily="34" charset="0"/>
              </a:rPr>
              <a:t>:</a:t>
            </a:r>
            <a:endParaRPr lang="en-US" sz="2600" i="1" dirty="0">
              <a:solidFill>
                <a:srgbClr val="FF00FF"/>
              </a:solidFill>
              <a:latin typeface="Rockwell" panose="02060603020205020403" pitchFamily="18" charset="0"/>
              <a:ea typeface="Segoe UI Emoji" panose="020B0502040204020203" pitchFamily="34" charset="0"/>
              <a:cs typeface="Tahoma" panose="020B0604030504040204" pitchFamily="34" charset="0"/>
            </a:endParaRPr>
          </a:p>
          <a:p>
            <a:pPr marL="519113" indent="0" algn="just">
              <a:spcBef>
                <a:spcPts val="600"/>
              </a:spcBef>
              <a:spcAft>
                <a:spcPts val="600"/>
              </a:spcAft>
              <a:buNone/>
            </a:pPr>
            <a:r>
              <a:rPr lang="en-US" sz="2600" i="1" dirty="0" smtClean="0">
                <a:solidFill>
                  <a:srgbClr val="FF00FF"/>
                </a:solidFill>
                <a:latin typeface="Rockwell" panose="02060603020205020403" pitchFamily="18" charset="0"/>
                <a:ea typeface="Segoe UI Emoji" panose="020B0502040204020203" pitchFamily="34" charset="0"/>
                <a:cs typeface="Tahoma" panose="020B0604030504040204" pitchFamily="34" charset="0"/>
              </a:rPr>
              <a:t>C</a:t>
            </a:r>
            <a:r>
              <a:rPr lang="vi-VN" sz="2600" i="1" dirty="0" smtClean="0">
                <a:solidFill>
                  <a:srgbClr val="FF00FF"/>
                </a:solidFill>
                <a:latin typeface="Rockwell" panose="02060603020205020403" pitchFamily="18" charset="0"/>
                <a:ea typeface="Segoe UI Emoji" panose="020B0502040204020203" pitchFamily="34" charset="0"/>
                <a:cs typeface="Tahoma" panose="020B0604030504040204" pitchFamily="34" charset="0"/>
              </a:rPr>
              <a:t>ác </a:t>
            </a:r>
            <a:r>
              <a:rPr lang="vi-VN" sz="2600" i="1" dirty="0">
                <a:solidFill>
                  <a:srgbClr val="FF00FF"/>
                </a:solidFill>
                <a:latin typeface="Rockwell" panose="02060603020205020403" pitchFamily="18" charset="0"/>
                <a:ea typeface="Segoe UI Emoji" panose="020B0502040204020203" pitchFamily="34" charset="0"/>
                <a:cs typeface="Tahoma" panose="020B0604030504040204" pitchFamily="34" charset="0"/>
              </a:rPr>
              <a:t>kỹ thuật tấn công ứng dụng Web thường tập trung vào khai thác input, chiếm đoạt session, giả mạo người dùng, hoặc chèn mình vào luồng truyền dữ liệu.</a:t>
            </a:r>
            <a:endParaRPr lang="en-US" sz="2600" i="1" dirty="0">
              <a:solidFill>
                <a:srgbClr val="FF00FF"/>
              </a:solidFill>
              <a:latin typeface="Rockwell" panose="02060603020205020403" pitchFamily="18" charset="0"/>
              <a:ea typeface="Segoe UI Emoji" panose="020B0502040204020203" pitchFamily="34" charset="0"/>
              <a:cs typeface="Tahoma" panose="020B0604030504040204" pitchFamily="34" charset="0"/>
            </a:endParaRPr>
          </a:p>
        </p:txBody>
      </p:sp>
    </p:spTree>
    <p:extLst>
      <p:ext uri="{BB962C8B-B14F-4D97-AF65-F5344CB8AC3E}">
        <p14:creationId xmlns:p14="http://schemas.microsoft.com/office/powerpoint/2010/main" val="4208984759"/>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371599" y="876869"/>
            <a:ext cx="10242645" cy="528851"/>
          </a:xfrm>
        </p:spPr>
        <p:txBody>
          <a:bodyPr/>
          <a:lstStyle/>
          <a:p>
            <a:r>
              <a:rPr lang="en-US" sz="2800" b="1" dirty="0" smtClean="0">
                <a:solidFill>
                  <a:srgbClr val="0000CC"/>
                </a:solidFill>
                <a:latin typeface="Rockwell" panose="02060603020205020403" pitchFamily="18" charset="0"/>
              </a:rPr>
              <a:t>3.1.4.</a:t>
            </a:r>
            <a:r>
              <a:rPr lang="vi-VN"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B</a:t>
            </a:r>
            <a:r>
              <a:rPr lang="vi-VN"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iện pháp phòng chống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tấn</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công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ứng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dụng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Web</a:t>
            </a:r>
            <a:r>
              <a:rPr lang="vi-VN"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endParaRPr lang="en-US" sz="2800" b="1" dirty="0">
              <a:solidFill>
                <a:srgbClr val="0000CC"/>
              </a:solidFill>
              <a:latin typeface="Rockwell" panose="020606030202050204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371600" y="1539263"/>
            <a:ext cx="9901452" cy="4382729"/>
          </a:xfrm>
        </p:spPr>
        <p:txBody>
          <a:bodyPr/>
          <a:lstStyle/>
          <a:p>
            <a:pPr marL="0" indent="0">
              <a:spcBef>
                <a:spcPts val="600"/>
              </a:spcBef>
              <a:spcAft>
                <a:spcPts val="600"/>
              </a:spcAft>
              <a:buNone/>
            </a:pPr>
            <a:r>
              <a:rPr lang="vi-VN" dirty="0" smtClean="0">
                <a:solidFill>
                  <a:srgbClr val="0000CC"/>
                </a:solidFill>
                <a:latin typeface="Rockwell" panose="02060603020205020403" pitchFamily="18" charset="0"/>
                <a:ea typeface="+mj-ea"/>
                <a:cs typeface="+mj-cs"/>
              </a:rPr>
              <a:t>Để </a:t>
            </a:r>
            <a:r>
              <a:rPr lang="vi-VN" dirty="0">
                <a:solidFill>
                  <a:srgbClr val="0000CC"/>
                </a:solidFill>
                <a:latin typeface="Rockwell" panose="02060603020205020403" pitchFamily="18" charset="0"/>
                <a:ea typeface="+mj-ea"/>
                <a:cs typeface="+mj-cs"/>
              </a:rPr>
              <a:t>giảm thiểu rủi ro từ các kỹ thuật tấn công, cần áp dụng đồng bộ nhiều biện pháp bảo mật từ lập trình an toàn, mã hóa dữ liệu, đến triển khai hệ thống bảo vệ.</a:t>
            </a:r>
          </a:p>
          <a:p>
            <a:pPr marL="0" indent="0">
              <a:spcBef>
                <a:spcPts val="600"/>
              </a:spcBef>
              <a:spcAft>
                <a:spcPts val="600"/>
              </a:spcAft>
              <a:buNone/>
            </a:pPr>
            <a:r>
              <a:rPr lang="vi-VN" b="1" dirty="0" smtClean="0">
                <a:solidFill>
                  <a:srgbClr val="0000CC"/>
                </a:solidFill>
                <a:latin typeface="Rockwell" panose="02060603020205020403" pitchFamily="18" charset="0"/>
                <a:ea typeface="+mj-ea"/>
                <a:cs typeface="+mj-cs"/>
              </a:rPr>
              <a:t>1</a:t>
            </a:r>
            <a:r>
              <a:rPr lang="vi-VN" b="1" dirty="0">
                <a:solidFill>
                  <a:srgbClr val="0000CC"/>
                </a:solidFill>
                <a:latin typeface="Rockwell" panose="02060603020205020403" pitchFamily="18" charset="0"/>
                <a:ea typeface="+mj-ea"/>
                <a:cs typeface="+mj-cs"/>
              </a:rPr>
              <a:t>. Kiểm tra &amp; lọc dữ liệu đầu vào (Input Validation)</a:t>
            </a:r>
          </a:p>
          <a:p>
            <a:pPr>
              <a:spcBef>
                <a:spcPts val="600"/>
              </a:spcBef>
              <a:spcAft>
                <a:spcPts val="600"/>
              </a:spcAft>
            </a:pPr>
            <a:r>
              <a:rPr lang="vi-VN" dirty="0">
                <a:solidFill>
                  <a:srgbClr val="0000CC"/>
                </a:solidFill>
                <a:latin typeface="Rockwell" panose="02060603020205020403" pitchFamily="18" charset="0"/>
                <a:ea typeface="+mj-ea"/>
                <a:cs typeface="+mj-cs"/>
              </a:rPr>
              <a:t>Áp dụng Whitelist (chỉ cho phép dữ liệu hợp lệ) thay vì Blacklist.</a:t>
            </a:r>
          </a:p>
          <a:p>
            <a:pPr>
              <a:spcBef>
                <a:spcPts val="600"/>
              </a:spcBef>
              <a:spcAft>
                <a:spcPts val="600"/>
              </a:spcAft>
            </a:pPr>
            <a:r>
              <a:rPr lang="vi-VN" dirty="0">
                <a:solidFill>
                  <a:srgbClr val="0000CC"/>
                </a:solidFill>
                <a:latin typeface="Rockwell" panose="02060603020205020403" pitchFamily="18" charset="0"/>
                <a:ea typeface="+mj-ea"/>
                <a:cs typeface="+mj-cs"/>
              </a:rPr>
              <a:t>Kiểm tra định dạng dữ liệu (email, số điện thoại, ngày tháng, số nguyên).</a:t>
            </a:r>
          </a:p>
          <a:p>
            <a:pPr>
              <a:spcBef>
                <a:spcPts val="600"/>
              </a:spcBef>
              <a:spcAft>
                <a:spcPts val="600"/>
              </a:spcAft>
            </a:pPr>
            <a:r>
              <a:rPr lang="vi-VN" dirty="0">
                <a:solidFill>
                  <a:srgbClr val="0000CC"/>
                </a:solidFill>
                <a:latin typeface="Rockwell" panose="02060603020205020403" pitchFamily="18" charset="0"/>
                <a:ea typeface="+mj-ea"/>
                <a:cs typeface="+mj-cs"/>
              </a:rPr>
              <a:t>Loại bỏ ký tự đặc biệt hoặc mã độc có thể chèn vào form (như </a:t>
            </a:r>
            <a:r>
              <a:rPr lang="vi-VN" dirty="0">
                <a:solidFill>
                  <a:srgbClr val="00B050"/>
                </a:solidFill>
                <a:latin typeface="Rockwell" panose="02060603020205020403" pitchFamily="18" charset="0"/>
                <a:ea typeface="+mj-ea"/>
                <a:cs typeface="+mj-cs"/>
              </a:rPr>
              <a:t>' ; -- &lt;script&gt;</a:t>
            </a:r>
            <a:r>
              <a:rPr lang="vi-VN" dirty="0">
                <a:solidFill>
                  <a:srgbClr val="0000CC"/>
                </a:solidFill>
                <a:latin typeface="Rockwell" panose="02060603020205020403" pitchFamily="18" charset="0"/>
                <a:ea typeface="+mj-ea"/>
                <a:cs typeface="+mj-cs"/>
              </a:rPr>
              <a:t>).</a:t>
            </a:r>
            <a:r>
              <a:rPr lang="en-US" dirty="0" smtClean="0">
                <a:solidFill>
                  <a:srgbClr val="0000CC"/>
                </a:solidFill>
                <a:latin typeface="Rockwell" panose="02060603020205020403" pitchFamily="18" charset="0"/>
                <a:ea typeface="+mj-ea"/>
                <a:cs typeface="+mj-cs"/>
              </a:rPr>
              <a:t> </a:t>
            </a:r>
            <a:endParaRPr lang="vi-VN" dirty="0">
              <a:solidFill>
                <a:srgbClr val="0000CC"/>
              </a:solidFill>
              <a:latin typeface="Rockwell" panose="02060603020205020403" pitchFamily="18" charset="0"/>
              <a:ea typeface="+mj-ea"/>
              <a:cs typeface="+mj-cs"/>
            </a:endParaRPr>
          </a:p>
          <a:p>
            <a:endParaRPr lang="en-US" dirty="0"/>
          </a:p>
        </p:txBody>
      </p:sp>
    </p:spTree>
    <p:extLst>
      <p:ext uri="{BB962C8B-B14F-4D97-AF65-F5344CB8AC3E}">
        <p14:creationId xmlns:p14="http://schemas.microsoft.com/office/powerpoint/2010/main" val="2404839431"/>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371599" y="876869"/>
            <a:ext cx="10242645" cy="528851"/>
          </a:xfrm>
        </p:spPr>
        <p:txBody>
          <a:bodyPr/>
          <a:lstStyle/>
          <a:p>
            <a:r>
              <a:rPr lang="en-US" sz="2800" b="1" dirty="0" smtClean="0">
                <a:solidFill>
                  <a:srgbClr val="0000CC"/>
                </a:solidFill>
                <a:latin typeface="Rockwell" panose="02060603020205020403" pitchFamily="18" charset="0"/>
              </a:rPr>
              <a:t>3.1.4.</a:t>
            </a:r>
            <a:r>
              <a:rPr lang="vi-VN"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B</a:t>
            </a:r>
            <a:r>
              <a:rPr lang="vi-VN"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iện pháp phòng chống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tấn</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công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ứng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dụng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Web</a:t>
            </a:r>
            <a:r>
              <a:rPr lang="vi-VN"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endParaRPr lang="en-US" sz="2800" b="1" dirty="0">
              <a:solidFill>
                <a:srgbClr val="0000CC"/>
              </a:solidFill>
              <a:latin typeface="Rockwell" panose="020606030202050204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371600" y="1539263"/>
            <a:ext cx="9901452" cy="4382729"/>
          </a:xfrm>
        </p:spPr>
        <p:txBody>
          <a:bodyPr/>
          <a:lstStyle/>
          <a:p>
            <a:pPr marL="0" indent="0">
              <a:spcBef>
                <a:spcPts val="600"/>
              </a:spcBef>
              <a:spcAft>
                <a:spcPts val="600"/>
              </a:spcAft>
              <a:buNone/>
            </a:pPr>
            <a:r>
              <a:rPr lang="vi-VN" b="1" dirty="0" smtClean="0">
                <a:solidFill>
                  <a:srgbClr val="0000CC"/>
                </a:solidFill>
                <a:latin typeface="Rockwell" panose="02060603020205020403" pitchFamily="18" charset="0"/>
                <a:ea typeface="+mj-ea"/>
                <a:cs typeface="+mj-cs"/>
              </a:rPr>
              <a:t>2</a:t>
            </a:r>
            <a:r>
              <a:rPr lang="vi-VN" b="1" dirty="0">
                <a:solidFill>
                  <a:srgbClr val="0000CC"/>
                </a:solidFill>
                <a:latin typeface="Rockwell" panose="02060603020205020403" pitchFamily="18" charset="0"/>
                <a:ea typeface="+mj-ea"/>
                <a:cs typeface="+mj-cs"/>
              </a:rPr>
              <a:t>. Sử dụng Prepared </a:t>
            </a:r>
            <a:r>
              <a:rPr lang="vi-VN" b="1" dirty="0" smtClean="0">
                <a:solidFill>
                  <a:srgbClr val="0000CC"/>
                </a:solidFill>
                <a:latin typeface="Rockwell" panose="02060603020205020403" pitchFamily="18" charset="0"/>
                <a:ea typeface="+mj-ea"/>
                <a:cs typeface="+mj-cs"/>
              </a:rPr>
              <a:t>Statement/ORM </a:t>
            </a:r>
            <a:r>
              <a:rPr lang="vi-VN" b="1" dirty="0">
                <a:solidFill>
                  <a:srgbClr val="0000CC"/>
                </a:solidFill>
                <a:latin typeface="Rockwell" panose="02060603020205020403" pitchFamily="18" charset="0"/>
                <a:ea typeface="+mj-ea"/>
                <a:cs typeface="+mj-cs"/>
              </a:rPr>
              <a:t>để chống SQL Injection</a:t>
            </a:r>
          </a:p>
          <a:p>
            <a:pPr>
              <a:spcBef>
                <a:spcPts val="600"/>
              </a:spcBef>
              <a:spcAft>
                <a:spcPts val="600"/>
              </a:spcAft>
            </a:pPr>
            <a:r>
              <a:rPr lang="vi-VN" dirty="0">
                <a:solidFill>
                  <a:srgbClr val="0000CC"/>
                </a:solidFill>
                <a:latin typeface="Rockwell" panose="02060603020205020403" pitchFamily="18" charset="0"/>
                <a:ea typeface="+mj-ea"/>
                <a:cs typeface="+mj-cs"/>
              </a:rPr>
              <a:t>Luôn sử dụng </a:t>
            </a:r>
            <a:r>
              <a:rPr lang="vi-VN" dirty="0">
                <a:solidFill>
                  <a:srgbClr val="00B050"/>
                </a:solidFill>
                <a:latin typeface="Rockwell" panose="02060603020205020403" pitchFamily="18" charset="0"/>
                <a:ea typeface="+mj-ea"/>
                <a:cs typeface="+mj-cs"/>
              </a:rPr>
              <a:t>Prepared Statement </a:t>
            </a:r>
            <a:r>
              <a:rPr lang="vi-VN" dirty="0">
                <a:solidFill>
                  <a:srgbClr val="0000CC"/>
                </a:solidFill>
                <a:latin typeface="Rockwell" panose="02060603020205020403" pitchFamily="18" charset="0"/>
                <a:ea typeface="+mj-ea"/>
                <a:cs typeface="+mj-cs"/>
              </a:rPr>
              <a:t>hoặc </a:t>
            </a:r>
            <a:r>
              <a:rPr lang="vi-VN" dirty="0">
                <a:solidFill>
                  <a:srgbClr val="00B050"/>
                </a:solidFill>
                <a:latin typeface="Rockwell" panose="02060603020205020403" pitchFamily="18" charset="0"/>
                <a:ea typeface="+mj-ea"/>
                <a:cs typeface="+mj-cs"/>
              </a:rPr>
              <a:t>Stored Procedure </a:t>
            </a:r>
            <a:r>
              <a:rPr lang="vi-VN" dirty="0">
                <a:solidFill>
                  <a:srgbClr val="0000CC"/>
                </a:solidFill>
                <a:latin typeface="Rockwell" panose="02060603020205020403" pitchFamily="18" charset="0"/>
                <a:ea typeface="+mj-ea"/>
                <a:cs typeface="+mj-cs"/>
              </a:rPr>
              <a:t>thay vì ghép chuỗi SQL trực tiếp.</a:t>
            </a:r>
          </a:p>
          <a:p>
            <a:pPr>
              <a:spcBef>
                <a:spcPts val="600"/>
              </a:spcBef>
              <a:spcAft>
                <a:spcPts val="600"/>
              </a:spcAft>
            </a:pPr>
            <a:r>
              <a:rPr lang="vi-VN" dirty="0">
                <a:solidFill>
                  <a:srgbClr val="0000CC"/>
                </a:solidFill>
                <a:latin typeface="Rockwell" panose="02060603020205020403" pitchFamily="18" charset="0"/>
                <a:ea typeface="+mj-ea"/>
                <a:cs typeface="+mj-cs"/>
              </a:rPr>
              <a:t>Ưu tiên dùng ORM (Object-Relational Mapping) để hạn chế truy vấn trực tiếp đến DB.</a:t>
            </a:r>
          </a:p>
          <a:p>
            <a:pPr>
              <a:spcBef>
                <a:spcPts val="600"/>
              </a:spcBef>
              <a:spcAft>
                <a:spcPts val="600"/>
              </a:spcAft>
            </a:pPr>
            <a:r>
              <a:rPr lang="vi-VN" dirty="0">
                <a:solidFill>
                  <a:srgbClr val="0000CC"/>
                </a:solidFill>
                <a:latin typeface="Rockwell" panose="02060603020205020403" pitchFamily="18" charset="0"/>
                <a:ea typeface="+mj-ea"/>
                <a:cs typeface="+mj-cs"/>
              </a:rPr>
              <a:t>Ví dụ (PHP – PDO):</a:t>
            </a:r>
          </a:p>
          <a:p>
            <a:pPr marL="395288" indent="0">
              <a:spcBef>
                <a:spcPts val="600"/>
              </a:spcBef>
              <a:spcAft>
                <a:spcPts val="600"/>
              </a:spcAft>
              <a:buNone/>
            </a:pPr>
            <a:r>
              <a:rPr lang="vi-VN" dirty="0">
                <a:solidFill>
                  <a:srgbClr val="00B050"/>
                </a:solidFill>
                <a:latin typeface="Rockwell" panose="02060603020205020403" pitchFamily="18" charset="0"/>
                <a:ea typeface="+mj-ea"/>
                <a:cs typeface="+mj-cs"/>
              </a:rPr>
              <a:t>$stmt = $pdo-&gt;</a:t>
            </a:r>
            <a:r>
              <a:rPr lang="vi-VN" dirty="0">
                <a:solidFill>
                  <a:srgbClr val="0000CC"/>
                </a:solidFill>
                <a:latin typeface="Rockwell" panose="02060603020205020403" pitchFamily="18" charset="0"/>
                <a:ea typeface="+mj-ea"/>
                <a:cs typeface="+mj-cs"/>
              </a:rPr>
              <a:t>prepare</a:t>
            </a:r>
            <a:r>
              <a:rPr lang="vi-VN" dirty="0">
                <a:solidFill>
                  <a:srgbClr val="00B050"/>
                </a:solidFill>
                <a:latin typeface="Rockwell" panose="02060603020205020403" pitchFamily="18" charset="0"/>
                <a:ea typeface="+mj-ea"/>
                <a:cs typeface="+mj-cs"/>
              </a:rPr>
              <a:t>("SELECT * FROM users WHERE username = ? AND password = ?");</a:t>
            </a:r>
          </a:p>
          <a:p>
            <a:pPr marL="341313" indent="0">
              <a:spcBef>
                <a:spcPts val="600"/>
              </a:spcBef>
              <a:spcAft>
                <a:spcPts val="600"/>
              </a:spcAft>
              <a:buNone/>
            </a:pPr>
            <a:r>
              <a:rPr lang="vi-VN" dirty="0">
                <a:solidFill>
                  <a:srgbClr val="00B050"/>
                </a:solidFill>
                <a:latin typeface="Rockwell" panose="02060603020205020403" pitchFamily="18" charset="0"/>
                <a:ea typeface="+mj-ea"/>
                <a:cs typeface="+mj-cs"/>
              </a:rPr>
              <a:t>$stmt-&gt;</a:t>
            </a:r>
            <a:r>
              <a:rPr lang="vi-VN" dirty="0">
                <a:solidFill>
                  <a:srgbClr val="0000CC"/>
                </a:solidFill>
                <a:latin typeface="Rockwell" panose="02060603020205020403" pitchFamily="18" charset="0"/>
                <a:ea typeface="+mj-ea"/>
                <a:cs typeface="+mj-cs"/>
              </a:rPr>
              <a:t>execute</a:t>
            </a:r>
            <a:r>
              <a:rPr lang="vi-VN" dirty="0">
                <a:solidFill>
                  <a:srgbClr val="00B050"/>
                </a:solidFill>
                <a:latin typeface="Rockwell" panose="02060603020205020403" pitchFamily="18" charset="0"/>
                <a:ea typeface="+mj-ea"/>
                <a:cs typeface="+mj-cs"/>
              </a:rPr>
              <a:t>([$username, $password]);</a:t>
            </a:r>
            <a:endParaRPr lang="en-US" dirty="0">
              <a:solidFill>
                <a:srgbClr val="00B050"/>
              </a:solidFill>
            </a:endParaRPr>
          </a:p>
        </p:txBody>
      </p:sp>
    </p:spTree>
    <p:extLst>
      <p:ext uri="{BB962C8B-B14F-4D97-AF65-F5344CB8AC3E}">
        <p14:creationId xmlns:p14="http://schemas.microsoft.com/office/powerpoint/2010/main" val="867821567"/>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371599" y="876869"/>
            <a:ext cx="10242645" cy="528851"/>
          </a:xfrm>
        </p:spPr>
        <p:txBody>
          <a:bodyPr/>
          <a:lstStyle/>
          <a:p>
            <a:r>
              <a:rPr lang="en-US" sz="2800" b="1" dirty="0" smtClean="0">
                <a:solidFill>
                  <a:srgbClr val="0000CC"/>
                </a:solidFill>
                <a:latin typeface="Rockwell" panose="02060603020205020403" pitchFamily="18" charset="0"/>
              </a:rPr>
              <a:t>3.1.4.</a:t>
            </a:r>
            <a:r>
              <a:rPr lang="vi-VN"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B</a:t>
            </a:r>
            <a:r>
              <a:rPr lang="vi-VN"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iện pháp phòng chống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tấn</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công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ứng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dụng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Web</a:t>
            </a:r>
            <a:r>
              <a:rPr lang="vi-VN"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endParaRPr lang="en-US" sz="2800" b="1" dirty="0">
              <a:solidFill>
                <a:srgbClr val="0000CC"/>
              </a:solidFill>
              <a:latin typeface="Rockwell" panose="020606030202050204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371600" y="1539263"/>
            <a:ext cx="9901452" cy="4382729"/>
          </a:xfrm>
        </p:spPr>
        <p:txBody>
          <a:bodyPr/>
          <a:lstStyle/>
          <a:p>
            <a:pPr marL="0" indent="0">
              <a:spcBef>
                <a:spcPts val="600"/>
              </a:spcBef>
              <a:spcAft>
                <a:spcPts val="600"/>
              </a:spcAft>
              <a:buNone/>
            </a:pPr>
            <a:r>
              <a:rPr lang="vi-VN" b="1" dirty="0" smtClean="0">
                <a:solidFill>
                  <a:srgbClr val="0000CC"/>
                </a:solidFill>
                <a:latin typeface="Rockwell" panose="02060603020205020403" pitchFamily="18" charset="0"/>
                <a:ea typeface="+mj-ea"/>
                <a:cs typeface="+mj-cs"/>
              </a:rPr>
              <a:t>3</a:t>
            </a:r>
            <a:r>
              <a:rPr lang="vi-VN" b="1" dirty="0">
                <a:solidFill>
                  <a:srgbClr val="0000CC"/>
                </a:solidFill>
                <a:latin typeface="Rockwell" panose="02060603020205020403" pitchFamily="18" charset="0"/>
                <a:ea typeface="+mj-ea"/>
                <a:cs typeface="+mj-cs"/>
              </a:rPr>
              <a:t>. Mã hóa dữ liệu nhạy cảm</a:t>
            </a:r>
          </a:p>
          <a:p>
            <a:pPr>
              <a:spcBef>
                <a:spcPts val="600"/>
              </a:spcBef>
              <a:spcAft>
                <a:spcPts val="600"/>
              </a:spcAft>
            </a:pPr>
            <a:r>
              <a:rPr lang="vi-VN" dirty="0">
                <a:solidFill>
                  <a:srgbClr val="0000CC"/>
                </a:solidFill>
                <a:latin typeface="Rockwell" panose="02060603020205020403" pitchFamily="18" charset="0"/>
                <a:ea typeface="+mj-ea"/>
                <a:cs typeface="+mj-cs"/>
              </a:rPr>
              <a:t>Kết nối bảo mật: </a:t>
            </a:r>
            <a:r>
              <a:rPr lang="en-US" dirty="0" smtClean="0">
                <a:solidFill>
                  <a:srgbClr val="0000CC"/>
                </a:solidFill>
                <a:latin typeface="Rockwell" panose="02060603020205020403" pitchFamily="18" charset="0"/>
                <a:ea typeface="+mj-ea"/>
                <a:cs typeface="+mj-cs"/>
              </a:rPr>
              <a:t>S</a:t>
            </a:r>
            <a:r>
              <a:rPr lang="vi-VN" dirty="0" smtClean="0">
                <a:solidFill>
                  <a:srgbClr val="0000CC"/>
                </a:solidFill>
                <a:latin typeface="Rockwell" panose="02060603020205020403" pitchFamily="18" charset="0"/>
                <a:ea typeface="+mj-ea"/>
                <a:cs typeface="+mj-cs"/>
              </a:rPr>
              <a:t>ử </a:t>
            </a:r>
            <a:r>
              <a:rPr lang="vi-VN" dirty="0">
                <a:solidFill>
                  <a:srgbClr val="0000CC"/>
                </a:solidFill>
                <a:latin typeface="Rockwell" panose="02060603020205020403" pitchFamily="18" charset="0"/>
                <a:ea typeface="+mj-ea"/>
                <a:cs typeface="+mj-cs"/>
              </a:rPr>
              <a:t>dụng HTTPS với chứng chỉ SSL/TLS để bảo mật dữ liệu truyền tải.</a:t>
            </a:r>
          </a:p>
          <a:p>
            <a:pPr>
              <a:spcBef>
                <a:spcPts val="600"/>
              </a:spcBef>
              <a:spcAft>
                <a:spcPts val="600"/>
              </a:spcAft>
            </a:pPr>
            <a:r>
              <a:rPr lang="vi-VN" dirty="0">
                <a:solidFill>
                  <a:srgbClr val="0000CC"/>
                </a:solidFill>
                <a:latin typeface="Rockwell" panose="02060603020205020403" pitchFamily="18" charset="0"/>
                <a:ea typeface="+mj-ea"/>
                <a:cs typeface="+mj-cs"/>
              </a:rPr>
              <a:t>Mật khẩu: </a:t>
            </a:r>
            <a:r>
              <a:rPr lang="en-US" dirty="0" smtClean="0">
                <a:solidFill>
                  <a:srgbClr val="0000CC"/>
                </a:solidFill>
                <a:latin typeface="Rockwell" panose="02060603020205020403" pitchFamily="18" charset="0"/>
                <a:ea typeface="+mj-ea"/>
                <a:cs typeface="+mj-cs"/>
              </a:rPr>
              <a:t>L</a:t>
            </a:r>
            <a:r>
              <a:rPr lang="vi-VN" dirty="0" smtClean="0">
                <a:solidFill>
                  <a:srgbClr val="0000CC"/>
                </a:solidFill>
                <a:latin typeface="Rockwell" panose="02060603020205020403" pitchFamily="18" charset="0"/>
                <a:ea typeface="+mj-ea"/>
                <a:cs typeface="+mj-cs"/>
              </a:rPr>
              <a:t>ưu </a:t>
            </a:r>
            <a:r>
              <a:rPr lang="vi-VN" dirty="0">
                <a:solidFill>
                  <a:srgbClr val="0000CC"/>
                </a:solidFill>
                <a:latin typeface="Rockwell" panose="02060603020205020403" pitchFamily="18" charset="0"/>
                <a:ea typeface="+mj-ea"/>
                <a:cs typeface="+mj-cs"/>
              </a:rPr>
              <a:t>trữ dưới dạng hash + salt (ví dụ: bcrypt, Argon2) thay vì lưu thô.</a:t>
            </a:r>
          </a:p>
          <a:p>
            <a:pPr>
              <a:spcBef>
                <a:spcPts val="600"/>
              </a:spcBef>
              <a:spcAft>
                <a:spcPts val="600"/>
              </a:spcAft>
            </a:pPr>
            <a:r>
              <a:rPr lang="vi-VN" dirty="0">
                <a:solidFill>
                  <a:srgbClr val="0000CC"/>
                </a:solidFill>
                <a:latin typeface="Rockwell" panose="02060603020205020403" pitchFamily="18" charset="0"/>
                <a:ea typeface="+mj-ea"/>
                <a:cs typeface="+mj-cs"/>
              </a:rPr>
              <a:t>Dữ liệu quan trọng (số thẻ tín dụng, thông tin cá nhân): </a:t>
            </a:r>
            <a:r>
              <a:rPr lang="en-US" dirty="0" smtClean="0">
                <a:solidFill>
                  <a:srgbClr val="0000CC"/>
                </a:solidFill>
                <a:latin typeface="Rockwell" panose="02060603020205020403" pitchFamily="18" charset="0"/>
                <a:ea typeface="+mj-ea"/>
                <a:cs typeface="+mj-cs"/>
              </a:rPr>
              <a:t>M</a:t>
            </a:r>
            <a:r>
              <a:rPr lang="vi-VN" dirty="0" smtClean="0">
                <a:solidFill>
                  <a:srgbClr val="0000CC"/>
                </a:solidFill>
                <a:latin typeface="Rockwell" panose="02060603020205020403" pitchFamily="18" charset="0"/>
                <a:ea typeface="+mj-ea"/>
                <a:cs typeface="+mj-cs"/>
              </a:rPr>
              <a:t>ã </a:t>
            </a:r>
            <a:r>
              <a:rPr lang="vi-VN" dirty="0">
                <a:solidFill>
                  <a:srgbClr val="0000CC"/>
                </a:solidFill>
                <a:latin typeface="Rockwell" panose="02060603020205020403" pitchFamily="18" charset="0"/>
                <a:ea typeface="+mj-ea"/>
                <a:cs typeface="+mj-cs"/>
              </a:rPr>
              <a:t>hóa bằng AES hoặc RSA.</a:t>
            </a:r>
          </a:p>
          <a:p>
            <a:pPr marL="0" indent="0">
              <a:spcBef>
                <a:spcPts val="600"/>
              </a:spcBef>
              <a:spcAft>
                <a:spcPts val="600"/>
              </a:spcAft>
              <a:buNone/>
            </a:pPr>
            <a:endParaRPr lang="vi-VN" b="1" dirty="0">
              <a:solidFill>
                <a:srgbClr val="0000CC"/>
              </a:solidFill>
              <a:latin typeface="Rockwell" panose="02060603020205020403" pitchFamily="18" charset="0"/>
              <a:ea typeface="+mj-ea"/>
              <a:cs typeface="+mj-cs"/>
            </a:endParaRPr>
          </a:p>
          <a:p>
            <a:pPr marL="0" indent="0">
              <a:spcBef>
                <a:spcPts val="600"/>
              </a:spcBef>
              <a:spcAft>
                <a:spcPts val="600"/>
              </a:spcAft>
              <a:buNone/>
            </a:pPr>
            <a:endParaRPr lang="en-US" dirty="0">
              <a:solidFill>
                <a:srgbClr val="00B050"/>
              </a:solidFill>
            </a:endParaRPr>
          </a:p>
        </p:txBody>
      </p:sp>
    </p:spTree>
    <p:extLst>
      <p:ext uri="{BB962C8B-B14F-4D97-AF65-F5344CB8AC3E}">
        <p14:creationId xmlns:p14="http://schemas.microsoft.com/office/powerpoint/2010/main" val="3964872726"/>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371599" y="876869"/>
            <a:ext cx="10242645" cy="528851"/>
          </a:xfrm>
        </p:spPr>
        <p:txBody>
          <a:bodyPr/>
          <a:lstStyle/>
          <a:p>
            <a:r>
              <a:rPr lang="en-US" sz="2800" b="1" dirty="0" smtClean="0">
                <a:solidFill>
                  <a:srgbClr val="0000CC"/>
                </a:solidFill>
                <a:latin typeface="Rockwell" panose="02060603020205020403" pitchFamily="18" charset="0"/>
              </a:rPr>
              <a:t>3.1.4.</a:t>
            </a:r>
            <a:r>
              <a:rPr lang="vi-VN"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B</a:t>
            </a:r>
            <a:r>
              <a:rPr lang="vi-VN"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iện pháp phòng chống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tấn</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công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ứng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dụng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Web</a:t>
            </a:r>
            <a:r>
              <a:rPr lang="vi-VN"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endParaRPr lang="en-US" sz="2800" b="1" dirty="0">
              <a:solidFill>
                <a:srgbClr val="0000CC"/>
              </a:solidFill>
              <a:latin typeface="Rockwell" panose="020606030202050204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371600" y="1539263"/>
            <a:ext cx="9805916" cy="4382729"/>
          </a:xfrm>
        </p:spPr>
        <p:txBody>
          <a:bodyPr/>
          <a:lstStyle/>
          <a:p>
            <a:pPr marL="0" indent="0">
              <a:spcBef>
                <a:spcPts val="600"/>
              </a:spcBef>
              <a:spcAft>
                <a:spcPts val="600"/>
              </a:spcAft>
              <a:buNone/>
            </a:pPr>
            <a:r>
              <a:rPr lang="vi-VN" b="1" dirty="0" smtClean="0">
                <a:solidFill>
                  <a:srgbClr val="0000CC"/>
                </a:solidFill>
                <a:latin typeface="Rockwell" panose="02060603020205020403" pitchFamily="18" charset="0"/>
              </a:rPr>
              <a:t>4</a:t>
            </a:r>
            <a:r>
              <a:rPr lang="vi-VN" b="1" dirty="0">
                <a:solidFill>
                  <a:srgbClr val="0000CC"/>
                </a:solidFill>
                <a:latin typeface="Rockwell" panose="02060603020205020403" pitchFamily="18" charset="0"/>
              </a:rPr>
              <a:t>. Xác thực mạnh &amp; Quản lý session an toàn</a:t>
            </a:r>
          </a:p>
          <a:p>
            <a:pPr>
              <a:spcBef>
                <a:spcPts val="600"/>
              </a:spcBef>
              <a:spcAft>
                <a:spcPts val="600"/>
              </a:spcAft>
            </a:pPr>
            <a:r>
              <a:rPr lang="vi-VN" dirty="0">
                <a:solidFill>
                  <a:srgbClr val="0000CC"/>
                </a:solidFill>
                <a:latin typeface="Rockwell" panose="02060603020205020403" pitchFamily="18" charset="0"/>
              </a:rPr>
              <a:t>Áp dụng Two-Factor Authentication (2FA) hoặc xác thực đa lớp.</a:t>
            </a:r>
          </a:p>
          <a:p>
            <a:pPr>
              <a:spcBef>
                <a:spcPts val="600"/>
              </a:spcBef>
              <a:spcAft>
                <a:spcPts val="600"/>
              </a:spcAft>
            </a:pPr>
            <a:r>
              <a:rPr lang="vi-VN" dirty="0">
                <a:solidFill>
                  <a:srgbClr val="0000CC"/>
                </a:solidFill>
                <a:latin typeface="Rockwell" panose="02060603020205020403" pitchFamily="18" charset="0"/>
              </a:rPr>
              <a:t>Tạo Session ID ngẫu nhiên, lưu trong cookie an toàn (HttpOnly, Secure).</a:t>
            </a:r>
          </a:p>
          <a:p>
            <a:pPr>
              <a:spcBef>
                <a:spcPts val="600"/>
              </a:spcBef>
              <a:spcAft>
                <a:spcPts val="600"/>
              </a:spcAft>
            </a:pPr>
            <a:r>
              <a:rPr lang="vi-VN" dirty="0">
                <a:solidFill>
                  <a:srgbClr val="0000CC"/>
                </a:solidFill>
                <a:latin typeface="Rockwell" panose="02060603020205020403" pitchFamily="18" charset="0"/>
              </a:rPr>
              <a:t>Thiết lập timeout session để tự động đăng xuất khi không hoạt động.</a:t>
            </a:r>
          </a:p>
          <a:p>
            <a:pPr>
              <a:spcBef>
                <a:spcPts val="600"/>
              </a:spcBef>
              <a:spcAft>
                <a:spcPts val="600"/>
              </a:spcAft>
            </a:pPr>
            <a:r>
              <a:rPr lang="vi-VN" dirty="0">
                <a:solidFill>
                  <a:srgbClr val="0000CC"/>
                </a:solidFill>
                <a:latin typeface="Rockwell" panose="02060603020205020403" pitchFamily="18" charset="0"/>
              </a:rPr>
              <a:t>Chống Session Fixation bằng cách tạo mới Session ID sau đăng nhập.</a:t>
            </a:r>
          </a:p>
          <a:p>
            <a:pPr marL="0" indent="0">
              <a:spcBef>
                <a:spcPts val="600"/>
              </a:spcBef>
              <a:spcAft>
                <a:spcPts val="600"/>
              </a:spcAft>
              <a:buNone/>
            </a:pPr>
            <a:endParaRPr lang="vi-VN" b="1" dirty="0">
              <a:solidFill>
                <a:srgbClr val="0000CC"/>
              </a:solidFill>
              <a:latin typeface="Rockwell" panose="02060603020205020403" pitchFamily="18" charset="0"/>
              <a:ea typeface="+mj-ea"/>
              <a:cs typeface="+mj-cs"/>
            </a:endParaRPr>
          </a:p>
          <a:p>
            <a:pPr marL="0" indent="0">
              <a:spcBef>
                <a:spcPts val="600"/>
              </a:spcBef>
              <a:spcAft>
                <a:spcPts val="600"/>
              </a:spcAft>
              <a:buNone/>
            </a:pPr>
            <a:endParaRPr lang="en-US" dirty="0">
              <a:solidFill>
                <a:srgbClr val="00B050"/>
              </a:solidFill>
            </a:endParaRPr>
          </a:p>
        </p:txBody>
      </p:sp>
    </p:spTree>
    <p:extLst>
      <p:ext uri="{BB962C8B-B14F-4D97-AF65-F5344CB8AC3E}">
        <p14:creationId xmlns:p14="http://schemas.microsoft.com/office/powerpoint/2010/main" val="2918202295"/>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371599" y="876869"/>
            <a:ext cx="10242645" cy="528851"/>
          </a:xfrm>
        </p:spPr>
        <p:txBody>
          <a:bodyPr/>
          <a:lstStyle/>
          <a:p>
            <a:r>
              <a:rPr lang="en-US" sz="2800" b="1" dirty="0" smtClean="0">
                <a:solidFill>
                  <a:srgbClr val="0000CC"/>
                </a:solidFill>
                <a:latin typeface="Rockwell" panose="02060603020205020403" pitchFamily="18" charset="0"/>
              </a:rPr>
              <a:t>3.1.4.</a:t>
            </a:r>
            <a:r>
              <a:rPr lang="vi-VN"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B</a:t>
            </a:r>
            <a:r>
              <a:rPr lang="vi-VN"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iện pháp phòng chống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tấn</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công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ứng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dụng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Web</a:t>
            </a:r>
            <a:r>
              <a:rPr lang="vi-VN"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endParaRPr lang="en-US" sz="2800" b="1" dirty="0">
              <a:solidFill>
                <a:srgbClr val="0000CC"/>
              </a:solidFill>
              <a:latin typeface="Rockwell" panose="020606030202050204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371600" y="1539263"/>
            <a:ext cx="9805916" cy="4382729"/>
          </a:xfrm>
        </p:spPr>
        <p:txBody>
          <a:bodyPr/>
          <a:lstStyle/>
          <a:p>
            <a:pPr marL="0" indent="0">
              <a:spcBef>
                <a:spcPts val="600"/>
              </a:spcBef>
              <a:spcAft>
                <a:spcPts val="600"/>
              </a:spcAft>
              <a:buNone/>
            </a:pPr>
            <a:r>
              <a:rPr lang="en-US" b="1" dirty="0">
                <a:solidFill>
                  <a:srgbClr val="0000CC"/>
                </a:solidFill>
                <a:latin typeface="Rockwell" panose="02060603020205020403" pitchFamily="18" charset="0"/>
              </a:rPr>
              <a:t>5</a:t>
            </a:r>
            <a:r>
              <a:rPr lang="vi-VN" b="1" dirty="0" smtClean="0">
                <a:solidFill>
                  <a:srgbClr val="0000CC"/>
                </a:solidFill>
                <a:latin typeface="Rockwell" panose="02060603020205020403" pitchFamily="18" charset="0"/>
              </a:rPr>
              <a:t>. </a:t>
            </a:r>
            <a:r>
              <a:rPr lang="vi-VN" b="1" dirty="0">
                <a:solidFill>
                  <a:srgbClr val="0000CC"/>
                </a:solidFill>
                <a:latin typeface="Rockwell" panose="02060603020205020403" pitchFamily="18" charset="0"/>
              </a:rPr>
              <a:t>Sử dụng tường lửa ứng dụng Web (WAF)</a:t>
            </a:r>
          </a:p>
          <a:p>
            <a:pPr>
              <a:spcBef>
                <a:spcPts val="600"/>
              </a:spcBef>
              <a:spcAft>
                <a:spcPts val="600"/>
              </a:spcAft>
            </a:pPr>
            <a:r>
              <a:rPr lang="vi-VN" dirty="0">
                <a:solidFill>
                  <a:srgbClr val="0000CC"/>
                </a:solidFill>
                <a:latin typeface="Rockwell" panose="02060603020205020403" pitchFamily="18" charset="0"/>
              </a:rPr>
              <a:t>WAF hoạt động như lá chắn giữa Client và Server.</a:t>
            </a:r>
          </a:p>
          <a:p>
            <a:pPr>
              <a:spcBef>
                <a:spcPts val="600"/>
              </a:spcBef>
              <a:spcAft>
                <a:spcPts val="600"/>
              </a:spcAft>
            </a:pPr>
            <a:r>
              <a:rPr lang="vi-VN" dirty="0">
                <a:solidFill>
                  <a:srgbClr val="0000CC"/>
                </a:solidFill>
                <a:latin typeface="Rockwell" panose="02060603020205020403" pitchFamily="18" charset="0"/>
              </a:rPr>
              <a:t>Tự động phát hiện &amp; chặn các tấn công phổ biến: SQLi, XSS, CSRF, </a:t>
            </a:r>
            <a:r>
              <a:rPr lang="vi-VN" dirty="0" smtClean="0">
                <a:solidFill>
                  <a:srgbClr val="0000CC"/>
                </a:solidFill>
                <a:latin typeface="Rockwell" panose="02060603020205020403" pitchFamily="18" charset="0"/>
              </a:rPr>
              <a:t>RFI/LFI</a:t>
            </a:r>
            <a:r>
              <a:rPr lang="en-US" dirty="0" smtClean="0">
                <a:solidFill>
                  <a:srgbClr val="0000CC"/>
                </a:solidFill>
                <a:latin typeface="Rockwell" panose="02060603020205020403" pitchFamily="18" charset="0"/>
              </a:rPr>
              <a:t>, v.v..</a:t>
            </a:r>
            <a:endParaRPr lang="vi-VN" dirty="0">
              <a:solidFill>
                <a:srgbClr val="0000CC"/>
              </a:solidFill>
              <a:latin typeface="Rockwell" panose="02060603020205020403" pitchFamily="18" charset="0"/>
            </a:endParaRPr>
          </a:p>
          <a:p>
            <a:pPr>
              <a:spcBef>
                <a:spcPts val="600"/>
              </a:spcBef>
              <a:spcAft>
                <a:spcPts val="600"/>
              </a:spcAft>
            </a:pPr>
            <a:r>
              <a:rPr lang="vi-VN" dirty="0">
                <a:solidFill>
                  <a:srgbClr val="0000CC"/>
                </a:solidFill>
                <a:latin typeface="Rockwell" panose="02060603020205020403" pitchFamily="18" charset="0"/>
              </a:rPr>
              <a:t>Có thể triển khai WAF phần mềm (ModSecurity) hoặc dịch vụ đám mây (Cloudflare, AWS WAF).</a:t>
            </a:r>
            <a:endParaRPr lang="vi-VN" dirty="0">
              <a:solidFill>
                <a:srgbClr val="0000CC"/>
              </a:solidFill>
              <a:latin typeface="Rockwell" panose="02060603020205020403" pitchFamily="18" charset="0"/>
              <a:ea typeface="+mj-ea"/>
              <a:cs typeface="+mj-cs"/>
            </a:endParaRPr>
          </a:p>
          <a:p>
            <a:pPr marL="0" indent="0">
              <a:spcBef>
                <a:spcPts val="600"/>
              </a:spcBef>
              <a:spcAft>
                <a:spcPts val="600"/>
              </a:spcAft>
              <a:buNone/>
            </a:pPr>
            <a:endParaRPr lang="en-US" dirty="0">
              <a:solidFill>
                <a:srgbClr val="00B050"/>
              </a:solidFill>
            </a:endParaRPr>
          </a:p>
        </p:txBody>
      </p:sp>
    </p:spTree>
    <p:extLst>
      <p:ext uri="{BB962C8B-B14F-4D97-AF65-F5344CB8AC3E}">
        <p14:creationId xmlns:p14="http://schemas.microsoft.com/office/powerpoint/2010/main" val="1652933693"/>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371599" y="876869"/>
            <a:ext cx="10242645" cy="528851"/>
          </a:xfrm>
        </p:spPr>
        <p:txBody>
          <a:bodyPr/>
          <a:lstStyle/>
          <a:p>
            <a:r>
              <a:rPr lang="en-US" sz="2800" b="1" dirty="0" smtClean="0">
                <a:solidFill>
                  <a:srgbClr val="0000CC"/>
                </a:solidFill>
                <a:latin typeface="Rockwell" panose="02060603020205020403" pitchFamily="18" charset="0"/>
              </a:rPr>
              <a:t>3.1.4.</a:t>
            </a:r>
            <a:r>
              <a:rPr lang="vi-VN"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B</a:t>
            </a:r>
            <a:r>
              <a:rPr lang="vi-VN"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iện pháp phòng chống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tấn</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công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ứng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dụng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Web</a:t>
            </a:r>
            <a:r>
              <a:rPr lang="vi-VN"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endParaRPr lang="en-US" sz="2800" b="1" dirty="0">
              <a:solidFill>
                <a:srgbClr val="0000CC"/>
              </a:solidFill>
              <a:latin typeface="Rockwell" panose="020606030202050204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371599" y="1539263"/>
            <a:ext cx="10024281" cy="4382729"/>
          </a:xfrm>
        </p:spPr>
        <p:txBody>
          <a:bodyPr/>
          <a:lstStyle/>
          <a:p>
            <a:pPr marL="0" indent="0">
              <a:spcBef>
                <a:spcPts val="600"/>
              </a:spcBef>
              <a:spcAft>
                <a:spcPts val="600"/>
              </a:spcAft>
              <a:buNone/>
            </a:pPr>
            <a:r>
              <a:rPr lang="en-US" b="1" dirty="0">
                <a:solidFill>
                  <a:srgbClr val="0000CC"/>
                </a:solidFill>
                <a:latin typeface="Rockwell" panose="02060603020205020403" pitchFamily="18" charset="0"/>
              </a:rPr>
              <a:t>6</a:t>
            </a:r>
            <a:r>
              <a:rPr lang="vi-VN" b="1" dirty="0" smtClean="0">
                <a:solidFill>
                  <a:srgbClr val="0000CC"/>
                </a:solidFill>
                <a:latin typeface="Rockwell" panose="02060603020205020403" pitchFamily="18" charset="0"/>
              </a:rPr>
              <a:t>. </a:t>
            </a:r>
            <a:r>
              <a:rPr lang="vi-VN" b="1" dirty="0">
                <a:solidFill>
                  <a:srgbClr val="0000CC"/>
                </a:solidFill>
                <a:latin typeface="Rockwell" panose="02060603020205020403" pitchFamily="18" charset="0"/>
              </a:rPr>
              <a:t>Cập nhật định kỳ hệ thống</a:t>
            </a:r>
          </a:p>
          <a:p>
            <a:pPr>
              <a:spcBef>
                <a:spcPts val="600"/>
              </a:spcBef>
              <a:spcAft>
                <a:spcPts val="600"/>
              </a:spcAft>
            </a:pPr>
            <a:r>
              <a:rPr lang="vi-VN" dirty="0">
                <a:solidFill>
                  <a:srgbClr val="0000CC"/>
                </a:solidFill>
                <a:latin typeface="Rockwell" panose="02060603020205020403" pitchFamily="18" charset="0"/>
              </a:rPr>
              <a:t>Thường xuyên vá lỗi bảo mật cho framework, CMS, plugin, server.</a:t>
            </a:r>
          </a:p>
          <a:p>
            <a:pPr>
              <a:spcBef>
                <a:spcPts val="600"/>
              </a:spcBef>
              <a:spcAft>
                <a:spcPts val="600"/>
              </a:spcAft>
            </a:pPr>
            <a:r>
              <a:rPr lang="vi-VN" dirty="0">
                <a:solidFill>
                  <a:srgbClr val="0000CC"/>
                </a:solidFill>
                <a:latin typeface="Rockwell" panose="02060603020205020403" pitchFamily="18" charset="0"/>
              </a:rPr>
              <a:t>Xóa bỏ module, plugin không dùng để giảm bề mặt tấn công.</a:t>
            </a:r>
          </a:p>
          <a:p>
            <a:pPr>
              <a:spcBef>
                <a:spcPts val="600"/>
              </a:spcBef>
              <a:spcAft>
                <a:spcPts val="600"/>
              </a:spcAft>
            </a:pPr>
            <a:r>
              <a:rPr lang="vi-VN" dirty="0">
                <a:solidFill>
                  <a:srgbClr val="0000CC"/>
                </a:solidFill>
                <a:latin typeface="Rockwell" panose="02060603020205020403" pitchFamily="18" charset="0"/>
              </a:rPr>
              <a:t>Áp dụng quy trình quản lý bản vá (Patch Management) nghiêm ngặt.</a:t>
            </a:r>
          </a:p>
          <a:p>
            <a:pPr>
              <a:spcBef>
                <a:spcPts val="600"/>
              </a:spcBef>
              <a:spcAft>
                <a:spcPts val="600"/>
              </a:spcAft>
            </a:pPr>
            <a:endParaRPr lang="vi-VN" dirty="0">
              <a:solidFill>
                <a:srgbClr val="0000CC"/>
              </a:solidFill>
              <a:latin typeface="Rockwell" panose="02060603020205020403" pitchFamily="18" charset="0"/>
            </a:endParaRPr>
          </a:p>
          <a:p>
            <a:pPr marL="0" indent="0" algn="just">
              <a:spcBef>
                <a:spcPts val="600"/>
              </a:spcBef>
              <a:spcAft>
                <a:spcPts val="600"/>
              </a:spcAft>
              <a:buNone/>
            </a:pPr>
            <a:r>
              <a:rPr lang="vi-VN" sz="2600" dirty="0">
                <a:solidFill>
                  <a:srgbClr val="FF00FF"/>
                </a:solidFill>
                <a:latin typeface="Rockwell" panose="02060603020205020403" pitchFamily="18" charset="0"/>
              </a:rPr>
              <a:t>Kết hợp tất cả biện pháp trên sẽ giúp nâng cao đáng kể mức độ an toàn cho ứng dụng web trong môi trường thương mại điện tử.</a:t>
            </a:r>
            <a:endParaRPr lang="en-US" sz="2600" dirty="0">
              <a:solidFill>
                <a:srgbClr val="FF00FF"/>
              </a:solidFill>
            </a:endParaRPr>
          </a:p>
        </p:txBody>
      </p:sp>
    </p:spTree>
    <p:extLst>
      <p:ext uri="{BB962C8B-B14F-4D97-AF65-F5344CB8AC3E}">
        <p14:creationId xmlns:p14="http://schemas.microsoft.com/office/powerpoint/2010/main" val="2677566169"/>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764275" y="208102"/>
            <a:ext cx="11041039" cy="812098"/>
          </a:xfrm>
        </p:spPr>
        <p:txBody>
          <a:bodyPr/>
          <a:lstStyle/>
          <a:p>
            <a:pPr>
              <a:lnSpc>
                <a:spcPct val="110000"/>
              </a:lnSpc>
              <a:spcBef>
                <a:spcPts val="600"/>
              </a:spcBef>
              <a:spcAft>
                <a:spcPts val="600"/>
              </a:spcAft>
            </a:pPr>
            <a:r>
              <a:rPr lang="en-US" sz="2800" b="1" dirty="0" smtClean="0">
                <a:solidFill>
                  <a:srgbClr val="0000CC"/>
                </a:solidFill>
                <a:latin typeface="Rockwell" panose="02060603020205020403" pitchFamily="18" charset="0"/>
              </a:rPr>
              <a:t>3.1.4.</a:t>
            </a:r>
            <a:r>
              <a:rPr lang="vi-VN"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B</a:t>
            </a:r>
            <a:r>
              <a:rPr lang="vi-VN"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iện pháp phòng chống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tấn</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công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ứng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dụng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Web</a:t>
            </a:r>
            <a:r>
              <a:rPr lang="vi-VN"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r>
            <a:b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br>
            <a:r>
              <a:rPr lang="en-US" sz="2400"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Bảng</a:t>
            </a:r>
            <a:r>
              <a:rPr lang="en-US" sz="2400"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400"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đối</a:t>
            </a:r>
            <a:r>
              <a:rPr lang="en-US" sz="2400"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400"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chiếu</a:t>
            </a:r>
            <a:r>
              <a:rPr lang="en-US" sz="2400"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400"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giữa</a:t>
            </a:r>
            <a:r>
              <a:rPr lang="en-US" sz="2400"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400"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Lỗ</a:t>
            </a:r>
            <a:r>
              <a:rPr lang="en-US" sz="2400"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400"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hổng</a:t>
            </a:r>
            <a:r>
              <a:rPr lang="en-US" sz="2400"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a:t>
            </a:r>
            <a:r>
              <a:rPr lang="en-US" sz="2400"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Kỹ</a:t>
            </a:r>
            <a:r>
              <a:rPr lang="en-US" sz="2400"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400"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thuật</a:t>
            </a:r>
            <a:r>
              <a:rPr lang="en-US" sz="2400"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400"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tấn</a:t>
            </a:r>
            <a:r>
              <a:rPr lang="en-US" sz="2400"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400"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công</a:t>
            </a:r>
            <a:r>
              <a:rPr lang="en-US" sz="2400"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400"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và</a:t>
            </a:r>
            <a:r>
              <a:rPr lang="en-US" sz="2400"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400"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Biện</a:t>
            </a:r>
            <a:r>
              <a:rPr lang="en-US" sz="2400"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400"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pháp</a:t>
            </a:r>
            <a:r>
              <a:rPr lang="en-US" sz="2400"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400"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Phòng</a:t>
            </a:r>
            <a:r>
              <a:rPr lang="en-US" sz="2400"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400"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chống</a:t>
            </a:r>
            <a:endParaRPr lang="en-US" sz="2400" dirty="0">
              <a:solidFill>
                <a:srgbClr val="0000CC"/>
              </a:solidFill>
              <a:latin typeface="Rockwell" panose="02060603020205020403" pitchFamily="18" charset="0"/>
            </a:endParaRPr>
          </a:p>
        </p:txBody>
      </p:sp>
      <p:graphicFrame>
        <p:nvGraphicFramePr>
          <p:cNvPr id="5" name="Content Placeholder 4"/>
          <p:cNvGraphicFramePr>
            <a:graphicFrameLocks noGrp="1"/>
          </p:cNvGraphicFramePr>
          <p:nvPr>
            <p:ph idx="1"/>
            <p:extLst>
              <p:ext uri="{D42A27DB-BD31-4B8C-83A1-F6EECF244321}">
                <p14:modId xmlns:p14="http://schemas.microsoft.com/office/powerpoint/2010/main" val="2363161643"/>
              </p:ext>
            </p:extLst>
          </p:nvPr>
        </p:nvGraphicFramePr>
        <p:xfrm>
          <a:off x="764275" y="1214653"/>
          <a:ext cx="11427725" cy="5568286"/>
        </p:xfrm>
        <a:graphic>
          <a:graphicData uri="http://schemas.openxmlformats.org/drawingml/2006/table">
            <a:tbl>
              <a:tblPr firstRow="1" firstCol="1" bandRow="1">
                <a:tableStyleId>{5C22544A-7EE6-4342-B048-85BDC9FD1C3A}</a:tableStyleId>
              </a:tblPr>
              <a:tblGrid>
                <a:gridCol w="886046">
                  <a:extLst>
                    <a:ext uri="{9D8B030D-6E8A-4147-A177-3AD203B41FA5}">
                      <a16:colId xmlns:a16="http://schemas.microsoft.com/office/drawing/2014/main" val="265182190"/>
                    </a:ext>
                  </a:extLst>
                </a:gridCol>
                <a:gridCol w="4103076">
                  <a:extLst>
                    <a:ext uri="{9D8B030D-6E8A-4147-A177-3AD203B41FA5}">
                      <a16:colId xmlns:a16="http://schemas.microsoft.com/office/drawing/2014/main" val="1999578529"/>
                    </a:ext>
                  </a:extLst>
                </a:gridCol>
                <a:gridCol w="6438603">
                  <a:extLst>
                    <a:ext uri="{9D8B030D-6E8A-4147-A177-3AD203B41FA5}">
                      <a16:colId xmlns:a16="http://schemas.microsoft.com/office/drawing/2014/main" val="4238634012"/>
                    </a:ext>
                  </a:extLst>
                </a:gridCol>
              </a:tblGrid>
              <a:tr h="556744">
                <a:tc>
                  <a:txBody>
                    <a:bodyPr/>
                    <a:lstStyle/>
                    <a:p>
                      <a:pPr algn="ctr">
                        <a:lnSpc>
                          <a:spcPct val="107000"/>
                        </a:lnSpc>
                        <a:spcBef>
                          <a:spcPts val="200"/>
                        </a:spcBef>
                        <a:spcAft>
                          <a:spcPts val="200"/>
                        </a:spcAft>
                      </a:pPr>
                      <a:r>
                        <a:rPr lang="en-US" sz="2000" dirty="0" err="1">
                          <a:solidFill>
                            <a:srgbClr val="0000CC"/>
                          </a:solidFill>
                          <a:effectLst/>
                          <a:latin typeface="Rockwell" panose="02060603020205020403" pitchFamily="18" charset="0"/>
                        </a:rPr>
                        <a:t>STT</a:t>
                      </a:r>
                      <a:endParaRPr lang="en-US" sz="2000" dirty="0">
                        <a:solidFill>
                          <a:srgbClr val="0000CC"/>
                        </a:solidFill>
                        <a:effectLst/>
                        <a:latin typeface="Rockwell" panose="02060603020205020403" pitchFamily="18" charset="0"/>
                        <a:ea typeface="Calibri" panose="020F0502020204030204" pitchFamily="34" charset="0"/>
                        <a:cs typeface="Times New Roman" panose="02020603050405020304" pitchFamily="18" charset="0"/>
                      </a:endParaRPr>
                    </a:p>
                  </a:txBody>
                  <a:tcPr marL="58311" marR="58311" marT="0" marB="0" anchor="ctr"/>
                </a:tc>
                <a:tc>
                  <a:txBody>
                    <a:bodyPr/>
                    <a:lstStyle/>
                    <a:p>
                      <a:pPr algn="ctr">
                        <a:lnSpc>
                          <a:spcPct val="107000"/>
                        </a:lnSpc>
                        <a:spcBef>
                          <a:spcPts val="200"/>
                        </a:spcBef>
                        <a:spcAft>
                          <a:spcPts val="200"/>
                        </a:spcAft>
                      </a:pPr>
                      <a:r>
                        <a:rPr lang="en-US" sz="2000" dirty="0" err="1">
                          <a:solidFill>
                            <a:srgbClr val="0000CC"/>
                          </a:solidFill>
                          <a:effectLst/>
                          <a:latin typeface="Rockwell" panose="02060603020205020403" pitchFamily="18" charset="0"/>
                        </a:rPr>
                        <a:t>Lỗ</a:t>
                      </a:r>
                      <a:r>
                        <a:rPr lang="en-US" sz="2000" dirty="0">
                          <a:solidFill>
                            <a:srgbClr val="0000CC"/>
                          </a:solidFill>
                          <a:effectLst/>
                          <a:latin typeface="Rockwell" panose="02060603020205020403" pitchFamily="18" charset="0"/>
                        </a:rPr>
                        <a:t> </a:t>
                      </a:r>
                      <a:r>
                        <a:rPr lang="en-US" sz="2000" dirty="0" err="1" smtClean="0">
                          <a:solidFill>
                            <a:srgbClr val="0000CC"/>
                          </a:solidFill>
                          <a:effectLst/>
                          <a:latin typeface="Rockwell" panose="02060603020205020403" pitchFamily="18" charset="0"/>
                        </a:rPr>
                        <a:t>hổng</a:t>
                      </a:r>
                      <a:r>
                        <a:rPr lang="en-US" sz="2000" dirty="0" smtClean="0">
                          <a:solidFill>
                            <a:srgbClr val="0000CC"/>
                          </a:solidFill>
                          <a:effectLst/>
                          <a:latin typeface="Rockwell" panose="02060603020205020403" pitchFamily="18" charset="0"/>
                        </a:rPr>
                        <a:t>/</a:t>
                      </a:r>
                      <a:r>
                        <a:rPr lang="en-US" sz="2000" dirty="0" err="1" smtClean="0">
                          <a:solidFill>
                            <a:srgbClr val="0000CC"/>
                          </a:solidFill>
                          <a:effectLst/>
                          <a:latin typeface="Rockwell" panose="02060603020205020403" pitchFamily="18" charset="0"/>
                        </a:rPr>
                        <a:t>Kỹ</a:t>
                      </a:r>
                      <a:r>
                        <a:rPr lang="en-US" sz="2000" dirty="0" smtClean="0">
                          <a:solidFill>
                            <a:srgbClr val="0000CC"/>
                          </a:solidFill>
                          <a:effectLst/>
                          <a:latin typeface="Rockwell" panose="02060603020205020403" pitchFamily="18" charset="0"/>
                        </a:rPr>
                        <a:t> </a:t>
                      </a:r>
                      <a:r>
                        <a:rPr lang="en-US" sz="2000" dirty="0" err="1">
                          <a:solidFill>
                            <a:srgbClr val="0000CC"/>
                          </a:solidFill>
                          <a:effectLst/>
                          <a:latin typeface="Rockwell" panose="02060603020205020403" pitchFamily="18" charset="0"/>
                        </a:rPr>
                        <a:t>thuật</a:t>
                      </a:r>
                      <a:r>
                        <a:rPr lang="en-US" sz="2000" dirty="0">
                          <a:solidFill>
                            <a:srgbClr val="0000CC"/>
                          </a:solidFill>
                          <a:effectLst/>
                          <a:latin typeface="Rockwell" panose="02060603020205020403" pitchFamily="18" charset="0"/>
                        </a:rPr>
                        <a:t> </a:t>
                      </a:r>
                      <a:r>
                        <a:rPr lang="en-US" sz="2000" dirty="0" err="1">
                          <a:solidFill>
                            <a:srgbClr val="0000CC"/>
                          </a:solidFill>
                          <a:effectLst/>
                          <a:latin typeface="Rockwell" panose="02060603020205020403" pitchFamily="18" charset="0"/>
                        </a:rPr>
                        <a:t>tấn</a:t>
                      </a:r>
                      <a:r>
                        <a:rPr lang="en-US" sz="2000" dirty="0">
                          <a:solidFill>
                            <a:srgbClr val="0000CC"/>
                          </a:solidFill>
                          <a:effectLst/>
                          <a:latin typeface="Rockwell" panose="02060603020205020403" pitchFamily="18" charset="0"/>
                        </a:rPr>
                        <a:t> </a:t>
                      </a:r>
                      <a:r>
                        <a:rPr lang="en-US" sz="2000" dirty="0" err="1">
                          <a:solidFill>
                            <a:srgbClr val="0000CC"/>
                          </a:solidFill>
                          <a:effectLst/>
                          <a:latin typeface="Rockwell" panose="02060603020205020403" pitchFamily="18" charset="0"/>
                        </a:rPr>
                        <a:t>công</a:t>
                      </a:r>
                      <a:endParaRPr lang="en-US" sz="2000" dirty="0">
                        <a:solidFill>
                          <a:srgbClr val="0000CC"/>
                        </a:solidFill>
                        <a:effectLst/>
                        <a:latin typeface="Rockwell" panose="02060603020205020403" pitchFamily="18" charset="0"/>
                        <a:ea typeface="Calibri" panose="020F0502020204030204" pitchFamily="34" charset="0"/>
                        <a:cs typeface="Times New Roman" panose="02020603050405020304" pitchFamily="18" charset="0"/>
                      </a:endParaRPr>
                    </a:p>
                  </a:txBody>
                  <a:tcPr marL="58311" marR="58311" marT="0" marB="0" anchor="ctr"/>
                </a:tc>
                <a:tc>
                  <a:txBody>
                    <a:bodyPr/>
                    <a:lstStyle/>
                    <a:p>
                      <a:pPr algn="ctr">
                        <a:lnSpc>
                          <a:spcPct val="107000"/>
                        </a:lnSpc>
                        <a:spcBef>
                          <a:spcPts val="200"/>
                        </a:spcBef>
                        <a:spcAft>
                          <a:spcPts val="200"/>
                        </a:spcAft>
                      </a:pPr>
                      <a:r>
                        <a:rPr lang="en-US" sz="2000" dirty="0" err="1">
                          <a:solidFill>
                            <a:srgbClr val="0000CC"/>
                          </a:solidFill>
                          <a:effectLst/>
                          <a:latin typeface="Rockwell" panose="02060603020205020403" pitchFamily="18" charset="0"/>
                        </a:rPr>
                        <a:t>Biện</a:t>
                      </a:r>
                      <a:r>
                        <a:rPr lang="en-US" sz="2000" dirty="0">
                          <a:solidFill>
                            <a:srgbClr val="0000CC"/>
                          </a:solidFill>
                          <a:effectLst/>
                          <a:latin typeface="Rockwell" panose="02060603020205020403" pitchFamily="18" charset="0"/>
                        </a:rPr>
                        <a:t> </a:t>
                      </a:r>
                      <a:r>
                        <a:rPr lang="en-US" sz="2000" dirty="0" err="1">
                          <a:solidFill>
                            <a:srgbClr val="0000CC"/>
                          </a:solidFill>
                          <a:effectLst/>
                          <a:latin typeface="Rockwell" panose="02060603020205020403" pitchFamily="18" charset="0"/>
                        </a:rPr>
                        <a:t>pháp</a:t>
                      </a:r>
                      <a:r>
                        <a:rPr lang="en-US" sz="2000" dirty="0">
                          <a:solidFill>
                            <a:srgbClr val="0000CC"/>
                          </a:solidFill>
                          <a:effectLst/>
                          <a:latin typeface="Rockwell" panose="02060603020205020403" pitchFamily="18" charset="0"/>
                        </a:rPr>
                        <a:t> </a:t>
                      </a:r>
                      <a:r>
                        <a:rPr lang="en-US" sz="2000" dirty="0" err="1">
                          <a:solidFill>
                            <a:srgbClr val="0000CC"/>
                          </a:solidFill>
                          <a:effectLst/>
                          <a:latin typeface="Rockwell" panose="02060603020205020403" pitchFamily="18" charset="0"/>
                        </a:rPr>
                        <a:t>phòng</a:t>
                      </a:r>
                      <a:r>
                        <a:rPr lang="en-US" sz="2000" dirty="0">
                          <a:solidFill>
                            <a:srgbClr val="0000CC"/>
                          </a:solidFill>
                          <a:effectLst/>
                          <a:latin typeface="Rockwell" panose="02060603020205020403" pitchFamily="18" charset="0"/>
                        </a:rPr>
                        <a:t> </a:t>
                      </a:r>
                      <a:r>
                        <a:rPr lang="en-US" sz="2000" dirty="0" err="1">
                          <a:solidFill>
                            <a:srgbClr val="0000CC"/>
                          </a:solidFill>
                          <a:effectLst/>
                          <a:latin typeface="Rockwell" panose="02060603020205020403" pitchFamily="18" charset="0"/>
                        </a:rPr>
                        <a:t>chống</a:t>
                      </a:r>
                      <a:r>
                        <a:rPr lang="en-US" sz="2000" dirty="0">
                          <a:solidFill>
                            <a:srgbClr val="0000CC"/>
                          </a:solidFill>
                          <a:effectLst/>
                          <a:latin typeface="Rockwell" panose="02060603020205020403" pitchFamily="18" charset="0"/>
                        </a:rPr>
                        <a:t> </a:t>
                      </a:r>
                      <a:r>
                        <a:rPr lang="en-US" sz="2000" dirty="0" err="1">
                          <a:solidFill>
                            <a:srgbClr val="0000CC"/>
                          </a:solidFill>
                          <a:effectLst/>
                          <a:latin typeface="Rockwell" panose="02060603020205020403" pitchFamily="18" charset="0"/>
                        </a:rPr>
                        <a:t>chính</a:t>
                      </a:r>
                      <a:endParaRPr lang="en-US" sz="2000" dirty="0">
                        <a:solidFill>
                          <a:srgbClr val="0000CC"/>
                        </a:solidFill>
                        <a:effectLst/>
                        <a:latin typeface="Rockwell" panose="02060603020205020403" pitchFamily="18" charset="0"/>
                        <a:ea typeface="Calibri" panose="020F0502020204030204" pitchFamily="34" charset="0"/>
                        <a:cs typeface="Times New Roman" panose="02020603050405020304" pitchFamily="18" charset="0"/>
                      </a:endParaRPr>
                    </a:p>
                  </a:txBody>
                  <a:tcPr marL="58311" marR="58311" marT="0" marB="0" anchor="ctr"/>
                </a:tc>
                <a:extLst>
                  <a:ext uri="{0D108BD9-81ED-4DB2-BD59-A6C34878D82A}">
                    <a16:rowId xmlns:a16="http://schemas.microsoft.com/office/drawing/2014/main" val="2972313666"/>
                  </a:ext>
                </a:extLst>
              </a:tr>
              <a:tr h="1250240">
                <a:tc>
                  <a:txBody>
                    <a:bodyPr/>
                    <a:lstStyle/>
                    <a:p>
                      <a:pPr algn="ctr">
                        <a:lnSpc>
                          <a:spcPct val="107000"/>
                        </a:lnSpc>
                        <a:spcBef>
                          <a:spcPts val="200"/>
                        </a:spcBef>
                        <a:spcAft>
                          <a:spcPts val="200"/>
                        </a:spcAft>
                      </a:pPr>
                      <a:r>
                        <a:rPr lang="en-US" sz="2000" dirty="0">
                          <a:solidFill>
                            <a:srgbClr val="0000CC"/>
                          </a:solidFill>
                          <a:effectLst/>
                          <a:latin typeface="Rockwell" panose="02060603020205020403" pitchFamily="18" charset="0"/>
                        </a:rPr>
                        <a:t>1</a:t>
                      </a:r>
                      <a:endParaRPr lang="en-US" sz="2000" dirty="0">
                        <a:solidFill>
                          <a:srgbClr val="0000CC"/>
                        </a:solidFill>
                        <a:effectLst/>
                        <a:latin typeface="Rockwell" panose="02060603020205020403" pitchFamily="18" charset="0"/>
                        <a:ea typeface="Calibri" panose="020F0502020204030204" pitchFamily="34" charset="0"/>
                        <a:cs typeface="Times New Roman" panose="02020603050405020304" pitchFamily="18" charset="0"/>
                      </a:endParaRPr>
                    </a:p>
                  </a:txBody>
                  <a:tcPr marL="58311" marR="58311" marT="0" marB="0" anchor="ctr"/>
                </a:tc>
                <a:tc>
                  <a:txBody>
                    <a:bodyPr/>
                    <a:lstStyle/>
                    <a:p>
                      <a:pPr>
                        <a:lnSpc>
                          <a:spcPct val="107000"/>
                        </a:lnSpc>
                        <a:spcBef>
                          <a:spcPts val="200"/>
                        </a:spcBef>
                        <a:spcAft>
                          <a:spcPts val="200"/>
                        </a:spcAft>
                      </a:pPr>
                      <a:r>
                        <a:rPr lang="en-US" sz="2400" dirty="0">
                          <a:solidFill>
                            <a:srgbClr val="0000CC"/>
                          </a:solidFill>
                          <a:effectLst/>
                          <a:latin typeface="Rockwell" panose="02060603020205020403" pitchFamily="18" charset="0"/>
                        </a:rPr>
                        <a:t>SQL Injection (</a:t>
                      </a:r>
                      <a:r>
                        <a:rPr lang="en-US" sz="2400" dirty="0" err="1">
                          <a:solidFill>
                            <a:srgbClr val="0000CC"/>
                          </a:solidFill>
                          <a:effectLst/>
                          <a:latin typeface="Rockwell" panose="02060603020205020403" pitchFamily="18" charset="0"/>
                        </a:rPr>
                        <a:t>SQLi</a:t>
                      </a:r>
                      <a:r>
                        <a:rPr lang="en-US" sz="2400" dirty="0">
                          <a:solidFill>
                            <a:srgbClr val="0000CC"/>
                          </a:solidFill>
                          <a:effectLst/>
                          <a:latin typeface="Rockwell" panose="02060603020205020403" pitchFamily="18" charset="0"/>
                        </a:rPr>
                        <a:t>)</a:t>
                      </a:r>
                      <a:endParaRPr lang="en-US" sz="2400" dirty="0">
                        <a:solidFill>
                          <a:srgbClr val="0000CC"/>
                        </a:solidFill>
                        <a:effectLst/>
                        <a:latin typeface="Rockwell" panose="02060603020205020403" pitchFamily="18" charset="0"/>
                        <a:ea typeface="Calibri" panose="020F0502020204030204" pitchFamily="34" charset="0"/>
                        <a:cs typeface="Times New Roman" panose="02020603050405020304" pitchFamily="18" charset="0"/>
                      </a:endParaRPr>
                    </a:p>
                  </a:txBody>
                  <a:tcPr marL="58311" marR="58311" marT="0" marB="0" anchor="ctr"/>
                </a:tc>
                <a:tc>
                  <a:txBody>
                    <a:bodyPr/>
                    <a:lstStyle/>
                    <a:p>
                      <a:pPr>
                        <a:lnSpc>
                          <a:spcPct val="107000"/>
                        </a:lnSpc>
                        <a:spcBef>
                          <a:spcPts val="200"/>
                        </a:spcBef>
                        <a:spcAft>
                          <a:spcPts val="200"/>
                        </a:spcAft>
                      </a:pPr>
                      <a:r>
                        <a:rPr lang="en-US" sz="2000" dirty="0">
                          <a:solidFill>
                            <a:srgbClr val="0000CC"/>
                          </a:solidFill>
                          <a:effectLst/>
                          <a:latin typeface="Rockwell" panose="02060603020205020403" pitchFamily="18" charset="0"/>
                        </a:rPr>
                        <a:t>- </a:t>
                      </a:r>
                      <a:r>
                        <a:rPr lang="en-US" sz="2000" dirty="0" err="1">
                          <a:solidFill>
                            <a:srgbClr val="0000CC"/>
                          </a:solidFill>
                          <a:effectLst/>
                          <a:latin typeface="Rockwell" panose="02060603020205020403" pitchFamily="18" charset="0"/>
                        </a:rPr>
                        <a:t>Dùng</a:t>
                      </a:r>
                      <a:r>
                        <a:rPr lang="en-US" sz="2000" dirty="0">
                          <a:solidFill>
                            <a:srgbClr val="0000CC"/>
                          </a:solidFill>
                          <a:effectLst/>
                          <a:latin typeface="Rockwell" panose="02060603020205020403" pitchFamily="18" charset="0"/>
                        </a:rPr>
                        <a:t> Prepared Statement/</a:t>
                      </a:r>
                      <a:r>
                        <a:rPr lang="en-US" sz="2000" dirty="0" err="1">
                          <a:solidFill>
                            <a:srgbClr val="0000CC"/>
                          </a:solidFill>
                          <a:effectLst/>
                          <a:latin typeface="Rockwell" panose="02060603020205020403" pitchFamily="18" charset="0"/>
                        </a:rPr>
                        <a:t>ORM</a:t>
                      </a:r>
                      <a:endParaRPr lang="en-US" sz="2000" dirty="0">
                        <a:solidFill>
                          <a:srgbClr val="0000CC"/>
                        </a:solidFill>
                        <a:effectLst/>
                        <a:latin typeface="Rockwell" panose="02060603020205020403" pitchFamily="18" charset="0"/>
                      </a:endParaRPr>
                    </a:p>
                    <a:p>
                      <a:pPr>
                        <a:lnSpc>
                          <a:spcPct val="107000"/>
                        </a:lnSpc>
                        <a:spcBef>
                          <a:spcPts val="200"/>
                        </a:spcBef>
                        <a:spcAft>
                          <a:spcPts val="200"/>
                        </a:spcAft>
                      </a:pPr>
                      <a:r>
                        <a:rPr lang="en-US" sz="2000" dirty="0">
                          <a:solidFill>
                            <a:srgbClr val="0000CC"/>
                          </a:solidFill>
                          <a:effectLst/>
                          <a:latin typeface="Rockwell" panose="02060603020205020403" pitchFamily="18" charset="0"/>
                        </a:rPr>
                        <a:t>- </a:t>
                      </a:r>
                      <a:r>
                        <a:rPr lang="en-US" sz="2000" dirty="0" err="1">
                          <a:solidFill>
                            <a:srgbClr val="0000CC"/>
                          </a:solidFill>
                          <a:effectLst/>
                          <a:latin typeface="Rockwell" panose="02060603020205020403" pitchFamily="18" charset="0"/>
                        </a:rPr>
                        <a:t>Lọc</a:t>
                      </a:r>
                      <a:r>
                        <a:rPr lang="en-US" sz="2000" dirty="0">
                          <a:solidFill>
                            <a:srgbClr val="0000CC"/>
                          </a:solidFill>
                          <a:effectLst/>
                          <a:latin typeface="Rockwell" panose="02060603020205020403" pitchFamily="18" charset="0"/>
                        </a:rPr>
                        <a:t> </a:t>
                      </a:r>
                      <a:r>
                        <a:rPr lang="en-US" sz="2000" dirty="0" err="1">
                          <a:solidFill>
                            <a:srgbClr val="0000CC"/>
                          </a:solidFill>
                          <a:effectLst/>
                          <a:latin typeface="Rockwell" panose="02060603020205020403" pitchFamily="18" charset="0"/>
                        </a:rPr>
                        <a:t>dữ</a:t>
                      </a:r>
                      <a:r>
                        <a:rPr lang="en-US" sz="2000" dirty="0">
                          <a:solidFill>
                            <a:srgbClr val="0000CC"/>
                          </a:solidFill>
                          <a:effectLst/>
                          <a:latin typeface="Rockwell" panose="02060603020205020403" pitchFamily="18" charset="0"/>
                        </a:rPr>
                        <a:t> </a:t>
                      </a:r>
                      <a:r>
                        <a:rPr lang="en-US" sz="2000" dirty="0" err="1">
                          <a:solidFill>
                            <a:srgbClr val="0000CC"/>
                          </a:solidFill>
                          <a:effectLst/>
                          <a:latin typeface="Rockwell" panose="02060603020205020403" pitchFamily="18" charset="0"/>
                        </a:rPr>
                        <a:t>liệu</a:t>
                      </a:r>
                      <a:r>
                        <a:rPr lang="en-US" sz="2000" dirty="0">
                          <a:solidFill>
                            <a:srgbClr val="0000CC"/>
                          </a:solidFill>
                          <a:effectLst/>
                          <a:latin typeface="Rockwell" panose="02060603020205020403" pitchFamily="18" charset="0"/>
                        </a:rPr>
                        <a:t> </a:t>
                      </a:r>
                      <a:r>
                        <a:rPr lang="en-US" sz="2000" dirty="0" err="1">
                          <a:solidFill>
                            <a:srgbClr val="0000CC"/>
                          </a:solidFill>
                          <a:effectLst/>
                          <a:latin typeface="Rockwell" panose="02060603020205020403" pitchFamily="18" charset="0"/>
                        </a:rPr>
                        <a:t>đầu</a:t>
                      </a:r>
                      <a:r>
                        <a:rPr lang="en-US" sz="2000" dirty="0">
                          <a:solidFill>
                            <a:srgbClr val="0000CC"/>
                          </a:solidFill>
                          <a:effectLst/>
                          <a:latin typeface="Rockwell" panose="02060603020205020403" pitchFamily="18" charset="0"/>
                        </a:rPr>
                        <a:t> </a:t>
                      </a:r>
                      <a:r>
                        <a:rPr lang="en-US" sz="2000" dirty="0" err="1">
                          <a:solidFill>
                            <a:srgbClr val="0000CC"/>
                          </a:solidFill>
                          <a:effectLst/>
                          <a:latin typeface="Rockwell" panose="02060603020205020403" pitchFamily="18" charset="0"/>
                        </a:rPr>
                        <a:t>vào</a:t>
                      </a:r>
                      <a:endParaRPr lang="en-US" sz="2000" dirty="0">
                        <a:solidFill>
                          <a:srgbClr val="0000CC"/>
                        </a:solidFill>
                        <a:effectLst/>
                        <a:latin typeface="Rockwell" panose="02060603020205020403" pitchFamily="18" charset="0"/>
                      </a:endParaRPr>
                    </a:p>
                    <a:p>
                      <a:pPr>
                        <a:lnSpc>
                          <a:spcPct val="107000"/>
                        </a:lnSpc>
                        <a:spcBef>
                          <a:spcPts val="200"/>
                        </a:spcBef>
                        <a:spcAft>
                          <a:spcPts val="200"/>
                        </a:spcAft>
                      </a:pPr>
                      <a:r>
                        <a:rPr lang="en-US" sz="2000" dirty="0">
                          <a:solidFill>
                            <a:srgbClr val="0000CC"/>
                          </a:solidFill>
                          <a:effectLst/>
                          <a:latin typeface="Rockwell" panose="02060603020205020403" pitchFamily="18" charset="0"/>
                        </a:rPr>
                        <a:t>- </a:t>
                      </a:r>
                      <a:r>
                        <a:rPr lang="en-US" sz="2000" dirty="0" err="1">
                          <a:solidFill>
                            <a:srgbClr val="0000CC"/>
                          </a:solidFill>
                          <a:effectLst/>
                          <a:latin typeface="Rockwell" panose="02060603020205020403" pitchFamily="18" charset="0"/>
                        </a:rPr>
                        <a:t>Phân</a:t>
                      </a:r>
                      <a:r>
                        <a:rPr lang="en-US" sz="2000" dirty="0">
                          <a:solidFill>
                            <a:srgbClr val="0000CC"/>
                          </a:solidFill>
                          <a:effectLst/>
                          <a:latin typeface="Rockwell" panose="02060603020205020403" pitchFamily="18" charset="0"/>
                        </a:rPr>
                        <a:t> </a:t>
                      </a:r>
                      <a:r>
                        <a:rPr lang="en-US" sz="2000" dirty="0" err="1">
                          <a:solidFill>
                            <a:srgbClr val="0000CC"/>
                          </a:solidFill>
                          <a:effectLst/>
                          <a:latin typeface="Rockwell" panose="02060603020205020403" pitchFamily="18" charset="0"/>
                        </a:rPr>
                        <a:t>quyền</a:t>
                      </a:r>
                      <a:r>
                        <a:rPr lang="en-US" sz="2000" dirty="0">
                          <a:solidFill>
                            <a:srgbClr val="0000CC"/>
                          </a:solidFill>
                          <a:effectLst/>
                          <a:latin typeface="Rockwell" panose="02060603020205020403" pitchFamily="18" charset="0"/>
                        </a:rPr>
                        <a:t> </a:t>
                      </a:r>
                      <a:r>
                        <a:rPr lang="en-US" sz="2000" dirty="0" err="1">
                          <a:solidFill>
                            <a:srgbClr val="0000CC"/>
                          </a:solidFill>
                          <a:effectLst/>
                          <a:latin typeface="Rockwell" panose="02060603020205020403" pitchFamily="18" charset="0"/>
                        </a:rPr>
                        <a:t>truy</a:t>
                      </a:r>
                      <a:r>
                        <a:rPr lang="en-US" sz="2000" dirty="0">
                          <a:solidFill>
                            <a:srgbClr val="0000CC"/>
                          </a:solidFill>
                          <a:effectLst/>
                          <a:latin typeface="Rockwell" panose="02060603020205020403" pitchFamily="18" charset="0"/>
                        </a:rPr>
                        <a:t> </a:t>
                      </a:r>
                      <a:r>
                        <a:rPr lang="en-US" sz="2000" dirty="0" err="1">
                          <a:solidFill>
                            <a:srgbClr val="0000CC"/>
                          </a:solidFill>
                          <a:effectLst/>
                          <a:latin typeface="Rockwell" panose="02060603020205020403" pitchFamily="18" charset="0"/>
                        </a:rPr>
                        <a:t>cập</a:t>
                      </a:r>
                      <a:r>
                        <a:rPr lang="en-US" sz="2000" dirty="0">
                          <a:solidFill>
                            <a:srgbClr val="0000CC"/>
                          </a:solidFill>
                          <a:effectLst/>
                          <a:latin typeface="Rockwell" panose="02060603020205020403" pitchFamily="18" charset="0"/>
                        </a:rPr>
                        <a:t> DB </a:t>
                      </a:r>
                      <a:r>
                        <a:rPr lang="en-US" sz="2000" dirty="0" err="1">
                          <a:solidFill>
                            <a:srgbClr val="0000CC"/>
                          </a:solidFill>
                          <a:effectLst/>
                          <a:latin typeface="Rockwell" panose="02060603020205020403" pitchFamily="18" charset="0"/>
                        </a:rPr>
                        <a:t>tối</a:t>
                      </a:r>
                      <a:r>
                        <a:rPr lang="en-US" sz="2000" dirty="0">
                          <a:solidFill>
                            <a:srgbClr val="0000CC"/>
                          </a:solidFill>
                          <a:effectLst/>
                          <a:latin typeface="Rockwell" panose="02060603020205020403" pitchFamily="18" charset="0"/>
                        </a:rPr>
                        <a:t> </a:t>
                      </a:r>
                      <a:r>
                        <a:rPr lang="en-US" sz="2000" dirty="0" err="1">
                          <a:solidFill>
                            <a:srgbClr val="0000CC"/>
                          </a:solidFill>
                          <a:effectLst/>
                          <a:latin typeface="Rockwell" panose="02060603020205020403" pitchFamily="18" charset="0"/>
                        </a:rPr>
                        <a:t>thiểu</a:t>
                      </a:r>
                      <a:endParaRPr lang="en-US" sz="2000" dirty="0">
                        <a:solidFill>
                          <a:srgbClr val="0000CC"/>
                        </a:solidFill>
                        <a:effectLst/>
                        <a:latin typeface="Rockwell" panose="02060603020205020403" pitchFamily="18" charset="0"/>
                        <a:ea typeface="Calibri" panose="020F0502020204030204" pitchFamily="34" charset="0"/>
                        <a:cs typeface="Times New Roman" panose="02020603050405020304" pitchFamily="18" charset="0"/>
                      </a:endParaRPr>
                    </a:p>
                  </a:txBody>
                  <a:tcPr marL="58311" marR="58311" marT="0" marB="0" anchor="ctr"/>
                </a:tc>
                <a:extLst>
                  <a:ext uri="{0D108BD9-81ED-4DB2-BD59-A6C34878D82A}">
                    <a16:rowId xmlns:a16="http://schemas.microsoft.com/office/drawing/2014/main" val="2033577121"/>
                  </a:ext>
                </a:extLst>
              </a:tr>
              <a:tr h="1250240">
                <a:tc>
                  <a:txBody>
                    <a:bodyPr/>
                    <a:lstStyle/>
                    <a:p>
                      <a:pPr algn="ctr">
                        <a:lnSpc>
                          <a:spcPct val="107000"/>
                        </a:lnSpc>
                        <a:spcBef>
                          <a:spcPts val="200"/>
                        </a:spcBef>
                        <a:spcAft>
                          <a:spcPts val="200"/>
                        </a:spcAft>
                      </a:pPr>
                      <a:r>
                        <a:rPr lang="en-US" sz="2000">
                          <a:solidFill>
                            <a:srgbClr val="0000CC"/>
                          </a:solidFill>
                          <a:effectLst/>
                          <a:latin typeface="Rockwell" panose="02060603020205020403" pitchFamily="18" charset="0"/>
                        </a:rPr>
                        <a:t>2</a:t>
                      </a:r>
                      <a:endParaRPr lang="en-US" sz="2000">
                        <a:solidFill>
                          <a:srgbClr val="0000CC"/>
                        </a:solidFill>
                        <a:effectLst/>
                        <a:latin typeface="Rockwell" panose="02060603020205020403" pitchFamily="18" charset="0"/>
                        <a:ea typeface="Calibri" panose="020F0502020204030204" pitchFamily="34" charset="0"/>
                        <a:cs typeface="Times New Roman" panose="02020603050405020304" pitchFamily="18" charset="0"/>
                      </a:endParaRPr>
                    </a:p>
                  </a:txBody>
                  <a:tcPr marL="58311" marR="58311" marT="0" marB="0" anchor="ctr"/>
                </a:tc>
                <a:tc>
                  <a:txBody>
                    <a:bodyPr/>
                    <a:lstStyle/>
                    <a:p>
                      <a:pPr>
                        <a:lnSpc>
                          <a:spcPct val="107000"/>
                        </a:lnSpc>
                        <a:spcBef>
                          <a:spcPts val="200"/>
                        </a:spcBef>
                        <a:spcAft>
                          <a:spcPts val="200"/>
                        </a:spcAft>
                      </a:pPr>
                      <a:r>
                        <a:rPr lang="en-US" sz="2400" dirty="0">
                          <a:solidFill>
                            <a:srgbClr val="0000CC"/>
                          </a:solidFill>
                          <a:effectLst/>
                          <a:latin typeface="Rockwell" panose="02060603020205020403" pitchFamily="18" charset="0"/>
                        </a:rPr>
                        <a:t>Cross-Site Scripting (</a:t>
                      </a:r>
                      <a:r>
                        <a:rPr lang="en-US" sz="2400" dirty="0" err="1">
                          <a:solidFill>
                            <a:srgbClr val="0000CC"/>
                          </a:solidFill>
                          <a:effectLst/>
                          <a:latin typeface="Rockwell" panose="02060603020205020403" pitchFamily="18" charset="0"/>
                        </a:rPr>
                        <a:t>XSS</a:t>
                      </a:r>
                      <a:r>
                        <a:rPr lang="en-US" sz="2400" dirty="0">
                          <a:solidFill>
                            <a:srgbClr val="0000CC"/>
                          </a:solidFill>
                          <a:effectLst/>
                          <a:latin typeface="Rockwell" panose="02060603020205020403" pitchFamily="18" charset="0"/>
                        </a:rPr>
                        <a:t>)</a:t>
                      </a:r>
                      <a:endParaRPr lang="en-US" sz="2400" dirty="0">
                        <a:solidFill>
                          <a:srgbClr val="0000CC"/>
                        </a:solidFill>
                        <a:effectLst/>
                        <a:latin typeface="Rockwell" panose="02060603020205020403" pitchFamily="18" charset="0"/>
                        <a:ea typeface="Calibri" panose="020F0502020204030204" pitchFamily="34" charset="0"/>
                        <a:cs typeface="Times New Roman" panose="02020603050405020304" pitchFamily="18" charset="0"/>
                      </a:endParaRPr>
                    </a:p>
                  </a:txBody>
                  <a:tcPr marL="58311" marR="58311" marT="0" marB="0" anchor="ctr"/>
                </a:tc>
                <a:tc>
                  <a:txBody>
                    <a:bodyPr/>
                    <a:lstStyle/>
                    <a:p>
                      <a:pPr>
                        <a:lnSpc>
                          <a:spcPct val="107000"/>
                        </a:lnSpc>
                        <a:spcBef>
                          <a:spcPts val="200"/>
                        </a:spcBef>
                        <a:spcAft>
                          <a:spcPts val="200"/>
                        </a:spcAft>
                      </a:pPr>
                      <a:r>
                        <a:rPr lang="en-US" sz="2000" dirty="0">
                          <a:solidFill>
                            <a:srgbClr val="0000CC"/>
                          </a:solidFill>
                          <a:effectLst/>
                          <a:latin typeface="Rockwell" panose="02060603020205020403" pitchFamily="18" charset="0"/>
                        </a:rPr>
                        <a:t>- </a:t>
                      </a:r>
                      <a:r>
                        <a:rPr lang="en-US" sz="2000" dirty="0" err="1">
                          <a:solidFill>
                            <a:srgbClr val="0000CC"/>
                          </a:solidFill>
                          <a:effectLst/>
                          <a:latin typeface="Rockwell" panose="02060603020205020403" pitchFamily="18" charset="0"/>
                        </a:rPr>
                        <a:t>Lọc</a:t>
                      </a:r>
                      <a:r>
                        <a:rPr lang="en-US" sz="2000" dirty="0">
                          <a:solidFill>
                            <a:srgbClr val="0000CC"/>
                          </a:solidFill>
                          <a:effectLst/>
                          <a:latin typeface="Rockwell" panose="02060603020205020403" pitchFamily="18" charset="0"/>
                        </a:rPr>
                        <a:t> &amp; </a:t>
                      </a:r>
                      <a:r>
                        <a:rPr lang="en-US" sz="2000" dirty="0" err="1">
                          <a:solidFill>
                            <a:srgbClr val="0000CC"/>
                          </a:solidFill>
                          <a:effectLst/>
                          <a:latin typeface="Rockwell" panose="02060603020205020403" pitchFamily="18" charset="0"/>
                        </a:rPr>
                        <a:t>mã</a:t>
                      </a:r>
                      <a:r>
                        <a:rPr lang="en-US" sz="2000" dirty="0">
                          <a:solidFill>
                            <a:srgbClr val="0000CC"/>
                          </a:solidFill>
                          <a:effectLst/>
                          <a:latin typeface="Rockwell" panose="02060603020205020403" pitchFamily="18" charset="0"/>
                        </a:rPr>
                        <a:t> </a:t>
                      </a:r>
                      <a:r>
                        <a:rPr lang="en-US" sz="2000" dirty="0" err="1">
                          <a:solidFill>
                            <a:srgbClr val="0000CC"/>
                          </a:solidFill>
                          <a:effectLst/>
                          <a:latin typeface="Rockwell" panose="02060603020205020403" pitchFamily="18" charset="0"/>
                        </a:rPr>
                        <a:t>hóa</a:t>
                      </a:r>
                      <a:r>
                        <a:rPr lang="en-US" sz="2000" dirty="0">
                          <a:solidFill>
                            <a:srgbClr val="0000CC"/>
                          </a:solidFill>
                          <a:effectLst/>
                          <a:latin typeface="Rockwell" panose="02060603020205020403" pitchFamily="18" charset="0"/>
                        </a:rPr>
                        <a:t> </a:t>
                      </a:r>
                      <a:r>
                        <a:rPr lang="en-US" sz="2000" dirty="0" err="1">
                          <a:solidFill>
                            <a:srgbClr val="0000CC"/>
                          </a:solidFill>
                          <a:effectLst/>
                          <a:latin typeface="Rockwell" panose="02060603020205020403" pitchFamily="18" charset="0"/>
                        </a:rPr>
                        <a:t>dữ</a:t>
                      </a:r>
                      <a:r>
                        <a:rPr lang="en-US" sz="2000" dirty="0">
                          <a:solidFill>
                            <a:srgbClr val="0000CC"/>
                          </a:solidFill>
                          <a:effectLst/>
                          <a:latin typeface="Rockwell" panose="02060603020205020403" pitchFamily="18" charset="0"/>
                        </a:rPr>
                        <a:t> </a:t>
                      </a:r>
                      <a:r>
                        <a:rPr lang="en-US" sz="2000" dirty="0" err="1">
                          <a:solidFill>
                            <a:srgbClr val="0000CC"/>
                          </a:solidFill>
                          <a:effectLst/>
                          <a:latin typeface="Rockwell" panose="02060603020205020403" pitchFamily="18" charset="0"/>
                        </a:rPr>
                        <a:t>liệu</a:t>
                      </a:r>
                      <a:r>
                        <a:rPr lang="en-US" sz="2000" dirty="0">
                          <a:solidFill>
                            <a:srgbClr val="0000CC"/>
                          </a:solidFill>
                          <a:effectLst/>
                          <a:latin typeface="Rockwell" panose="02060603020205020403" pitchFamily="18" charset="0"/>
                        </a:rPr>
                        <a:t> </a:t>
                      </a:r>
                      <a:r>
                        <a:rPr lang="en-US" sz="2000" dirty="0" err="1">
                          <a:solidFill>
                            <a:srgbClr val="0000CC"/>
                          </a:solidFill>
                          <a:effectLst/>
                          <a:latin typeface="Rockwell" panose="02060603020205020403" pitchFamily="18" charset="0"/>
                        </a:rPr>
                        <a:t>đầu</a:t>
                      </a:r>
                      <a:r>
                        <a:rPr lang="en-US" sz="2000" dirty="0">
                          <a:solidFill>
                            <a:srgbClr val="0000CC"/>
                          </a:solidFill>
                          <a:effectLst/>
                          <a:latin typeface="Rockwell" panose="02060603020205020403" pitchFamily="18" charset="0"/>
                        </a:rPr>
                        <a:t> </a:t>
                      </a:r>
                      <a:r>
                        <a:rPr lang="en-US" sz="2000" dirty="0" err="1">
                          <a:solidFill>
                            <a:srgbClr val="0000CC"/>
                          </a:solidFill>
                          <a:effectLst/>
                          <a:latin typeface="Rockwell" panose="02060603020205020403" pitchFamily="18" charset="0"/>
                        </a:rPr>
                        <a:t>vào</a:t>
                      </a:r>
                      <a:r>
                        <a:rPr lang="en-US" sz="2000" dirty="0">
                          <a:solidFill>
                            <a:srgbClr val="0000CC"/>
                          </a:solidFill>
                          <a:effectLst/>
                          <a:latin typeface="Rockwell" panose="02060603020205020403" pitchFamily="18" charset="0"/>
                        </a:rPr>
                        <a:t>/</a:t>
                      </a:r>
                      <a:r>
                        <a:rPr lang="en-US" sz="2000" dirty="0" err="1">
                          <a:solidFill>
                            <a:srgbClr val="0000CC"/>
                          </a:solidFill>
                          <a:effectLst/>
                          <a:latin typeface="Rockwell" panose="02060603020205020403" pitchFamily="18" charset="0"/>
                        </a:rPr>
                        <a:t>đầu</a:t>
                      </a:r>
                      <a:r>
                        <a:rPr lang="en-US" sz="2000" dirty="0">
                          <a:solidFill>
                            <a:srgbClr val="0000CC"/>
                          </a:solidFill>
                          <a:effectLst/>
                          <a:latin typeface="Rockwell" panose="02060603020205020403" pitchFamily="18" charset="0"/>
                        </a:rPr>
                        <a:t> </a:t>
                      </a:r>
                      <a:r>
                        <a:rPr lang="en-US" sz="2000" dirty="0" err="1">
                          <a:solidFill>
                            <a:srgbClr val="0000CC"/>
                          </a:solidFill>
                          <a:effectLst/>
                          <a:latin typeface="Rockwell" panose="02060603020205020403" pitchFamily="18" charset="0"/>
                        </a:rPr>
                        <a:t>ra</a:t>
                      </a:r>
                      <a:endParaRPr lang="en-US" sz="2000" dirty="0">
                        <a:solidFill>
                          <a:srgbClr val="0000CC"/>
                        </a:solidFill>
                        <a:effectLst/>
                        <a:latin typeface="Rockwell" panose="02060603020205020403" pitchFamily="18" charset="0"/>
                      </a:endParaRPr>
                    </a:p>
                    <a:p>
                      <a:pPr>
                        <a:lnSpc>
                          <a:spcPct val="107000"/>
                        </a:lnSpc>
                        <a:spcBef>
                          <a:spcPts val="200"/>
                        </a:spcBef>
                        <a:spcAft>
                          <a:spcPts val="200"/>
                        </a:spcAft>
                      </a:pPr>
                      <a:r>
                        <a:rPr lang="en-US" sz="2000" dirty="0">
                          <a:solidFill>
                            <a:srgbClr val="0000CC"/>
                          </a:solidFill>
                          <a:effectLst/>
                          <a:latin typeface="Rockwell" panose="02060603020205020403" pitchFamily="18" charset="0"/>
                        </a:rPr>
                        <a:t>- </a:t>
                      </a:r>
                      <a:r>
                        <a:rPr lang="en-US" sz="2000" dirty="0" err="1">
                          <a:solidFill>
                            <a:srgbClr val="0000CC"/>
                          </a:solidFill>
                          <a:effectLst/>
                          <a:latin typeface="Rockwell" panose="02060603020205020403" pitchFamily="18" charset="0"/>
                        </a:rPr>
                        <a:t>Sử</a:t>
                      </a:r>
                      <a:r>
                        <a:rPr lang="en-US" sz="2000" dirty="0">
                          <a:solidFill>
                            <a:srgbClr val="0000CC"/>
                          </a:solidFill>
                          <a:effectLst/>
                          <a:latin typeface="Rockwell" panose="02060603020205020403" pitchFamily="18" charset="0"/>
                        </a:rPr>
                        <a:t> </a:t>
                      </a:r>
                      <a:r>
                        <a:rPr lang="en-US" sz="2000" dirty="0" err="1">
                          <a:solidFill>
                            <a:srgbClr val="0000CC"/>
                          </a:solidFill>
                          <a:effectLst/>
                          <a:latin typeface="Rockwell" panose="02060603020205020403" pitchFamily="18" charset="0"/>
                        </a:rPr>
                        <a:t>dụng</a:t>
                      </a:r>
                      <a:r>
                        <a:rPr lang="en-US" sz="2000" dirty="0">
                          <a:solidFill>
                            <a:srgbClr val="0000CC"/>
                          </a:solidFill>
                          <a:effectLst/>
                          <a:latin typeface="Rockwell" panose="02060603020205020403" pitchFamily="18" charset="0"/>
                        </a:rPr>
                        <a:t> HTML escaping</a:t>
                      </a:r>
                    </a:p>
                    <a:p>
                      <a:pPr>
                        <a:lnSpc>
                          <a:spcPct val="107000"/>
                        </a:lnSpc>
                        <a:spcBef>
                          <a:spcPts val="200"/>
                        </a:spcBef>
                        <a:spcAft>
                          <a:spcPts val="200"/>
                        </a:spcAft>
                      </a:pPr>
                      <a:r>
                        <a:rPr lang="en-US" sz="2000" dirty="0">
                          <a:solidFill>
                            <a:srgbClr val="0000CC"/>
                          </a:solidFill>
                          <a:effectLst/>
                          <a:latin typeface="Rockwell" panose="02060603020205020403" pitchFamily="18" charset="0"/>
                        </a:rPr>
                        <a:t>- </a:t>
                      </a:r>
                      <a:r>
                        <a:rPr lang="en-US" sz="2000" dirty="0" err="1">
                          <a:solidFill>
                            <a:srgbClr val="0000CC"/>
                          </a:solidFill>
                          <a:effectLst/>
                          <a:latin typeface="Rockwell" panose="02060603020205020403" pitchFamily="18" charset="0"/>
                        </a:rPr>
                        <a:t>Dùng</a:t>
                      </a:r>
                      <a:r>
                        <a:rPr lang="en-US" sz="2000" dirty="0">
                          <a:solidFill>
                            <a:srgbClr val="0000CC"/>
                          </a:solidFill>
                          <a:effectLst/>
                          <a:latin typeface="Rockwell" panose="02060603020205020403" pitchFamily="18" charset="0"/>
                        </a:rPr>
                        <a:t> </a:t>
                      </a:r>
                      <a:r>
                        <a:rPr lang="en-US" sz="2000" dirty="0" err="1">
                          <a:solidFill>
                            <a:srgbClr val="0000CC"/>
                          </a:solidFill>
                          <a:effectLst/>
                          <a:latin typeface="Rockwell" panose="02060603020205020403" pitchFamily="18" charset="0"/>
                        </a:rPr>
                        <a:t>CSP</a:t>
                      </a:r>
                      <a:r>
                        <a:rPr lang="en-US" sz="2000" dirty="0">
                          <a:solidFill>
                            <a:srgbClr val="0000CC"/>
                          </a:solidFill>
                          <a:effectLst/>
                          <a:latin typeface="Rockwell" panose="02060603020205020403" pitchFamily="18" charset="0"/>
                        </a:rPr>
                        <a:t> (Content Security Policy)</a:t>
                      </a:r>
                      <a:endParaRPr lang="en-US" sz="2000" dirty="0">
                        <a:solidFill>
                          <a:srgbClr val="0000CC"/>
                        </a:solidFill>
                        <a:effectLst/>
                        <a:latin typeface="Rockwell" panose="02060603020205020403" pitchFamily="18" charset="0"/>
                        <a:ea typeface="Calibri" panose="020F0502020204030204" pitchFamily="34" charset="0"/>
                        <a:cs typeface="Times New Roman" panose="02020603050405020304" pitchFamily="18" charset="0"/>
                      </a:endParaRPr>
                    </a:p>
                  </a:txBody>
                  <a:tcPr marL="58311" marR="58311" marT="0" marB="0" anchor="ctr"/>
                </a:tc>
                <a:extLst>
                  <a:ext uri="{0D108BD9-81ED-4DB2-BD59-A6C34878D82A}">
                    <a16:rowId xmlns:a16="http://schemas.microsoft.com/office/drawing/2014/main" val="2689010643"/>
                  </a:ext>
                </a:extLst>
              </a:tr>
              <a:tr h="1255531">
                <a:tc>
                  <a:txBody>
                    <a:bodyPr/>
                    <a:lstStyle/>
                    <a:p>
                      <a:pPr algn="ctr">
                        <a:lnSpc>
                          <a:spcPct val="107000"/>
                        </a:lnSpc>
                        <a:spcBef>
                          <a:spcPts val="200"/>
                        </a:spcBef>
                        <a:spcAft>
                          <a:spcPts val="200"/>
                        </a:spcAft>
                      </a:pPr>
                      <a:r>
                        <a:rPr lang="en-US" sz="2000" dirty="0">
                          <a:solidFill>
                            <a:srgbClr val="0000CC"/>
                          </a:solidFill>
                          <a:effectLst/>
                          <a:latin typeface="Rockwell" panose="02060603020205020403" pitchFamily="18" charset="0"/>
                        </a:rPr>
                        <a:t>3</a:t>
                      </a:r>
                      <a:endParaRPr lang="en-US" sz="2000" dirty="0">
                        <a:solidFill>
                          <a:srgbClr val="0000CC"/>
                        </a:solidFill>
                        <a:effectLst/>
                        <a:latin typeface="Rockwell" panose="02060603020205020403" pitchFamily="18" charset="0"/>
                        <a:ea typeface="Calibri" panose="020F0502020204030204" pitchFamily="34" charset="0"/>
                        <a:cs typeface="Times New Roman" panose="02020603050405020304" pitchFamily="18" charset="0"/>
                      </a:endParaRPr>
                    </a:p>
                  </a:txBody>
                  <a:tcPr marL="58311" marR="58311" marT="0" marB="0" anchor="ctr"/>
                </a:tc>
                <a:tc>
                  <a:txBody>
                    <a:bodyPr/>
                    <a:lstStyle/>
                    <a:p>
                      <a:pPr>
                        <a:lnSpc>
                          <a:spcPct val="107000"/>
                        </a:lnSpc>
                        <a:spcBef>
                          <a:spcPts val="200"/>
                        </a:spcBef>
                        <a:spcAft>
                          <a:spcPts val="200"/>
                        </a:spcAft>
                      </a:pPr>
                      <a:r>
                        <a:rPr lang="en-US" sz="2400" dirty="0">
                          <a:solidFill>
                            <a:srgbClr val="0000CC"/>
                          </a:solidFill>
                          <a:effectLst/>
                          <a:latin typeface="Rockwell" panose="02060603020205020403" pitchFamily="18" charset="0"/>
                        </a:rPr>
                        <a:t>Cross-Site Request Forgery (</a:t>
                      </a:r>
                      <a:r>
                        <a:rPr lang="en-US" sz="2400" dirty="0" err="1">
                          <a:solidFill>
                            <a:srgbClr val="0000CC"/>
                          </a:solidFill>
                          <a:effectLst/>
                          <a:latin typeface="Rockwell" panose="02060603020205020403" pitchFamily="18" charset="0"/>
                        </a:rPr>
                        <a:t>CSRF</a:t>
                      </a:r>
                      <a:r>
                        <a:rPr lang="en-US" sz="2400" dirty="0">
                          <a:solidFill>
                            <a:srgbClr val="0000CC"/>
                          </a:solidFill>
                          <a:effectLst/>
                          <a:latin typeface="Rockwell" panose="02060603020205020403" pitchFamily="18" charset="0"/>
                        </a:rPr>
                        <a:t>)</a:t>
                      </a:r>
                      <a:endParaRPr lang="en-US" sz="2400" dirty="0">
                        <a:solidFill>
                          <a:srgbClr val="0000CC"/>
                        </a:solidFill>
                        <a:effectLst/>
                        <a:latin typeface="Rockwell" panose="02060603020205020403" pitchFamily="18" charset="0"/>
                        <a:ea typeface="Calibri" panose="020F0502020204030204" pitchFamily="34" charset="0"/>
                        <a:cs typeface="Times New Roman" panose="02020603050405020304" pitchFamily="18" charset="0"/>
                      </a:endParaRPr>
                    </a:p>
                  </a:txBody>
                  <a:tcPr marL="58311" marR="58311" marT="0" marB="0" anchor="ctr"/>
                </a:tc>
                <a:tc>
                  <a:txBody>
                    <a:bodyPr/>
                    <a:lstStyle/>
                    <a:p>
                      <a:pPr>
                        <a:lnSpc>
                          <a:spcPct val="107000"/>
                        </a:lnSpc>
                        <a:spcBef>
                          <a:spcPts val="200"/>
                        </a:spcBef>
                        <a:spcAft>
                          <a:spcPts val="200"/>
                        </a:spcAft>
                      </a:pPr>
                      <a:r>
                        <a:rPr lang="en-US" sz="2000" dirty="0">
                          <a:solidFill>
                            <a:srgbClr val="0000CC"/>
                          </a:solidFill>
                          <a:effectLst/>
                          <a:latin typeface="Rockwell" panose="02060603020205020403" pitchFamily="18" charset="0"/>
                        </a:rPr>
                        <a:t>- </a:t>
                      </a:r>
                      <a:r>
                        <a:rPr lang="en-US" sz="2000" dirty="0" err="1">
                          <a:solidFill>
                            <a:srgbClr val="0000CC"/>
                          </a:solidFill>
                          <a:effectLst/>
                          <a:latin typeface="Rockwell" panose="02060603020205020403" pitchFamily="18" charset="0"/>
                        </a:rPr>
                        <a:t>Dùng</a:t>
                      </a:r>
                      <a:r>
                        <a:rPr lang="en-US" sz="2000" dirty="0">
                          <a:solidFill>
                            <a:srgbClr val="0000CC"/>
                          </a:solidFill>
                          <a:effectLst/>
                          <a:latin typeface="Rockwell" panose="02060603020205020403" pitchFamily="18" charset="0"/>
                        </a:rPr>
                        <a:t> </a:t>
                      </a:r>
                      <a:r>
                        <a:rPr lang="en-US" sz="2000" dirty="0" err="1">
                          <a:solidFill>
                            <a:srgbClr val="0000CC"/>
                          </a:solidFill>
                          <a:effectLst/>
                          <a:latin typeface="Rockwell" panose="02060603020205020403" pitchFamily="18" charset="0"/>
                        </a:rPr>
                        <a:t>CSRF</a:t>
                      </a:r>
                      <a:r>
                        <a:rPr lang="en-US" sz="2000" dirty="0">
                          <a:solidFill>
                            <a:srgbClr val="0000CC"/>
                          </a:solidFill>
                          <a:effectLst/>
                          <a:latin typeface="Rockwell" panose="02060603020205020403" pitchFamily="18" charset="0"/>
                        </a:rPr>
                        <a:t> Token </a:t>
                      </a:r>
                      <a:r>
                        <a:rPr lang="en-US" sz="2000" dirty="0" err="1">
                          <a:solidFill>
                            <a:srgbClr val="0000CC"/>
                          </a:solidFill>
                          <a:effectLst/>
                          <a:latin typeface="Rockwell" panose="02060603020205020403" pitchFamily="18" charset="0"/>
                        </a:rPr>
                        <a:t>cho</a:t>
                      </a:r>
                      <a:r>
                        <a:rPr lang="en-US" sz="2000" dirty="0">
                          <a:solidFill>
                            <a:srgbClr val="0000CC"/>
                          </a:solidFill>
                          <a:effectLst/>
                          <a:latin typeface="Rockwell" panose="02060603020205020403" pitchFamily="18" charset="0"/>
                        </a:rPr>
                        <a:t> </a:t>
                      </a:r>
                      <a:r>
                        <a:rPr lang="en-US" sz="2000" dirty="0" err="1">
                          <a:solidFill>
                            <a:srgbClr val="0000CC"/>
                          </a:solidFill>
                          <a:effectLst/>
                          <a:latin typeface="Rockwell" panose="02060603020205020403" pitchFamily="18" charset="0"/>
                        </a:rPr>
                        <a:t>mỗi</a:t>
                      </a:r>
                      <a:r>
                        <a:rPr lang="en-US" sz="2000" dirty="0">
                          <a:solidFill>
                            <a:srgbClr val="0000CC"/>
                          </a:solidFill>
                          <a:effectLst/>
                          <a:latin typeface="Rockwell" panose="02060603020205020403" pitchFamily="18" charset="0"/>
                        </a:rPr>
                        <a:t> request</a:t>
                      </a:r>
                    </a:p>
                    <a:p>
                      <a:pPr>
                        <a:lnSpc>
                          <a:spcPct val="107000"/>
                        </a:lnSpc>
                        <a:spcBef>
                          <a:spcPts val="200"/>
                        </a:spcBef>
                        <a:spcAft>
                          <a:spcPts val="200"/>
                        </a:spcAft>
                      </a:pPr>
                      <a:r>
                        <a:rPr lang="en-US" sz="2000" dirty="0">
                          <a:solidFill>
                            <a:srgbClr val="0000CC"/>
                          </a:solidFill>
                          <a:effectLst/>
                          <a:latin typeface="Rockwell" panose="02060603020205020403" pitchFamily="18" charset="0"/>
                        </a:rPr>
                        <a:t>- </a:t>
                      </a:r>
                      <a:r>
                        <a:rPr lang="en-US" sz="2000" dirty="0" err="1">
                          <a:solidFill>
                            <a:srgbClr val="0000CC"/>
                          </a:solidFill>
                          <a:effectLst/>
                          <a:latin typeface="Rockwell" panose="02060603020205020403" pitchFamily="18" charset="0"/>
                        </a:rPr>
                        <a:t>Kiểm</a:t>
                      </a:r>
                      <a:r>
                        <a:rPr lang="en-US" sz="2000" dirty="0">
                          <a:solidFill>
                            <a:srgbClr val="0000CC"/>
                          </a:solidFill>
                          <a:effectLst/>
                          <a:latin typeface="Rockwell" panose="02060603020205020403" pitchFamily="18" charset="0"/>
                        </a:rPr>
                        <a:t> </a:t>
                      </a:r>
                      <a:r>
                        <a:rPr lang="en-US" sz="2000" dirty="0" err="1">
                          <a:solidFill>
                            <a:srgbClr val="0000CC"/>
                          </a:solidFill>
                          <a:effectLst/>
                          <a:latin typeface="Rockwell" panose="02060603020205020403" pitchFamily="18" charset="0"/>
                        </a:rPr>
                        <a:t>tra</a:t>
                      </a:r>
                      <a:r>
                        <a:rPr lang="en-US" sz="2000" dirty="0">
                          <a:solidFill>
                            <a:srgbClr val="0000CC"/>
                          </a:solidFill>
                          <a:effectLst/>
                          <a:latin typeface="Rockwell" panose="02060603020205020403" pitchFamily="18" charset="0"/>
                        </a:rPr>
                        <a:t> </a:t>
                      </a:r>
                      <a:r>
                        <a:rPr lang="en-US" sz="2000" dirty="0" err="1">
                          <a:solidFill>
                            <a:srgbClr val="0000CC"/>
                          </a:solidFill>
                          <a:effectLst/>
                          <a:latin typeface="Rockwell" panose="02060603020205020403" pitchFamily="18" charset="0"/>
                        </a:rPr>
                        <a:t>Referer</a:t>
                      </a:r>
                      <a:r>
                        <a:rPr lang="en-US" sz="2000" dirty="0">
                          <a:solidFill>
                            <a:srgbClr val="0000CC"/>
                          </a:solidFill>
                          <a:effectLst/>
                          <a:latin typeface="Rockwell" panose="02060603020205020403" pitchFamily="18" charset="0"/>
                        </a:rPr>
                        <a:t>/Origin Header</a:t>
                      </a:r>
                    </a:p>
                    <a:p>
                      <a:pPr>
                        <a:lnSpc>
                          <a:spcPct val="107000"/>
                        </a:lnSpc>
                        <a:spcBef>
                          <a:spcPts val="200"/>
                        </a:spcBef>
                        <a:spcAft>
                          <a:spcPts val="200"/>
                        </a:spcAft>
                      </a:pPr>
                      <a:r>
                        <a:rPr lang="en-US" sz="2000" dirty="0">
                          <a:solidFill>
                            <a:srgbClr val="0000CC"/>
                          </a:solidFill>
                          <a:effectLst/>
                          <a:latin typeface="Rockwell" panose="02060603020205020403" pitchFamily="18" charset="0"/>
                        </a:rPr>
                        <a:t>- </a:t>
                      </a:r>
                      <a:r>
                        <a:rPr lang="en-US" sz="2000" dirty="0" err="1">
                          <a:solidFill>
                            <a:srgbClr val="0000CC"/>
                          </a:solidFill>
                          <a:effectLst/>
                          <a:latin typeface="Rockwell" panose="02060603020205020403" pitchFamily="18" charset="0"/>
                        </a:rPr>
                        <a:t>Áp</a:t>
                      </a:r>
                      <a:r>
                        <a:rPr lang="en-US" sz="2000" dirty="0">
                          <a:solidFill>
                            <a:srgbClr val="0000CC"/>
                          </a:solidFill>
                          <a:effectLst/>
                          <a:latin typeface="Rockwell" panose="02060603020205020403" pitchFamily="18" charset="0"/>
                        </a:rPr>
                        <a:t> </a:t>
                      </a:r>
                      <a:r>
                        <a:rPr lang="en-US" sz="2000" dirty="0" err="1">
                          <a:solidFill>
                            <a:srgbClr val="0000CC"/>
                          </a:solidFill>
                          <a:effectLst/>
                          <a:latin typeface="Rockwell" panose="02060603020205020403" pitchFamily="18" charset="0"/>
                        </a:rPr>
                        <a:t>dụng</a:t>
                      </a:r>
                      <a:r>
                        <a:rPr lang="en-US" sz="2000" dirty="0">
                          <a:solidFill>
                            <a:srgbClr val="0000CC"/>
                          </a:solidFill>
                          <a:effectLst/>
                          <a:latin typeface="Rockwell" panose="02060603020205020403" pitchFamily="18" charset="0"/>
                        </a:rPr>
                        <a:t> </a:t>
                      </a:r>
                      <a:r>
                        <a:rPr lang="en-US" sz="2000" dirty="0" err="1">
                          <a:solidFill>
                            <a:srgbClr val="0000CC"/>
                          </a:solidFill>
                          <a:effectLst/>
                          <a:latin typeface="Rockwell" panose="02060603020205020403" pitchFamily="18" charset="0"/>
                        </a:rPr>
                        <a:t>xác</a:t>
                      </a:r>
                      <a:r>
                        <a:rPr lang="en-US" sz="2000" dirty="0">
                          <a:solidFill>
                            <a:srgbClr val="0000CC"/>
                          </a:solidFill>
                          <a:effectLst/>
                          <a:latin typeface="Rockwell" panose="02060603020205020403" pitchFamily="18" charset="0"/>
                        </a:rPr>
                        <a:t> </a:t>
                      </a:r>
                      <a:r>
                        <a:rPr lang="en-US" sz="2000" dirty="0" err="1">
                          <a:solidFill>
                            <a:srgbClr val="0000CC"/>
                          </a:solidFill>
                          <a:effectLst/>
                          <a:latin typeface="Rockwell" panose="02060603020205020403" pitchFamily="18" charset="0"/>
                        </a:rPr>
                        <a:t>thực</a:t>
                      </a:r>
                      <a:r>
                        <a:rPr lang="en-US" sz="2000" dirty="0">
                          <a:solidFill>
                            <a:srgbClr val="0000CC"/>
                          </a:solidFill>
                          <a:effectLst/>
                          <a:latin typeface="Rockwell" panose="02060603020205020403" pitchFamily="18" charset="0"/>
                        </a:rPr>
                        <a:t> </a:t>
                      </a:r>
                      <a:r>
                        <a:rPr lang="en-US" sz="2000" dirty="0" err="1">
                          <a:solidFill>
                            <a:srgbClr val="0000CC"/>
                          </a:solidFill>
                          <a:effectLst/>
                          <a:latin typeface="Rockwell" panose="02060603020205020403" pitchFamily="18" charset="0"/>
                        </a:rPr>
                        <a:t>lại</a:t>
                      </a:r>
                      <a:r>
                        <a:rPr lang="en-US" sz="2000" dirty="0">
                          <a:solidFill>
                            <a:srgbClr val="0000CC"/>
                          </a:solidFill>
                          <a:effectLst/>
                          <a:latin typeface="Rockwell" panose="02060603020205020403" pitchFamily="18" charset="0"/>
                        </a:rPr>
                        <a:t> </a:t>
                      </a:r>
                      <a:r>
                        <a:rPr lang="en-US" sz="2000" dirty="0" err="1">
                          <a:solidFill>
                            <a:srgbClr val="0000CC"/>
                          </a:solidFill>
                          <a:effectLst/>
                          <a:latin typeface="Rockwell" panose="02060603020205020403" pitchFamily="18" charset="0"/>
                        </a:rPr>
                        <a:t>cho</a:t>
                      </a:r>
                      <a:r>
                        <a:rPr lang="en-US" sz="2000" dirty="0">
                          <a:solidFill>
                            <a:srgbClr val="0000CC"/>
                          </a:solidFill>
                          <a:effectLst/>
                          <a:latin typeface="Rockwell" panose="02060603020205020403" pitchFamily="18" charset="0"/>
                        </a:rPr>
                        <a:t> </a:t>
                      </a:r>
                      <a:r>
                        <a:rPr lang="en-US" sz="2000" dirty="0" err="1">
                          <a:solidFill>
                            <a:srgbClr val="0000CC"/>
                          </a:solidFill>
                          <a:effectLst/>
                          <a:latin typeface="Rockwell" panose="02060603020205020403" pitchFamily="18" charset="0"/>
                        </a:rPr>
                        <a:t>thao</a:t>
                      </a:r>
                      <a:r>
                        <a:rPr lang="en-US" sz="2000" dirty="0">
                          <a:solidFill>
                            <a:srgbClr val="0000CC"/>
                          </a:solidFill>
                          <a:effectLst/>
                          <a:latin typeface="Rockwell" panose="02060603020205020403" pitchFamily="18" charset="0"/>
                        </a:rPr>
                        <a:t> </a:t>
                      </a:r>
                      <a:r>
                        <a:rPr lang="en-US" sz="2000" dirty="0" err="1">
                          <a:solidFill>
                            <a:srgbClr val="0000CC"/>
                          </a:solidFill>
                          <a:effectLst/>
                          <a:latin typeface="Rockwell" panose="02060603020205020403" pitchFamily="18" charset="0"/>
                        </a:rPr>
                        <a:t>tác</a:t>
                      </a:r>
                      <a:r>
                        <a:rPr lang="en-US" sz="2000" dirty="0">
                          <a:solidFill>
                            <a:srgbClr val="0000CC"/>
                          </a:solidFill>
                          <a:effectLst/>
                          <a:latin typeface="Rockwell" panose="02060603020205020403" pitchFamily="18" charset="0"/>
                        </a:rPr>
                        <a:t> </a:t>
                      </a:r>
                      <a:r>
                        <a:rPr lang="en-US" sz="2000" dirty="0" err="1">
                          <a:solidFill>
                            <a:srgbClr val="0000CC"/>
                          </a:solidFill>
                          <a:effectLst/>
                          <a:latin typeface="Rockwell" panose="02060603020205020403" pitchFamily="18" charset="0"/>
                        </a:rPr>
                        <a:t>nhạy</a:t>
                      </a:r>
                      <a:r>
                        <a:rPr lang="en-US" sz="2000" dirty="0">
                          <a:solidFill>
                            <a:srgbClr val="0000CC"/>
                          </a:solidFill>
                          <a:effectLst/>
                          <a:latin typeface="Rockwell" panose="02060603020205020403" pitchFamily="18" charset="0"/>
                        </a:rPr>
                        <a:t> </a:t>
                      </a:r>
                      <a:r>
                        <a:rPr lang="en-US" sz="2000" dirty="0" err="1">
                          <a:solidFill>
                            <a:srgbClr val="0000CC"/>
                          </a:solidFill>
                          <a:effectLst/>
                          <a:latin typeface="Rockwell" panose="02060603020205020403" pitchFamily="18" charset="0"/>
                        </a:rPr>
                        <a:t>cảm</a:t>
                      </a:r>
                      <a:endParaRPr lang="en-US" sz="2000" dirty="0">
                        <a:solidFill>
                          <a:srgbClr val="0000CC"/>
                        </a:solidFill>
                        <a:effectLst/>
                        <a:latin typeface="Rockwell" panose="02060603020205020403" pitchFamily="18" charset="0"/>
                        <a:ea typeface="Calibri" panose="020F0502020204030204" pitchFamily="34" charset="0"/>
                        <a:cs typeface="Times New Roman" panose="02020603050405020304" pitchFamily="18" charset="0"/>
                      </a:endParaRPr>
                    </a:p>
                  </a:txBody>
                  <a:tcPr marL="58311" marR="58311" marT="0" marB="0" anchor="ctr"/>
                </a:tc>
                <a:extLst>
                  <a:ext uri="{0D108BD9-81ED-4DB2-BD59-A6C34878D82A}">
                    <a16:rowId xmlns:a16="http://schemas.microsoft.com/office/drawing/2014/main" val="3810136126"/>
                  </a:ext>
                </a:extLst>
              </a:tr>
              <a:tr h="1255531">
                <a:tc>
                  <a:txBody>
                    <a:bodyPr/>
                    <a:lstStyle/>
                    <a:p>
                      <a:pPr algn="ctr">
                        <a:lnSpc>
                          <a:spcPct val="107000"/>
                        </a:lnSpc>
                        <a:spcBef>
                          <a:spcPts val="200"/>
                        </a:spcBef>
                        <a:spcAft>
                          <a:spcPts val="200"/>
                        </a:spcAft>
                      </a:pPr>
                      <a:r>
                        <a:rPr lang="en-US" sz="2000">
                          <a:solidFill>
                            <a:srgbClr val="0000CC"/>
                          </a:solidFill>
                          <a:effectLst/>
                          <a:latin typeface="Rockwell" panose="02060603020205020403" pitchFamily="18" charset="0"/>
                        </a:rPr>
                        <a:t>4</a:t>
                      </a:r>
                      <a:endParaRPr lang="en-US" sz="2000">
                        <a:solidFill>
                          <a:srgbClr val="0000CC"/>
                        </a:solidFill>
                        <a:effectLst/>
                        <a:latin typeface="Rockwell" panose="02060603020205020403" pitchFamily="18" charset="0"/>
                        <a:ea typeface="Calibri" panose="020F0502020204030204" pitchFamily="34" charset="0"/>
                        <a:cs typeface="Times New Roman" panose="02020603050405020304" pitchFamily="18" charset="0"/>
                      </a:endParaRPr>
                    </a:p>
                  </a:txBody>
                  <a:tcPr marL="58311" marR="58311" marT="0" marB="0" anchor="ctr"/>
                </a:tc>
                <a:tc>
                  <a:txBody>
                    <a:bodyPr/>
                    <a:lstStyle/>
                    <a:p>
                      <a:pPr>
                        <a:lnSpc>
                          <a:spcPct val="107000"/>
                        </a:lnSpc>
                        <a:spcBef>
                          <a:spcPts val="200"/>
                        </a:spcBef>
                        <a:spcAft>
                          <a:spcPts val="200"/>
                        </a:spcAft>
                      </a:pPr>
                      <a:r>
                        <a:rPr lang="en-US" sz="2400" dirty="0">
                          <a:solidFill>
                            <a:srgbClr val="0000CC"/>
                          </a:solidFill>
                          <a:effectLst/>
                          <a:latin typeface="Rockwell" panose="02060603020205020403" pitchFamily="18" charset="0"/>
                        </a:rPr>
                        <a:t>Broken Authentication/</a:t>
                      </a:r>
                    </a:p>
                    <a:p>
                      <a:pPr>
                        <a:lnSpc>
                          <a:spcPct val="107000"/>
                        </a:lnSpc>
                        <a:spcBef>
                          <a:spcPts val="200"/>
                        </a:spcBef>
                        <a:spcAft>
                          <a:spcPts val="200"/>
                        </a:spcAft>
                      </a:pPr>
                      <a:r>
                        <a:rPr lang="en-US" sz="2400" dirty="0">
                          <a:solidFill>
                            <a:srgbClr val="0000CC"/>
                          </a:solidFill>
                          <a:effectLst/>
                          <a:latin typeface="Rockwell" panose="02060603020205020403" pitchFamily="18" charset="0"/>
                        </a:rPr>
                        <a:t>Session Hijacking</a:t>
                      </a:r>
                      <a:endParaRPr lang="en-US" sz="2400" dirty="0">
                        <a:solidFill>
                          <a:srgbClr val="0000CC"/>
                        </a:solidFill>
                        <a:effectLst/>
                        <a:latin typeface="Rockwell" panose="02060603020205020403" pitchFamily="18" charset="0"/>
                        <a:ea typeface="Calibri" panose="020F0502020204030204" pitchFamily="34" charset="0"/>
                        <a:cs typeface="Times New Roman" panose="02020603050405020304" pitchFamily="18" charset="0"/>
                      </a:endParaRPr>
                    </a:p>
                  </a:txBody>
                  <a:tcPr marL="58311" marR="58311" marT="0" marB="0" anchor="ctr"/>
                </a:tc>
                <a:tc>
                  <a:txBody>
                    <a:bodyPr/>
                    <a:lstStyle/>
                    <a:p>
                      <a:pPr>
                        <a:lnSpc>
                          <a:spcPct val="107000"/>
                        </a:lnSpc>
                        <a:spcBef>
                          <a:spcPts val="200"/>
                        </a:spcBef>
                        <a:spcAft>
                          <a:spcPts val="200"/>
                        </a:spcAft>
                      </a:pPr>
                      <a:r>
                        <a:rPr lang="en-US" sz="2000" dirty="0">
                          <a:solidFill>
                            <a:srgbClr val="0000CC"/>
                          </a:solidFill>
                          <a:effectLst/>
                          <a:latin typeface="Rockwell" panose="02060603020205020403" pitchFamily="18" charset="0"/>
                        </a:rPr>
                        <a:t>- </a:t>
                      </a:r>
                      <a:r>
                        <a:rPr lang="en-US" sz="2000" dirty="0" err="1">
                          <a:solidFill>
                            <a:srgbClr val="0000CC"/>
                          </a:solidFill>
                          <a:effectLst/>
                          <a:latin typeface="Rockwell" panose="02060603020205020403" pitchFamily="18" charset="0"/>
                        </a:rPr>
                        <a:t>Dùng</a:t>
                      </a:r>
                      <a:r>
                        <a:rPr lang="en-US" sz="2000" dirty="0">
                          <a:solidFill>
                            <a:srgbClr val="0000CC"/>
                          </a:solidFill>
                          <a:effectLst/>
                          <a:latin typeface="Rockwell" panose="02060603020205020403" pitchFamily="18" charset="0"/>
                        </a:rPr>
                        <a:t> </a:t>
                      </a:r>
                      <a:r>
                        <a:rPr lang="en-US" sz="2000" dirty="0" err="1">
                          <a:solidFill>
                            <a:srgbClr val="0000CC"/>
                          </a:solidFill>
                          <a:effectLst/>
                          <a:latin typeface="Rockwell" panose="02060603020205020403" pitchFamily="18" charset="0"/>
                        </a:rPr>
                        <a:t>2FA</a:t>
                      </a:r>
                      <a:endParaRPr lang="en-US" sz="2000" dirty="0">
                        <a:solidFill>
                          <a:srgbClr val="0000CC"/>
                        </a:solidFill>
                        <a:effectLst/>
                        <a:latin typeface="Rockwell" panose="02060603020205020403" pitchFamily="18" charset="0"/>
                      </a:endParaRPr>
                    </a:p>
                    <a:p>
                      <a:pPr>
                        <a:lnSpc>
                          <a:spcPct val="107000"/>
                        </a:lnSpc>
                        <a:spcBef>
                          <a:spcPts val="200"/>
                        </a:spcBef>
                        <a:spcAft>
                          <a:spcPts val="200"/>
                        </a:spcAft>
                      </a:pPr>
                      <a:r>
                        <a:rPr lang="en-US" sz="2000" dirty="0">
                          <a:solidFill>
                            <a:srgbClr val="0000CC"/>
                          </a:solidFill>
                          <a:effectLst/>
                          <a:latin typeface="Rockwell" panose="02060603020205020403" pitchFamily="18" charset="0"/>
                        </a:rPr>
                        <a:t>- Session ID </a:t>
                      </a:r>
                      <a:r>
                        <a:rPr lang="en-US" sz="2000" dirty="0" err="1">
                          <a:solidFill>
                            <a:srgbClr val="0000CC"/>
                          </a:solidFill>
                          <a:effectLst/>
                          <a:latin typeface="Rockwell" panose="02060603020205020403" pitchFamily="18" charset="0"/>
                        </a:rPr>
                        <a:t>ngẫu</a:t>
                      </a:r>
                      <a:r>
                        <a:rPr lang="en-US" sz="2000" dirty="0">
                          <a:solidFill>
                            <a:srgbClr val="0000CC"/>
                          </a:solidFill>
                          <a:effectLst/>
                          <a:latin typeface="Rockwell" panose="02060603020205020403" pitchFamily="18" charset="0"/>
                        </a:rPr>
                        <a:t> </a:t>
                      </a:r>
                      <a:r>
                        <a:rPr lang="en-US" sz="2000" dirty="0" err="1">
                          <a:solidFill>
                            <a:srgbClr val="0000CC"/>
                          </a:solidFill>
                          <a:effectLst/>
                          <a:latin typeface="Rockwell" panose="02060603020205020403" pitchFamily="18" charset="0"/>
                        </a:rPr>
                        <a:t>nhiên</a:t>
                      </a:r>
                      <a:r>
                        <a:rPr lang="en-US" sz="2000" dirty="0">
                          <a:solidFill>
                            <a:srgbClr val="0000CC"/>
                          </a:solidFill>
                          <a:effectLst/>
                          <a:latin typeface="Rockwell" panose="02060603020205020403" pitchFamily="18" charset="0"/>
                        </a:rPr>
                        <a:t>, </a:t>
                      </a:r>
                      <a:r>
                        <a:rPr lang="en-US" sz="2000" dirty="0" err="1">
                          <a:solidFill>
                            <a:srgbClr val="0000CC"/>
                          </a:solidFill>
                          <a:effectLst/>
                          <a:latin typeface="Rockwell" panose="02060603020205020403" pitchFamily="18" charset="0"/>
                        </a:rPr>
                        <a:t>bảo</a:t>
                      </a:r>
                      <a:r>
                        <a:rPr lang="en-US" sz="2000" dirty="0">
                          <a:solidFill>
                            <a:srgbClr val="0000CC"/>
                          </a:solidFill>
                          <a:effectLst/>
                          <a:latin typeface="Rockwell" panose="02060603020205020403" pitchFamily="18" charset="0"/>
                        </a:rPr>
                        <a:t> </a:t>
                      </a:r>
                      <a:r>
                        <a:rPr lang="en-US" sz="2000" dirty="0" err="1">
                          <a:solidFill>
                            <a:srgbClr val="0000CC"/>
                          </a:solidFill>
                          <a:effectLst/>
                          <a:latin typeface="Rockwell" panose="02060603020205020403" pitchFamily="18" charset="0"/>
                        </a:rPr>
                        <a:t>mật</a:t>
                      </a:r>
                      <a:r>
                        <a:rPr lang="en-US" sz="2000" dirty="0">
                          <a:solidFill>
                            <a:srgbClr val="0000CC"/>
                          </a:solidFill>
                          <a:effectLst/>
                          <a:latin typeface="Rockwell" panose="02060603020205020403" pitchFamily="18" charset="0"/>
                        </a:rPr>
                        <a:t> (</a:t>
                      </a:r>
                      <a:r>
                        <a:rPr lang="en-US" sz="2000" dirty="0" err="1">
                          <a:solidFill>
                            <a:srgbClr val="0000CC"/>
                          </a:solidFill>
                          <a:effectLst/>
                          <a:latin typeface="Rockwell" panose="02060603020205020403" pitchFamily="18" charset="0"/>
                        </a:rPr>
                        <a:t>HttpOnly</a:t>
                      </a:r>
                      <a:r>
                        <a:rPr lang="en-US" sz="2000" dirty="0">
                          <a:solidFill>
                            <a:srgbClr val="0000CC"/>
                          </a:solidFill>
                          <a:effectLst/>
                          <a:latin typeface="Rockwell" panose="02060603020205020403" pitchFamily="18" charset="0"/>
                        </a:rPr>
                        <a:t>, Secure)</a:t>
                      </a:r>
                    </a:p>
                    <a:p>
                      <a:pPr>
                        <a:lnSpc>
                          <a:spcPct val="107000"/>
                        </a:lnSpc>
                        <a:spcBef>
                          <a:spcPts val="200"/>
                        </a:spcBef>
                        <a:spcAft>
                          <a:spcPts val="200"/>
                        </a:spcAft>
                      </a:pPr>
                      <a:r>
                        <a:rPr lang="en-US" sz="2000" dirty="0">
                          <a:solidFill>
                            <a:srgbClr val="0000CC"/>
                          </a:solidFill>
                          <a:effectLst/>
                          <a:latin typeface="Rockwell" panose="02060603020205020403" pitchFamily="18" charset="0"/>
                        </a:rPr>
                        <a:t>- Timeout session &amp; logout </a:t>
                      </a:r>
                      <a:r>
                        <a:rPr lang="en-US" sz="2000" dirty="0" err="1">
                          <a:solidFill>
                            <a:srgbClr val="0000CC"/>
                          </a:solidFill>
                          <a:effectLst/>
                          <a:latin typeface="Rockwell" panose="02060603020205020403" pitchFamily="18" charset="0"/>
                        </a:rPr>
                        <a:t>tự</a:t>
                      </a:r>
                      <a:r>
                        <a:rPr lang="en-US" sz="2000" dirty="0">
                          <a:solidFill>
                            <a:srgbClr val="0000CC"/>
                          </a:solidFill>
                          <a:effectLst/>
                          <a:latin typeface="Rockwell" panose="02060603020205020403" pitchFamily="18" charset="0"/>
                        </a:rPr>
                        <a:t> </a:t>
                      </a:r>
                      <a:r>
                        <a:rPr lang="en-US" sz="2000" dirty="0" err="1">
                          <a:solidFill>
                            <a:srgbClr val="0000CC"/>
                          </a:solidFill>
                          <a:effectLst/>
                          <a:latin typeface="Rockwell" panose="02060603020205020403" pitchFamily="18" charset="0"/>
                        </a:rPr>
                        <a:t>động</a:t>
                      </a:r>
                      <a:endParaRPr lang="en-US" sz="2000" dirty="0">
                        <a:solidFill>
                          <a:srgbClr val="0000CC"/>
                        </a:solidFill>
                        <a:effectLst/>
                        <a:latin typeface="Rockwell" panose="02060603020205020403" pitchFamily="18" charset="0"/>
                        <a:ea typeface="Calibri" panose="020F0502020204030204" pitchFamily="34" charset="0"/>
                        <a:cs typeface="Times New Roman" panose="02020603050405020304" pitchFamily="18" charset="0"/>
                      </a:endParaRPr>
                    </a:p>
                  </a:txBody>
                  <a:tcPr marL="58311" marR="58311" marT="0" marB="0" anchor="ctr"/>
                </a:tc>
                <a:extLst>
                  <a:ext uri="{0D108BD9-81ED-4DB2-BD59-A6C34878D82A}">
                    <a16:rowId xmlns:a16="http://schemas.microsoft.com/office/drawing/2014/main" val="1712416277"/>
                  </a:ext>
                </a:extLst>
              </a:tr>
            </a:tbl>
          </a:graphicData>
        </a:graphic>
      </p:graphicFrame>
    </p:spTree>
    <p:extLst>
      <p:ext uri="{BB962C8B-B14F-4D97-AF65-F5344CB8AC3E}">
        <p14:creationId xmlns:p14="http://schemas.microsoft.com/office/powerpoint/2010/main" val="4108035954"/>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764275" y="208102"/>
            <a:ext cx="11041039" cy="812098"/>
          </a:xfrm>
        </p:spPr>
        <p:txBody>
          <a:bodyPr/>
          <a:lstStyle/>
          <a:p>
            <a:pPr>
              <a:lnSpc>
                <a:spcPct val="110000"/>
              </a:lnSpc>
              <a:spcBef>
                <a:spcPts val="600"/>
              </a:spcBef>
              <a:spcAft>
                <a:spcPts val="600"/>
              </a:spcAft>
            </a:pPr>
            <a:r>
              <a:rPr lang="en-US" sz="2800" b="1" dirty="0" smtClean="0">
                <a:solidFill>
                  <a:srgbClr val="0000CC"/>
                </a:solidFill>
                <a:latin typeface="Rockwell" panose="02060603020205020403" pitchFamily="18" charset="0"/>
              </a:rPr>
              <a:t>3.1.4.</a:t>
            </a:r>
            <a:r>
              <a:rPr lang="vi-VN"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B</a:t>
            </a:r>
            <a:r>
              <a:rPr lang="vi-VN"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iện pháp phòng chống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tấn</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công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ứng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dụng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Web</a:t>
            </a:r>
            <a:endParaRPr lang="en-US" sz="2400" dirty="0">
              <a:solidFill>
                <a:srgbClr val="0000CC"/>
              </a:solidFill>
              <a:latin typeface="Rockwell" panose="02060603020205020403" pitchFamily="18" charset="0"/>
            </a:endParaRP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3288693464"/>
              </p:ext>
            </p:extLst>
          </p:nvPr>
        </p:nvGraphicFramePr>
        <p:xfrm>
          <a:off x="764275" y="777921"/>
          <a:ext cx="11427725" cy="5977720"/>
        </p:xfrm>
        <a:graphic>
          <a:graphicData uri="http://schemas.openxmlformats.org/drawingml/2006/table">
            <a:tbl>
              <a:tblPr firstRow="1" firstCol="1" bandRow="1">
                <a:tableStyleId>{5C22544A-7EE6-4342-B048-85BDC9FD1C3A}</a:tableStyleId>
              </a:tblPr>
              <a:tblGrid>
                <a:gridCol w="846161">
                  <a:extLst>
                    <a:ext uri="{9D8B030D-6E8A-4147-A177-3AD203B41FA5}">
                      <a16:colId xmlns:a16="http://schemas.microsoft.com/office/drawing/2014/main" val="1397099957"/>
                    </a:ext>
                  </a:extLst>
                </a:gridCol>
                <a:gridCol w="3848668">
                  <a:extLst>
                    <a:ext uri="{9D8B030D-6E8A-4147-A177-3AD203B41FA5}">
                      <a16:colId xmlns:a16="http://schemas.microsoft.com/office/drawing/2014/main" val="4150787801"/>
                    </a:ext>
                  </a:extLst>
                </a:gridCol>
                <a:gridCol w="6732896">
                  <a:extLst>
                    <a:ext uri="{9D8B030D-6E8A-4147-A177-3AD203B41FA5}">
                      <a16:colId xmlns:a16="http://schemas.microsoft.com/office/drawing/2014/main" val="1806220070"/>
                    </a:ext>
                  </a:extLst>
                </a:gridCol>
              </a:tblGrid>
              <a:tr h="1195544">
                <a:tc>
                  <a:txBody>
                    <a:bodyPr/>
                    <a:lstStyle/>
                    <a:p>
                      <a:pPr algn="ctr">
                        <a:lnSpc>
                          <a:spcPct val="107000"/>
                        </a:lnSpc>
                        <a:spcBef>
                          <a:spcPts val="200"/>
                        </a:spcBef>
                        <a:spcAft>
                          <a:spcPts val="200"/>
                        </a:spcAft>
                      </a:pPr>
                      <a:r>
                        <a:rPr lang="en-US" sz="2000" b="1" kern="1200" baseline="0" dirty="0">
                          <a:solidFill>
                            <a:srgbClr val="0000CC"/>
                          </a:solidFill>
                          <a:latin typeface="Rockwell" panose="02060603020205020403" pitchFamily="18" charset="0"/>
                          <a:ea typeface="Segoe UI Emoji" panose="020B0502040204020203" pitchFamily="34" charset="0"/>
                          <a:cs typeface="Tahoma" panose="020B0604030504040204" pitchFamily="34" charset="0"/>
                        </a:rPr>
                        <a:t>5</a:t>
                      </a:r>
                    </a:p>
                  </a:txBody>
                  <a:tcPr marL="51907" marR="51907" marT="0" marB="0" anchor="ctr"/>
                </a:tc>
                <a:tc>
                  <a:txBody>
                    <a:bodyPr/>
                    <a:lstStyle/>
                    <a:p>
                      <a:pPr>
                        <a:lnSpc>
                          <a:spcPct val="107000"/>
                        </a:lnSpc>
                        <a:spcBef>
                          <a:spcPts val="200"/>
                        </a:spcBef>
                        <a:spcAft>
                          <a:spcPts val="200"/>
                        </a:spcAft>
                      </a:pPr>
                      <a:r>
                        <a:rPr lang="en-US" sz="2400" b="0" kern="1200" baseline="0" dirty="0">
                          <a:solidFill>
                            <a:srgbClr val="0000CC"/>
                          </a:solidFill>
                          <a:latin typeface="Rockwell" panose="02060603020205020403" pitchFamily="18" charset="0"/>
                          <a:ea typeface="Segoe UI Emoji" panose="020B0502040204020203" pitchFamily="34" charset="0"/>
                          <a:cs typeface="Tahoma" panose="020B0604030504040204" pitchFamily="34" charset="0"/>
                        </a:rPr>
                        <a:t>Brute Force</a:t>
                      </a:r>
                      <a:r>
                        <a:rPr lang="en-US" sz="2400" b="0" kern="1200" baseline="0"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a:t>
                      </a:r>
                      <a:br>
                        <a:rPr lang="en-US" sz="2400" b="0" kern="1200" baseline="0"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br>
                      <a:r>
                        <a:rPr lang="en-US" sz="2400" b="0" kern="1200" baseline="0"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Credential </a:t>
                      </a:r>
                      <a:r>
                        <a:rPr lang="en-US" sz="2400" b="0" kern="1200" baseline="0" dirty="0">
                          <a:solidFill>
                            <a:srgbClr val="0000CC"/>
                          </a:solidFill>
                          <a:latin typeface="Rockwell" panose="02060603020205020403" pitchFamily="18" charset="0"/>
                          <a:ea typeface="Segoe UI Emoji" panose="020B0502040204020203" pitchFamily="34" charset="0"/>
                          <a:cs typeface="Tahoma" panose="020B0604030504040204" pitchFamily="34" charset="0"/>
                        </a:rPr>
                        <a:t>Stuffing</a:t>
                      </a:r>
                    </a:p>
                  </a:txBody>
                  <a:tcPr marL="51907" marR="51907" marT="0" marB="0" anchor="ctr"/>
                </a:tc>
                <a:tc>
                  <a:txBody>
                    <a:bodyPr/>
                    <a:lstStyle/>
                    <a:p>
                      <a:pPr>
                        <a:lnSpc>
                          <a:spcPct val="107000"/>
                        </a:lnSpc>
                        <a:spcBef>
                          <a:spcPts val="200"/>
                        </a:spcBef>
                        <a:spcAft>
                          <a:spcPts val="200"/>
                        </a:spcAft>
                      </a:pPr>
                      <a:r>
                        <a:rPr lang="en-US" sz="2000" b="0" kern="1200" baseline="0"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000" b="0" kern="1200" baseline="0"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Giới</a:t>
                      </a:r>
                      <a:r>
                        <a:rPr lang="en-US" sz="2000" b="0" kern="1200" baseline="0"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000" b="0" kern="1200" baseline="0"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hạn</a:t>
                      </a:r>
                      <a:r>
                        <a:rPr lang="en-US" sz="2000" b="0" kern="1200" baseline="0"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000" b="0" kern="1200" baseline="0"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số</a:t>
                      </a:r>
                      <a:r>
                        <a:rPr lang="en-US" sz="2000" b="0" kern="1200" baseline="0"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000" b="0" kern="1200" baseline="0"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lần</a:t>
                      </a:r>
                      <a:r>
                        <a:rPr lang="en-US" sz="2000" b="0" kern="1200" baseline="0"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000" b="0" kern="1200" baseline="0"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đăng</a:t>
                      </a:r>
                      <a:r>
                        <a:rPr lang="en-US" sz="2000" b="0" kern="1200" baseline="0"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000" b="0" kern="1200" baseline="0"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nhập</a:t>
                      </a:r>
                      <a:r>
                        <a:rPr lang="en-US" sz="2000" b="0" kern="1200" baseline="0"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000" b="0" kern="1200" baseline="0"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sai</a:t>
                      </a:r>
                      <a:endParaRPr lang="en-US" sz="2000" b="0" kern="1200" baseline="0" dirty="0">
                        <a:solidFill>
                          <a:srgbClr val="0000CC"/>
                        </a:solidFill>
                        <a:latin typeface="Rockwell" panose="02060603020205020403" pitchFamily="18" charset="0"/>
                        <a:ea typeface="Segoe UI Emoji" panose="020B0502040204020203" pitchFamily="34" charset="0"/>
                        <a:cs typeface="Tahoma" panose="020B0604030504040204" pitchFamily="34" charset="0"/>
                      </a:endParaRPr>
                    </a:p>
                    <a:p>
                      <a:pPr>
                        <a:lnSpc>
                          <a:spcPct val="107000"/>
                        </a:lnSpc>
                        <a:spcBef>
                          <a:spcPts val="200"/>
                        </a:spcBef>
                        <a:spcAft>
                          <a:spcPts val="200"/>
                        </a:spcAft>
                      </a:pPr>
                      <a:r>
                        <a:rPr lang="en-US" sz="2000" b="0" kern="1200" baseline="0" dirty="0">
                          <a:solidFill>
                            <a:srgbClr val="0000CC"/>
                          </a:solidFill>
                          <a:latin typeface="Rockwell" panose="02060603020205020403" pitchFamily="18" charset="0"/>
                          <a:ea typeface="Segoe UI Emoji" panose="020B0502040204020203" pitchFamily="34" charset="0"/>
                          <a:cs typeface="Tahoma" panose="020B0604030504040204" pitchFamily="34" charset="0"/>
                        </a:rPr>
                        <a:t>- CAPTCHA / </a:t>
                      </a:r>
                      <a:r>
                        <a:rPr lang="en-US" sz="2000" b="0" kern="1200" baseline="0"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reCAPTCHA</a:t>
                      </a:r>
                      <a:endParaRPr lang="en-US" sz="2000" b="0" kern="1200" baseline="0" dirty="0">
                        <a:solidFill>
                          <a:srgbClr val="0000CC"/>
                        </a:solidFill>
                        <a:latin typeface="Rockwell" panose="02060603020205020403" pitchFamily="18" charset="0"/>
                        <a:ea typeface="Segoe UI Emoji" panose="020B0502040204020203" pitchFamily="34" charset="0"/>
                        <a:cs typeface="Tahoma" panose="020B0604030504040204" pitchFamily="34" charset="0"/>
                      </a:endParaRPr>
                    </a:p>
                    <a:p>
                      <a:pPr>
                        <a:lnSpc>
                          <a:spcPct val="107000"/>
                        </a:lnSpc>
                        <a:spcBef>
                          <a:spcPts val="200"/>
                        </a:spcBef>
                        <a:spcAft>
                          <a:spcPts val="200"/>
                        </a:spcAft>
                      </a:pPr>
                      <a:r>
                        <a:rPr lang="en-US" sz="2000" b="0" kern="1200" baseline="0"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000" b="0" kern="1200" baseline="0"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Cảnh</a:t>
                      </a:r>
                      <a:r>
                        <a:rPr lang="en-US" sz="2000" b="0" kern="1200" baseline="0"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000" b="0" kern="1200" baseline="0"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báo</a:t>
                      </a:r>
                      <a:r>
                        <a:rPr lang="en-US" sz="2000" b="0" kern="1200" baseline="0" dirty="0">
                          <a:solidFill>
                            <a:srgbClr val="0000CC"/>
                          </a:solidFill>
                          <a:latin typeface="Rockwell" panose="02060603020205020403" pitchFamily="18" charset="0"/>
                          <a:ea typeface="Segoe UI Emoji" panose="020B0502040204020203" pitchFamily="34" charset="0"/>
                          <a:cs typeface="Tahoma" panose="020B0604030504040204" pitchFamily="34" charset="0"/>
                        </a:rPr>
                        <a:t> qua email </a:t>
                      </a:r>
                      <a:r>
                        <a:rPr lang="en-US" sz="2000" b="0" kern="1200" baseline="0"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khi</a:t>
                      </a:r>
                      <a:r>
                        <a:rPr lang="en-US" sz="2000" b="0" kern="1200" baseline="0"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000" b="0" kern="1200" baseline="0"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phát</a:t>
                      </a:r>
                      <a:r>
                        <a:rPr lang="en-US" sz="2000" b="0" kern="1200" baseline="0"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000" b="0" kern="1200" baseline="0"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hiện</a:t>
                      </a:r>
                      <a:r>
                        <a:rPr lang="en-US" sz="2000" b="0" kern="1200" baseline="0"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000" b="0" kern="1200" baseline="0"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đăng</a:t>
                      </a:r>
                      <a:r>
                        <a:rPr lang="en-US" sz="2000" b="0" kern="1200" baseline="0"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000" b="0" kern="1200" baseline="0"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nhập</a:t>
                      </a:r>
                      <a:r>
                        <a:rPr lang="en-US" sz="2000" b="0" kern="1200" baseline="0"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000" b="0" kern="1200" baseline="0"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lạ</a:t>
                      </a:r>
                      <a:endParaRPr lang="en-US" sz="2000" b="0" kern="1200" baseline="0" dirty="0">
                        <a:solidFill>
                          <a:srgbClr val="0000CC"/>
                        </a:solidFill>
                        <a:latin typeface="Rockwell" panose="02060603020205020403" pitchFamily="18" charset="0"/>
                        <a:ea typeface="Segoe UI Emoji" panose="020B0502040204020203" pitchFamily="34" charset="0"/>
                        <a:cs typeface="Tahoma" panose="020B0604030504040204" pitchFamily="34" charset="0"/>
                      </a:endParaRPr>
                    </a:p>
                  </a:txBody>
                  <a:tcPr marL="51907" marR="51907" marT="0" marB="0" anchor="ctr"/>
                </a:tc>
                <a:extLst>
                  <a:ext uri="{0D108BD9-81ED-4DB2-BD59-A6C34878D82A}">
                    <a16:rowId xmlns:a16="http://schemas.microsoft.com/office/drawing/2014/main" val="833124814"/>
                  </a:ext>
                </a:extLst>
              </a:tr>
              <a:tr h="1195544">
                <a:tc>
                  <a:txBody>
                    <a:bodyPr/>
                    <a:lstStyle/>
                    <a:p>
                      <a:pPr algn="ctr">
                        <a:lnSpc>
                          <a:spcPct val="107000"/>
                        </a:lnSpc>
                        <a:spcBef>
                          <a:spcPts val="200"/>
                        </a:spcBef>
                        <a:spcAft>
                          <a:spcPts val="200"/>
                        </a:spcAft>
                      </a:pPr>
                      <a:r>
                        <a:rPr lang="en-US" sz="2000" b="1" kern="1200" baseline="0" dirty="0">
                          <a:solidFill>
                            <a:srgbClr val="0000CC"/>
                          </a:solidFill>
                          <a:latin typeface="Rockwell" panose="02060603020205020403" pitchFamily="18" charset="0"/>
                          <a:ea typeface="Segoe UI Emoji" panose="020B0502040204020203" pitchFamily="34" charset="0"/>
                          <a:cs typeface="Tahoma" panose="020B0604030504040204" pitchFamily="34" charset="0"/>
                        </a:rPr>
                        <a:t>6</a:t>
                      </a:r>
                    </a:p>
                  </a:txBody>
                  <a:tcPr marL="51907" marR="51907" marT="0" marB="0" anchor="ctr"/>
                </a:tc>
                <a:tc>
                  <a:txBody>
                    <a:bodyPr/>
                    <a:lstStyle/>
                    <a:p>
                      <a:pPr>
                        <a:lnSpc>
                          <a:spcPct val="107000"/>
                        </a:lnSpc>
                        <a:spcBef>
                          <a:spcPts val="200"/>
                        </a:spcBef>
                        <a:spcAft>
                          <a:spcPts val="200"/>
                        </a:spcAft>
                      </a:pPr>
                      <a:r>
                        <a:rPr lang="en-US" sz="2400" b="0" kern="1200" baseline="0" dirty="0">
                          <a:solidFill>
                            <a:srgbClr val="0000CC"/>
                          </a:solidFill>
                          <a:latin typeface="Rockwell" panose="02060603020205020403" pitchFamily="18" charset="0"/>
                          <a:ea typeface="Segoe UI Emoji" panose="020B0502040204020203" pitchFamily="34" charset="0"/>
                          <a:cs typeface="Tahoma" panose="020B0604030504040204" pitchFamily="34" charset="0"/>
                        </a:rPr>
                        <a:t>Security Misconfiguration</a:t>
                      </a:r>
                    </a:p>
                  </a:txBody>
                  <a:tcPr marL="51907" marR="51907" marT="0" marB="0" anchor="ctr"/>
                </a:tc>
                <a:tc>
                  <a:txBody>
                    <a:bodyPr/>
                    <a:lstStyle/>
                    <a:p>
                      <a:pPr>
                        <a:lnSpc>
                          <a:spcPct val="107000"/>
                        </a:lnSpc>
                        <a:spcBef>
                          <a:spcPts val="200"/>
                        </a:spcBef>
                        <a:spcAft>
                          <a:spcPts val="200"/>
                        </a:spcAft>
                      </a:pPr>
                      <a:r>
                        <a:rPr lang="en-US" sz="2000" b="0" kern="1200" baseline="0"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000" b="0" kern="1200" baseline="0"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Cập</a:t>
                      </a:r>
                      <a:r>
                        <a:rPr lang="en-US" sz="2000" b="0" kern="1200" baseline="0"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000" b="0" kern="1200" baseline="0"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nhật</a:t>
                      </a:r>
                      <a:r>
                        <a:rPr lang="en-US" sz="2000" b="0" kern="1200" baseline="0"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000" b="0" kern="1200" baseline="0"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định</a:t>
                      </a:r>
                      <a:r>
                        <a:rPr lang="en-US" sz="2000" b="0" kern="1200" baseline="0"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000" b="0" kern="1200" baseline="0"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kỳ</a:t>
                      </a:r>
                      <a:r>
                        <a:rPr lang="en-US" sz="2000" b="0" kern="1200" baseline="0" dirty="0">
                          <a:solidFill>
                            <a:srgbClr val="0000CC"/>
                          </a:solidFill>
                          <a:latin typeface="Rockwell" panose="02060603020205020403" pitchFamily="18" charset="0"/>
                          <a:ea typeface="Segoe UI Emoji" panose="020B0502040204020203" pitchFamily="34" charset="0"/>
                          <a:cs typeface="Tahoma" panose="020B0604030504040204" pitchFamily="34" charset="0"/>
                        </a:rPr>
                        <a:t> server, framework, CMS, plugin</a:t>
                      </a:r>
                    </a:p>
                    <a:p>
                      <a:pPr>
                        <a:lnSpc>
                          <a:spcPct val="107000"/>
                        </a:lnSpc>
                        <a:spcBef>
                          <a:spcPts val="200"/>
                        </a:spcBef>
                        <a:spcAft>
                          <a:spcPts val="200"/>
                        </a:spcAft>
                      </a:pPr>
                      <a:r>
                        <a:rPr lang="en-US" sz="2000" b="0" kern="1200" baseline="0"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000" b="0" kern="1200" baseline="0"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Gỡ</a:t>
                      </a:r>
                      <a:r>
                        <a:rPr lang="en-US" sz="2000" b="0" kern="1200" baseline="0"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000" b="0" kern="1200" baseline="0"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bỏ</a:t>
                      </a:r>
                      <a:r>
                        <a:rPr lang="en-US" sz="2000" b="0" kern="1200" baseline="0"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000" b="0" kern="1200" baseline="0"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dịch</a:t>
                      </a:r>
                      <a:r>
                        <a:rPr lang="en-US" sz="2000" b="0" kern="1200" baseline="0"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000" b="0" kern="1200" baseline="0"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vụ</a:t>
                      </a:r>
                      <a:r>
                        <a:rPr lang="en-US" sz="2000" b="0" kern="1200" baseline="0" dirty="0">
                          <a:solidFill>
                            <a:srgbClr val="0000CC"/>
                          </a:solidFill>
                          <a:latin typeface="Rockwell" panose="02060603020205020403" pitchFamily="18" charset="0"/>
                          <a:ea typeface="Segoe UI Emoji" panose="020B0502040204020203" pitchFamily="34" charset="0"/>
                          <a:cs typeface="Tahoma" panose="020B0604030504040204" pitchFamily="34" charset="0"/>
                        </a:rPr>
                        <a:t>/module </a:t>
                      </a:r>
                      <a:r>
                        <a:rPr lang="en-US" sz="2000" b="0" kern="1200" baseline="0"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không</a:t>
                      </a:r>
                      <a:r>
                        <a:rPr lang="en-US" sz="2000" b="0" kern="1200" baseline="0"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000" b="0" kern="1200" baseline="0"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cần</a:t>
                      </a:r>
                      <a:r>
                        <a:rPr lang="en-US" sz="2000" b="0" kern="1200" baseline="0"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000" b="0" kern="1200" baseline="0"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thiết</a:t>
                      </a:r>
                      <a:endParaRPr lang="en-US" sz="2000" b="0" kern="1200" baseline="0" dirty="0">
                        <a:solidFill>
                          <a:srgbClr val="0000CC"/>
                        </a:solidFill>
                        <a:latin typeface="Rockwell" panose="02060603020205020403" pitchFamily="18" charset="0"/>
                        <a:ea typeface="Segoe UI Emoji" panose="020B0502040204020203" pitchFamily="34" charset="0"/>
                        <a:cs typeface="Tahoma" panose="020B0604030504040204" pitchFamily="34" charset="0"/>
                      </a:endParaRPr>
                    </a:p>
                    <a:p>
                      <a:pPr>
                        <a:lnSpc>
                          <a:spcPct val="107000"/>
                        </a:lnSpc>
                        <a:spcBef>
                          <a:spcPts val="200"/>
                        </a:spcBef>
                        <a:spcAft>
                          <a:spcPts val="200"/>
                        </a:spcAft>
                      </a:pPr>
                      <a:r>
                        <a:rPr lang="en-US" sz="2000" b="0" kern="1200" baseline="0"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000" b="0" kern="1200" baseline="0"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Thiết</a:t>
                      </a:r>
                      <a:r>
                        <a:rPr lang="en-US" sz="2000" b="0" kern="1200" baseline="0"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000" b="0" kern="1200" baseline="0"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lập</a:t>
                      </a:r>
                      <a:r>
                        <a:rPr lang="en-US" sz="2000" b="0" kern="1200" baseline="0"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000" b="0" kern="1200" baseline="0"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quyền</a:t>
                      </a:r>
                      <a:r>
                        <a:rPr lang="en-US" sz="2000" b="0" kern="1200" baseline="0"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000" b="0" kern="1200" baseline="0"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truy</a:t>
                      </a:r>
                      <a:r>
                        <a:rPr lang="en-US" sz="2000" b="0" kern="1200" baseline="0"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000" b="0" kern="1200" baseline="0"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cập</a:t>
                      </a:r>
                      <a:r>
                        <a:rPr lang="en-US" sz="2000" b="0" kern="1200" baseline="0"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000" b="0" kern="1200" baseline="0"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chặt</a:t>
                      </a:r>
                      <a:r>
                        <a:rPr lang="en-US" sz="2000" b="0" kern="1200" baseline="0"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000" b="0" kern="1200" baseline="0"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chẽ</a:t>
                      </a:r>
                      <a:endParaRPr lang="en-US" sz="2000" b="0" kern="1200" baseline="0" dirty="0">
                        <a:solidFill>
                          <a:srgbClr val="0000CC"/>
                        </a:solidFill>
                        <a:latin typeface="Rockwell" panose="02060603020205020403" pitchFamily="18" charset="0"/>
                        <a:ea typeface="Segoe UI Emoji" panose="020B0502040204020203" pitchFamily="34" charset="0"/>
                        <a:cs typeface="Tahoma" panose="020B0604030504040204" pitchFamily="34" charset="0"/>
                      </a:endParaRPr>
                    </a:p>
                  </a:txBody>
                  <a:tcPr marL="51907" marR="51907" marT="0" marB="0" anchor="ctr"/>
                </a:tc>
                <a:extLst>
                  <a:ext uri="{0D108BD9-81ED-4DB2-BD59-A6C34878D82A}">
                    <a16:rowId xmlns:a16="http://schemas.microsoft.com/office/drawing/2014/main" val="3444513678"/>
                  </a:ext>
                </a:extLst>
              </a:tr>
              <a:tr h="1195544">
                <a:tc>
                  <a:txBody>
                    <a:bodyPr/>
                    <a:lstStyle/>
                    <a:p>
                      <a:pPr algn="ctr">
                        <a:lnSpc>
                          <a:spcPct val="107000"/>
                        </a:lnSpc>
                        <a:spcBef>
                          <a:spcPts val="200"/>
                        </a:spcBef>
                        <a:spcAft>
                          <a:spcPts val="200"/>
                        </a:spcAft>
                      </a:pPr>
                      <a:r>
                        <a:rPr lang="en-US" sz="2000" b="1" kern="1200" baseline="0" dirty="0">
                          <a:solidFill>
                            <a:srgbClr val="0000CC"/>
                          </a:solidFill>
                          <a:latin typeface="Rockwell" panose="02060603020205020403" pitchFamily="18" charset="0"/>
                          <a:ea typeface="Segoe UI Emoji" panose="020B0502040204020203" pitchFamily="34" charset="0"/>
                          <a:cs typeface="Tahoma" panose="020B0604030504040204" pitchFamily="34" charset="0"/>
                        </a:rPr>
                        <a:t>7</a:t>
                      </a:r>
                    </a:p>
                  </a:txBody>
                  <a:tcPr marL="51907" marR="51907" marT="0" marB="0" anchor="ctr"/>
                </a:tc>
                <a:tc>
                  <a:txBody>
                    <a:bodyPr/>
                    <a:lstStyle/>
                    <a:p>
                      <a:pPr>
                        <a:lnSpc>
                          <a:spcPct val="107000"/>
                        </a:lnSpc>
                        <a:spcBef>
                          <a:spcPts val="200"/>
                        </a:spcBef>
                        <a:spcAft>
                          <a:spcPts val="200"/>
                        </a:spcAft>
                      </a:pPr>
                      <a:r>
                        <a:rPr lang="en-US" sz="2400" b="0" kern="1200" baseline="0" dirty="0">
                          <a:solidFill>
                            <a:srgbClr val="0000CC"/>
                          </a:solidFill>
                          <a:latin typeface="Rockwell" panose="02060603020205020403" pitchFamily="18" charset="0"/>
                          <a:ea typeface="Segoe UI Emoji" panose="020B0502040204020203" pitchFamily="34" charset="0"/>
                          <a:cs typeface="Tahoma" panose="020B0604030504040204" pitchFamily="34" charset="0"/>
                        </a:rPr>
                        <a:t>Sensitive Data Exposure</a:t>
                      </a:r>
                    </a:p>
                  </a:txBody>
                  <a:tcPr marL="51907" marR="51907" marT="0" marB="0" anchor="ctr"/>
                </a:tc>
                <a:tc>
                  <a:txBody>
                    <a:bodyPr/>
                    <a:lstStyle/>
                    <a:p>
                      <a:pPr>
                        <a:lnSpc>
                          <a:spcPct val="107000"/>
                        </a:lnSpc>
                        <a:spcBef>
                          <a:spcPts val="200"/>
                        </a:spcBef>
                        <a:spcAft>
                          <a:spcPts val="200"/>
                        </a:spcAft>
                      </a:pPr>
                      <a:r>
                        <a:rPr lang="en-US" sz="2000" b="0" kern="1200" baseline="0"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000" b="0" kern="1200" baseline="0"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Sử</a:t>
                      </a:r>
                      <a:r>
                        <a:rPr lang="en-US" sz="2000" b="0" kern="1200" baseline="0"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000" b="0" kern="1200" baseline="0"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dụng</a:t>
                      </a:r>
                      <a:r>
                        <a:rPr lang="en-US" sz="2000" b="0" kern="1200" baseline="0" dirty="0">
                          <a:solidFill>
                            <a:srgbClr val="0000CC"/>
                          </a:solidFill>
                          <a:latin typeface="Rockwell" panose="02060603020205020403" pitchFamily="18" charset="0"/>
                          <a:ea typeface="Segoe UI Emoji" panose="020B0502040204020203" pitchFamily="34" charset="0"/>
                          <a:cs typeface="Tahoma" panose="020B0604030504040204" pitchFamily="34" charset="0"/>
                        </a:rPr>
                        <a:t> HTTPS (SSL/TLS)</a:t>
                      </a:r>
                    </a:p>
                    <a:p>
                      <a:pPr>
                        <a:lnSpc>
                          <a:spcPct val="107000"/>
                        </a:lnSpc>
                        <a:spcBef>
                          <a:spcPts val="200"/>
                        </a:spcBef>
                        <a:spcAft>
                          <a:spcPts val="200"/>
                        </a:spcAft>
                      </a:pPr>
                      <a:r>
                        <a:rPr lang="en-US" sz="2000" b="0" kern="1200" baseline="0" dirty="0">
                          <a:solidFill>
                            <a:srgbClr val="0000CC"/>
                          </a:solidFill>
                          <a:latin typeface="Rockwell" panose="02060603020205020403" pitchFamily="18" charset="0"/>
                          <a:ea typeface="Segoe UI Emoji" panose="020B0502040204020203" pitchFamily="34" charset="0"/>
                          <a:cs typeface="Tahoma" panose="020B0604030504040204" pitchFamily="34" charset="0"/>
                        </a:rPr>
                        <a:t>- Hash + Salt </a:t>
                      </a:r>
                      <a:r>
                        <a:rPr lang="en-US" sz="2000" b="0" kern="1200" baseline="0"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mật</a:t>
                      </a:r>
                      <a:r>
                        <a:rPr lang="en-US" sz="2000" b="0" kern="1200" baseline="0"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000" b="0" kern="1200" baseline="0"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khẩu</a:t>
                      </a:r>
                      <a:r>
                        <a:rPr lang="en-US" sz="2000" b="0" kern="1200" baseline="0"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000" b="0" kern="1200" baseline="0"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bcrypt</a:t>
                      </a:r>
                      <a:r>
                        <a:rPr lang="en-US" sz="2000" b="0" kern="1200" baseline="0"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000" b="0" kern="1200" baseline="0"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Argon2</a:t>
                      </a:r>
                      <a:r>
                        <a:rPr lang="en-US" sz="2000" b="0" kern="1200" baseline="0" dirty="0">
                          <a:solidFill>
                            <a:srgbClr val="0000CC"/>
                          </a:solidFill>
                          <a:latin typeface="Rockwell" panose="02060603020205020403" pitchFamily="18" charset="0"/>
                          <a:ea typeface="Segoe UI Emoji" panose="020B0502040204020203" pitchFamily="34" charset="0"/>
                          <a:cs typeface="Tahoma" panose="020B0604030504040204" pitchFamily="34" charset="0"/>
                        </a:rPr>
                        <a:t>)</a:t>
                      </a:r>
                    </a:p>
                    <a:p>
                      <a:pPr>
                        <a:lnSpc>
                          <a:spcPct val="107000"/>
                        </a:lnSpc>
                        <a:spcBef>
                          <a:spcPts val="200"/>
                        </a:spcBef>
                        <a:spcAft>
                          <a:spcPts val="200"/>
                        </a:spcAft>
                      </a:pPr>
                      <a:r>
                        <a:rPr lang="en-US" sz="2000" b="0" kern="1200" baseline="0"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000" b="0" kern="1200" baseline="0"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Mã</a:t>
                      </a:r>
                      <a:r>
                        <a:rPr lang="en-US" sz="2000" b="0" kern="1200" baseline="0"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000" b="0" kern="1200" baseline="0"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hóa</a:t>
                      </a:r>
                      <a:r>
                        <a:rPr lang="en-US" sz="2000" b="0" kern="1200" baseline="0"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000" b="0" kern="1200" baseline="0"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dữ</a:t>
                      </a:r>
                      <a:r>
                        <a:rPr lang="en-US" sz="2000" b="0" kern="1200" baseline="0"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000" b="0" kern="1200" baseline="0"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liệu</a:t>
                      </a:r>
                      <a:r>
                        <a:rPr lang="en-US" sz="2000" b="0" kern="1200" baseline="0"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000" b="0" kern="1200" baseline="0"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quan</a:t>
                      </a:r>
                      <a:r>
                        <a:rPr lang="en-US" sz="2000" b="0" kern="1200" baseline="0"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000" b="0" kern="1200" baseline="0"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trọng</a:t>
                      </a:r>
                      <a:r>
                        <a:rPr lang="en-US" sz="2000" b="0" kern="1200" baseline="0" dirty="0">
                          <a:solidFill>
                            <a:srgbClr val="0000CC"/>
                          </a:solidFill>
                          <a:latin typeface="Rockwell" panose="02060603020205020403" pitchFamily="18" charset="0"/>
                          <a:ea typeface="Segoe UI Emoji" panose="020B0502040204020203" pitchFamily="34" charset="0"/>
                          <a:cs typeface="Tahoma" panose="020B0604030504040204" pitchFamily="34" charset="0"/>
                        </a:rPr>
                        <a:t> (AES, </a:t>
                      </a:r>
                      <a:r>
                        <a:rPr lang="en-US" sz="2000" b="0" kern="1200" baseline="0"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RSA</a:t>
                      </a:r>
                      <a:r>
                        <a:rPr lang="en-US" sz="2000" b="0" kern="1200" baseline="0" dirty="0">
                          <a:solidFill>
                            <a:srgbClr val="0000CC"/>
                          </a:solidFill>
                          <a:latin typeface="Rockwell" panose="02060603020205020403" pitchFamily="18" charset="0"/>
                          <a:ea typeface="Segoe UI Emoji" panose="020B0502040204020203" pitchFamily="34" charset="0"/>
                          <a:cs typeface="Tahoma" panose="020B0604030504040204" pitchFamily="34" charset="0"/>
                        </a:rPr>
                        <a:t>)</a:t>
                      </a:r>
                    </a:p>
                  </a:txBody>
                  <a:tcPr marL="51907" marR="51907" marT="0" marB="0" anchor="ctr"/>
                </a:tc>
                <a:extLst>
                  <a:ext uri="{0D108BD9-81ED-4DB2-BD59-A6C34878D82A}">
                    <a16:rowId xmlns:a16="http://schemas.microsoft.com/office/drawing/2014/main" val="3946247367"/>
                  </a:ext>
                </a:extLst>
              </a:tr>
              <a:tr h="1195544">
                <a:tc>
                  <a:txBody>
                    <a:bodyPr/>
                    <a:lstStyle/>
                    <a:p>
                      <a:pPr algn="ctr">
                        <a:lnSpc>
                          <a:spcPct val="107000"/>
                        </a:lnSpc>
                        <a:spcBef>
                          <a:spcPts val="200"/>
                        </a:spcBef>
                        <a:spcAft>
                          <a:spcPts val="200"/>
                        </a:spcAft>
                      </a:pPr>
                      <a:r>
                        <a:rPr lang="en-US" sz="2000" b="1" kern="1200" baseline="0" dirty="0">
                          <a:solidFill>
                            <a:srgbClr val="0000CC"/>
                          </a:solidFill>
                          <a:latin typeface="Rockwell" panose="02060603020205020403" pitchFamily="18" charset="0"/>
                          <a:ea typeface="Segoe UI Emoji" panose="020B0502040204020203" pitchFamily="34" charset="0"/>
                          <a:cs typeface="Tahoma" panose="020B0604030504040204" pitchFamily="34" charset="0"/>
                        </a:rPr>
                        <a:t>8</a:t>
                      </a:r>
                    </a:p>
                  </a:txBody>
                  <a:tcPr marL="51907" marR="51907" marT="0" marB="0" anchor="ctr"/>
                </a:tc>
                <a:tc>
                  <a:txBody>
                    <a:bodyPr/>
                    <a:lstStyle/>
                    <a:p>
                      <a:pPr>
                        <a:lnSpc>
                          <a:spcPct val="107000"/>
                        </a:lnSpc>
                        <a:spcBef>
                          <a:spcPts val="200"/>
                        </a:spcBef>
                        <a:spcAft>
                          <a:spcPts val="200"/>
                        </a:spcAft>
                      </a:pPr>
                      <a:r>
                        <a:rPr lang="en-US" sz="2400" b="0" kern="1200" baseline="0" dirty="0">
                          <a:solidFill>
                            <a:srgbClr val="0000CC"/>
                          </a:solidFill>
                          <a:latin typeface="Rockwell" panose="02060603020205020403" pitchFamily="18" charset="0"/>
                          <a:ea typeface="Segoe UI Emoji" panose="020B0502040204020203" pitchFamily="34" charset="0"/>
                          <a:cs typeface="Tahoma" panose="020B0604030504040204" pitchFamily="34" charset="0"/>
                        </a:rPr>
                        <a:t>Man-in-the-Middle (</a:t>
                      </a:r>
                      <a:r>
                        <a:rPr lang="en-US" sz="2400" b="0" kern="1200" baseline="0"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MITM</a:t>
                      </a:r>
                      <a:r>
                        <a:rPr lang="en-US" sz="2400" b="0" kern="1200" baseline="0" dirty="0">
                          <a:solidFill>
                            <a:srgbClr val="0000CC"/>
                          </a:solidFill>
                          <a:latin typeface="Rockwell" panose="02060603020205020403" pitchFamily="18" charset="0"/>
                          <a:ea typeface="Segoe UI Emoji" panose="020B0502040204020203" pitchFamily="34" charset="0"/>
                          <a:cs typeface="Tahoma" panose="020B0604030504040204" pitchFamily="34" charset="0"/>
                        </a:rPr>
                        <a:t>)</a:t>
                      </a:r>
                    </a:p>
                  </a:txBody>
                  <a:tcPr marL="51907" marR="51907" marT="0" marB="0" anchor="ctr"/>
                </a:tc>
                <a:tc>
                  <a:txBody>
                    <a:bodyPr/>
                    <a:lstStyle/>
                    <a:p>
                      <a:pPr>
                        <a:lnSpc>
                          <a:spcPct val="107000"/>
                        </a:lnSpc>
                        <a:spcBef>
                          <a:spcPts val="200"/>
                        </a:spcBef>
                        <a:spcAft>
                          <a:spcPts val="200"/>
                        </a:spcAft>
                      </a:pPr>
                      <a:r>
                        <a:rPr lang="en-US" sz="2000" b="0" kern="1200" baseline="0"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000" b="0" kern="1200" baseline="0"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Bảo</a:t>
                      </a:r>
                      <a:r>
                        <a:rPr lang="en-US" sz="2000" b="0" kern="1200" baseline="0"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000" b="0" kern="1200" baseline="0"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mật</a:t>
                      </a:r>
                      <a:r>
                        <a:rPr lang="en-US" sz="2000" b="0" kern="1200" baseline="0"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000" b="0" kern="1200" baseline="0"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truyền</a:t>
                      </a:r>
                      <a:r>
                        <a:rPr lang="en-US" sz="2000" b="0" kern="1200" baseline="0"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000" b="0" kern="1200" baseline="0"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thông</a:t>
                      </a:r>
                      <a:r>
                        <a:rPr lang="en-US" sz="2000" b="0" kern="1200" baseline="0"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000" b="0" kern="1200" baseline="0"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bằng</a:t>
                      </a:r>
                      <a:r>
                        <a:rPr lang="en-US" sz="2000" b="0" kern="1200" baseline="0" dirty="0">
                          <a:solidFill>
                            <a:srgbClr val="0000CC"/>
                          </a:solidFill>
                          <a:latin typeface="Rockwell" panose="02060603020205020403" pitchFamily="18" charset="0"/>
                          <a:ea typeface="Segoe UI Emoji" panose="020B0502040204020203" pitchFamily="34" charset="0"/>
                          <a:cs typeface="Tahoma" panose="020B0604030504040204" pitchFamily="34" charset="0"/>
                        </a:rPr>
                        <a:t> TLS/SSL</a:t>
                      </a:r>
                    </a:p>
                    <a:p>
                      <a:pPr>
                        <a:lnSpc>
                          <a:spcPct val="107000"/>
                        </a:lnSpc>
                        <a:spcBef>
                          <a:spcPts val="200"/>
                        </a:spcBef>
                        <a:spcAft>
                          <a:spcPts val="200"/>
                        </a:spcAft>
                      </a:pPr>
                      <a:r>
                        <a:rPr lang="en-US" sz="2000" b="0" kern="1200" baseline="0"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000" b="0" kern="1200" baseline="0"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Dùng</a:t>
                      </a:r>
                      <a:r>
                        <a:rPr lang="en-US" sz="2000" b="0" kern="1200" baseline="0" dirty="0">
                          <a:solidFill>
                            <a:srgbClr val="0000CC"/>
                          </a:solidFill>
                          <a:latin typeface="Rockwell" panose="02060603020205020403" pitchFamily="18" charset="0"/>
                          <a:ea typeface="Segoe UI Emoji" panose="020B0502040204020203" pitchFamily="34" charset="0"/>
                          <a:cs typeface="Tahoma" panose="020B0604030504040204" pitchFamily="34" charset="0"/>
                        </a:rPr>
                        <a:t> VPN </a:t>
                      </a:r>
                      <a:r>
                        <a:rPr lang="en-US" sz="2000" b="0" kern="1200" baseline="0"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cho</a:t>
                      </a:r>
                      <a:r>
                        <a:rPr lang="en-US" sz="2000" b="0" kern="1200" baseline="0"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000" b="0" kern="1200" baseline="0"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kết</a:t>
                      </a:r>
                      <a:r>
                        <a:rPr lang="en-US" sz="2000" b="0" kern="1200" baseline="0"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000" b="0" kern="1200" baseline="0"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nối</a:t>
                      </a:r>
                      <a:r>
                        <a:rPr lang="en-US" sz="2000" b="0" kern="1200" baseline="0"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000" b="0" kern="1200" baseline="0"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nội</a:t>
                      </a:r>
                      <a:r>
                        <a:rPr lang="en-US" sz="2000" b="0" kern="1200" baseline="0"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000" b="0" kern="1200" baseline="0"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bộ</a:t>
                      </a:r>
                      <a:endParaRPr lang="en-US" sz="2000" b="0" kern="1200" baseline="0" dirty="0">
                        <a:solidFill>
                          <a:srgbClr val="0000CC"/>
                        </a:solidFill>
                        <a:latin typeface="Rockwell" panose="02060603020205020403" pitchFamily="18" charset="0"/>
                        <a:ea typeface="Segoe UI Emoji" panose="020B0502040204020203" pitchFamily="34" charset="0"/>
                        <a:cs typeface="Tahoma" panose="020B0604030504040204" pitchFamily="34" charset="0"/>
                      </a:endParaRPr>
                    </a:p>
                    <a:p>
                      <a:pPr>
                        <a:lnSpc>
                          <a:spcPct val="107000"/>
                        </a:lnSpc>
                        <a:spcBef>
                          <a:spcPts val="200"/>
                        </a:spcBef>
                        <a:spcAft>
                          <a:spcPts val="200"/>
                        </a:spcAft>
                      </a:pPr>
                      <a:r>
                        <a:rPr lang="en-US" sz="2000" b="0" kern="1200" baseline="0"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000" b="0" kern="1200" baseline="0"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Xác</a:t>
                      </a:r>
                      <a:r>
                        <a:rPr lang="en-US" sz="2000" b="0" kern="1200" baseline="0"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000" b="0" kern="1200" baseline="0"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thực</a:t>
                      </a:r>
                      <a:r>
                        <a:rPr lang="en-US" sz="2000" b="0" kern="1200" baseline="0" dirty="0">
                          <a:solidFill>
                            <a:srgbClr val="0000CC"/>
                          </a:solidFill>
                          <a:latin typeface="Rockwell" panose="02060603020205020403" pitchFamily="18" charset="0"/>
                          <a:ea typeface="Segoe UI Emoji" panose="020B0502040204020203" pitchFamily="34" charset="0"/>
                          <a:cs typeface="Tahoma" panose="020B0604030504040204" pitchFamily="34" charset="0"/>
                        </a:rPr>
                        <a:t> certificate </a:t>
                      </a:r>
                      <a:r>
                        <a:rPr lang="en-US" sz="2000" b="0" kern="1200" baseline="0"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đúng</a:t>
                      </a:r>
                      <a:endParaRPr lang="en-US" sz="2000" b="0" kern="1200" baseline="0" dirty="0">
                        <a:solidFill>
                          <a:srgbClr val="0000CC"/>
                        </a:solidFill>
                        <a:latin typeface="Rockwell" panose="02060603020205020403" pitchFamily="18" charset="0"/>
                        <a:ea typeface="Segoe UI Emoji" panose="020B0502040204020203" pitchFamily="34" charset="0"/>
                        <a:cs typeface="Tahoma" panose="020B0604030504040204" pitchFamily="34" charset="0"/>
                      </a:endParaRPr>
                    </a:p>
                  </a:txBody>
                  <a:tcPr marL="51907" marR="51907" marT="0" marB="0" anchor="ctr"/>
                </a:tc>
                <a:extLst>
                  <a:ext uri="{0D108BD9-81ED-4DB2-BD59-A6C34878D82A}">
                    <a16:rowId xmlns:a16="http://schemas.microsoft.com/office/drawing/2014/main" val="3998161678"/>
                  </a:ext>
                </a:extLst>
              </a:tr>
              <a:tr h="1195544">
                <a:tc>
                  <a:txBody>
                    <a:bodyPr/>
                    <a:lstStyle/>
                    <a:p>
                      <a:pPr algn="ctr">
                        <a:lnSpc>
                          <a:spcPct val="107000"/>
                        </a:lnSpc>
                        <a:spcBef>
                          <a:spcPts val="200"/>
                        </a:spcBef>
                        <a:spcAft>
                          <a:spcPts val="200"/>
                        </a:spcAft>
                      </a:pPr>
                      <a:r>
                        <a:rPr lang="en-US" sz="2000" b="1" kern="1200" baseline="0" dirty="0">
                          <a:solidFill>
                            <a:srgbClr val="0000CC"/>
                          </a:solidFill>
                          <a:latin typeface="Rockwell" panose="02060603020205020403" pitchFamily="18" charset="0"/>
                          <a:ea typeface="Segoe UI Emoji" panose="020B0502040204020203" pitchFamily="34" charset="0"/>
                          <a:cs typeface="Tahoma" panose="020B0604030504040204" pitchFamily="34" charset="0"/>
                        </a:rPr>
                        <a:t>9</a:t>
                      </a:r>
                    </a:p>
                  </a:txBody>
                  <a:tcPr marL="51907" marR="51907" marT="0" marB="0" anchor="ctr"/>
                </a:tc>
                <a:tc>
                  <a:txBody>
                    <a:bodyPr/>
                    <a:lstStyle/>
                    <a:p>
                      <a:pPr>
                        <a:lnSpc>
                          <a:spcPct val="107000"/>
                        </a:lnSpc>
                        <a:spcBef>
                          <a:spcPts val="200"/>
                        </a:spcBef>
                        <a:spcAft>
                          <a:spcPts val="200"/>
                        </a:spcAft>
                      </a:pPr>
                      <a:r>
                        <a:rPr lang="en-US" sz="2400" b="0" kern="1200" baseline="0" dirty="0">
                          <a:solidFill>
                            <a:srgbClr val="0000CC"/>
                          </a:solidFill>
                          <a:latin typeface="Rockwell" panose="02060603020205020403" pitchFamily="18" charset="0"/>
                          <a:ea typeface="Segoe UI Emoji" panose="020B0502040204020203" pitchFamily="34" charset="0"/>
                          <a:cs typeface="Tahoma" panose="020B0604030504040204" pitchFamily="34" charset="0"/>
                        </a:rPr>
                        <a:t>Phishing Web</a:t>
                      </a:r>
                    </a:p>
                  </a:txBody>
                  <a:tcPr marL="51907" marR="51907" marT="0" marB="0" anchor="ctr"/>
                </a:tc>
                <a:tc>
                  <a:txBody>
                    <a:bodyPr/>
                    <a:lstStyle/>
                    <a:p>
                      <a:pPr>
                        <a:lnSpc>
                          <a:spcPct val="107000"/>
                        </a:lnSpc>
                        <a:spcBef>
                          <a:spcPts val="200"/>
                        </a:spcBef>
                        <a:spcAft>
                          <a:spcPts val="200"/>
                        </a:spcAft>
                      </a:pPr>
                      <a:r>
                        <a:rPr lang="en-US" sz="2000" b="0" kern="1200" baseline="0"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000" b="0" kern="1200" baseline="0"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Kiểm</a:t>
                      </a:r>
                      <a:r>
                        <a:rPr lang="en-US" sz="2000" b="0" kern="1200" baseline="0"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000" b="0" kern="1200" baseline="0"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tra</a:t>
                      </a:r>
                      <a:r>
                        <a:rPr lang="en-US" sz="2000" b="0" kern="1200" baseline="0" dirty="0">
                          <a:solidFill>
                            <a:srgbClr val="0000CC"/>
                          </a:solidFill>
                          <a:latin typeface="Rockwell" panose="02060603020205020403" pitchFamily="18" charset="0"/>
                          <a:ea typeface="Segoe UI Emoji" panose="020B0502040204020203" pitchFamily="34" charset="0"/>
                          <a:cs typeface="Tahoma" panose="020B0604030504040204" pitchFamily="34" charset="0"/>
                        </a:rPr>
                        <a:t> &amp; </a:t>
                      </a:r>
                      <a:r>
                        <a:rPr lang="en-US" sz="2000" b="0" kern="1200" baseline="0"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xác</a:t>
                      </a:r>
                      <a:r>
                        <a:rPr lang="en-US" sz="2000" b="0" kern="1200" baseline="0"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000" b="0" kern="1200" baseline="0"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thực</a:t>
                      </a:r>
                      <a:r>
                        <a:rPr lang="en-US" sz="2000" b="0" kern="1200" baseline="0" dirty="0">
                          <a:solidFill>
                            <a:srgbClr val="0000CC"/>
                          </a:solidFill>
                          <a:latin typeface="Rockwell" panose="02060603020205020403" pitchFamily="18" charset="0"/>
                          <a:ea typeface="Segoe UI Emoji" panose="020B0502040204020203" pitchFamily="34" charset="0"/>
                          <a:cs typeface="Tahoma" panose="020B0604030504040204" pitchFamily="34" charset="0"/>
                        </a:rPr>
                        <a:t> domain/URL</a:t>
                      </a:r>
                    </a:p>
                    <a:p>
                      <a:pPr>
                        <a:lnSpc>
                          <a:spcPct val="107000"/>
                        </a:lnSpc>
                        <a:spcBef>
                          <a:spcPts val="200"/>
                        </a:spcBef>
                        <a:spcAft>
                          <a:spcPts val="200"/>
                        </a:spcAft>
                      </a:pPr>
                      <a:r>
                        <a:rPr lang="en-US" sz="2000" b="0" kern="1200" baseline="0"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000" b="0" kern="1200" baseline="0"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Cảnh</a:t>
                      </a:r>
                      <a:r>
                        <a:rPr lang="en-US" sz="2000" b="0" kern="1200" baseline="0"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000" b="0" kern="1200" baseline="0"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báo</a:t>
                      </a:r>
                      <a:r>
                        <a:rPr lang="en-US" sz="2000" b="0" kern="1200" baseline="0"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000" b="0" kern="1200" baseline="0"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người</a:t>
                      </a:r>
                      <a:r>
                        <a:rPr lang="en-US" sz="2000" b="0" kern="1200" baseline="0"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000" b="0" kern="1200" baseline="0"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dùng</a:t>
                      </a:r>
                      <a:r>
                        <a:rPr lang="en-US" sz="2000" b="0" kern="1200" baseline="0"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000" b="0" kern="1200" baseline="0"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về</a:t>
                      </a:r>
                      <a:r>
                        <a:rPr lang="en-US" sz="2000" b="0" kern="1200" baseline="0"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000" b="0" kern="1200" baseline="0"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trang</a:t>
                      </a:r>
                      <a:r>
                        <a:rPr lang="en-US" sz="2000" b="0" kern="1200" baseline="0"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000" b="0" kern="1200" baseline="0"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giả</a:t>
                      </a:r>
                      <a:r>
                        <a:rPr lang="en-US" sz="2000" b="0" kern="1200" baseline="0"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000" b="0" kern="1200" baseline="0"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mạo</a:t>
                      </a:r>
                      <a:endParaRPr lang="en-US" sz="2000" b="0" kern="1200" baseline="0" dirty="0">
                        <a:solidFill>
                          <a:srgbClr val="0000CC"/>
                        </a:solidFill>
                        <a:latin typeface="Rockwell" panose="02060603020205020403" pitchFamily="18" charset="0"/>
                        <a:ea typeface="Segoe UI Emoji" panose="020B0502040204020203" pitchFamily="34" charset="0"/>
                        <a:cs typeface="Tahoma" panose="020B0604030504040204" pitchFamily="34" charset="0"/>
                      </a:endParaRPr>
                    </a:p>
                    <a:p>
                      <a:pPr>
                        <a:lnSpc>
                          <a:spcPct val="107000"/>
                        </a:lnSpc>
                        <a:spcBef>
                          <a:spcPts val="200"/>
                        </a:spcBef>
                        <a:spcAft>
                          <a:spcPts val="200"/>
                        </a:spcAft>
                      </a:pPr>
                      <a:r>
                        <a:rPr lang="en-US" sz="2000" b="0" kern="1200" baseline="0"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000" b="0" kern="1200" baseline="0"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Triển</a:t>
                      </a:r>
                      <a:r>
                        <a:rPr lang="en-US" sz="2000" b="0" kern="1200" baseline="0"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000" b="0" kern="1200" baseline="0"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khai</a:t>
                      </a:r>
                      <a:r>
                        <a:rPr lang="en-US" sz="2000" b="0" kern="1200" baseline="0"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000" b="0" kern="1200" baseline="0"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DMARC</a:t>
                      </a:r>
                      <a:r>
                        <a:rPr lang="en-US" sz="2000" b="0" kern="1200" baseline="0" dirty="0">
                          <a:solidFill>
                            <a:srgbClr val="0000CC"/>
                          </a:solidFill>
                          <a:latin typeface="Rockwell" panose="02060603020205020403" pitchFamily="18" charset="0"/>
                          <a:ea typeface="Segoe UI Emoji" panose="020B0502040204020203" pitchFamily="34" charset="0"/>
                          <a:cs typeface="Tahoma" panose="020B0604030504040204" pitchFamily="34" charset="0"/>
                        </a:rPr>
                        <a:t>, SPF, </a:t>
                      </a:r>
                      <a:r>
                        <a:rPr lang="en-US" sz="2000" b="0" kern="1200" baseline="0"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DKIM</a:t>
                      </a:r>
                      <a:r>
                        <a:rPr lang="en-US" sz="2000" b="0" kern="1200" baseline="0"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000" b="0" kern="1200" baseline="0"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để</a:t>
                      </a:r>
                      <a:r>
                        <a:rPr lang="en-US" sz="2000" b="0" kern="1200" baseline="0"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000" b="0" kern="1200" baseline="0"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chống</a:t>
                      </a:r>
                      <a:r>
                        <a:rPr lang="en-US" sz="2000" b="0" kern="1200" baseline="0" dirty="0">
                          <a:solidFill>
                            <a:srgbClr val="0000CC"/>
                          </a:solidFill>
                          <a:latin typeface="Rockwell" panose="02060603020205020403" pitchFamily="18" charset="0"/>
                          <a:ea typeface="Segoe UI Emoji" panose="020B0502040204020203" pitchFamily="34" charset="0"/>
                          <a:cs typeface="Tahoma" panose="020B0604030504040204" pitchFamily="34" charset="0"/>
                        </a:rPr>
                        <a:t> email </a:t>
                      </a:r>
                      <a:r>
                        <a:rPr lang="en-US" sz="2000" b="0" kern="1200" baseline="0"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giả</a:t>
                      </a:r>
                      <a:r>
                        <a:rPr lang="en-US" sz="2000" b="0" kern="1200" baseline="0"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000" b="0" kern="1200" baseline="0"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mạo</a:t>
                      </a:r>
                      <a:endParaRPr lang="en-US" sz="2000" b="0" kern="1200" baseline="0" dirty="0">
                        <a:solidFill>
                          <a:srgbClr val="0000CC"/>
                        </a:solidFill>
                        <a:latin typeface="Rockwell" panose="02060603020205020403" pitchFamily="18" charset="0"/>
                        <a:ea typeface="Segoe UI Emoji" panose="020B0502040204020203" pitchFamily="34" charset="0"/>
                        <a:cs typeface="Tahoma" panose="020B0604030504040204" pitchFamily="34" charset="0"/>
                      </a:endParaRPr>
                    </a:p>
                  </a:txBody>
                  <a:tcPr marL="51907" marR="51907" marT="0" marB="0" anchor="ctr"/>
                </a:tc>
                <a:extLst>
                  <a:ext uri="{0D108BD9-81ED-4DB2-BD59-A6C34878D82A}">
                    <a16:rowId xmlns:a16="http://schemas.microsoft.com/office/drawing/2014/main" val="2735408888"/>
                  </a:ext>
                </a:extLst>
              </a:tr>
            </a:tbl>
          </a:graphicData>
        </a:graphic>
      </p:graphicFrame>
    </p:spTree>
    <p:extLst>
      <p:ext uri="{BB962C8B-B14F-4D97-AF65-F5344CB8AC3E}">
        <p14:creationId xmlns:p14="http://schemas.microsoft.com/office/powerpoint/2010/main" val="1785621521"/>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371599" y="876869"/>
            <a:ext cx="10242645" cy="528851"/>
          </a:xfrm>
        </p:spPr>
        <p:txBody>
          <a:bodyPr/>
          <a:lstStyle/>
          <a:p>
            <a:pPr>
              <a:lnSpc>
                <a:spcPct val="100000"/>
              </a:lnSpc>
              <a:spcBef>
                <a:spcPts val="600"/>
              </a:spcBef>
              <a:spcAft>
                <a:spcPts val="600"/>
              </a:spcAft>
            </a:pPr>
            <a:r>
              <a:rPr lang="en-US" sz="2800" b="1" dirty="0" smtClean="0">
                <a:solidFill>
                  <a:srgbClr val="0000CC"/>
                </a:solidFill>
                <a:latin typeface="Rockwell" panose="02060603020205020403" pitchFamily="18" charset="0"/>
              </a:rPr>
              <a:t>3.1.5.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Chính</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sách</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vi-VN"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bảo mật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ứng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dụng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Web</a:t>
            </a:r>
            <a:endParaRPr lang="vi-VN"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371600" y="1539263"/>
            <a:ext cx="10242644" cy="4382729"/>
          </a:xfrm>
        </p:spPr>
        <p:txBody>
          <a:bodyPr/>
          <a:lstStyle/>
          <a:p>
            <a:pPr marL="0" indent="0" algn="just">
              <a:spcBef>
                <a:spcPts val="600"/>
              </a:spcBef>
              <a:spcAft>
                <a:spcPts val="600"/>
              </a:spcAft>
              <a:buNone/>
            </a:pPr>
            <a:r>
              <a:rPr lang="vi-VN" dirty="0" smtClean="0">
                <a:solidFill>
                  <a:srgbClr val="0000CC"/>
                </a:solidFill>
                <a:latin typeface="Rockwell" panose="02060603020205020403" pitchFamily="18" charset="0"/>
                <a:ea typeface="+mj-ea"/>
                <a:cs typeface="+mj-cs"/>
              </a:rPr>
              <a:t>Để </a:t>
            </a:r>
            <a:r>
              <a:rPr lang="vi-VN" dirty="0">
                <a:solidFill>
                  <a:srgbClr val="0000CC"/>
                </a:solidFill>
                <a:latin typeface="Rockwell" panose="02060603020205020403" pitchFamily="18" charset="0"/>
                <a:ea typeface="+mj-ea"/>
                <a:cs typeface="+mj-cs"/>
              </a:rPr>
              <a:t>đảm bảo an toàn cho ứng dụng web, ngoài các biện pháp kỹ thuật, doanh nghiệp cần ban hành và thực thi chính sách bảo mật tổng thể. </a:t>
            </a:r>
            <a:endParaRPr lang="en-US" dirty="0" smtClean="0">
              <a:solidFill>
                <a:srgbClr val="0000CC"/>
              </a:solidFill>
              <a:latin typeface="Rockwell" panose="02060603020205020403" pitchFamily="18" charset="0"/>
              <a:ea typeface="+mj-ea"/>
              <a:cs typeface="+mj-cs"/>
            </a:endParaRPr>
          </a:p>
          <a:p>
            <a:pPr marL="0" indent="0" algn="just">
              <a:spcBef>
                <a:spcPts val="600"/>
              </a:spcBef>
              <a:spcAft>
                <a:spcPts val="600"/>
              </a:spcAft>
              <a:buNone/>
            </a:pPr>
            <a:r>
              <a:rPr lang="vi-VN" dirty="0" smtClean="0">
                <a:solidFill>
                  <a:srgbClr val="0000CC"/>
                </a:solidFill>
                <a:latin typeface="Rockwell" panose="02060603020205020403" pitchFamily="18" charset="0"/>
                <a:ea typeface="+mj-ea"/>
                <a:cs typeface="+mj-cs"/>
              </a:rPr>
              <a:t>Nội </a:t>
            </a:r>
            <a:r>
              <a:rPr lang="vi-VN" dirty="0">
                <a:solidFill>
                  <a:srgbClr val="0000CC"/>
                </a:solidFill>
                <a:latin typeface="Rockwell" panose="02060603020205020403" pitchFamily="18" charset="0"/>
                <a:ea typeface="+mj-ea"/>
                <a:cs typeface="+mj-cs"/>
              </a:rPr>
              <a:t>dung chi tiết bao gồm:</a:t>
            </a:r>
          </a:p>
          <a:p>
            <a:pPr marL="0" indent="0">
              <a:spcBef>
                <a:spcPts val="600"/>
              </a:spcBef>
              <a:spcAft>
                <a:spcPts val="600"/>
              </a:spcAft>
              <a:buNone/>
            </a:pPr>
            <a:r>
              <a:rPr lang="vi-VN" b="1" dirty="0">
                <a:solidFill>
                  <a:srgbClr val="0000CC"/>
                </a:solidFill>
                <a:latin typeface="Rockwell" panose="02060603020205020403" pitchFamily="18" charset="0"/>
                <a:ea typeface="+mj-ea"/>
                <a:cs typeface="+mj-cs"/>
              </a:rPr>
              <a:t>1. Áp dụng tiêu chuẩn OWASP Top 10 trong phát triển</a:t>
            </a:r>
          </a:p>
          <a:p>
            <a:pPr>
              <a:spcBef>
                <a:spcPts val="600"/>
              </a:spcBef>
              <a:spcAft>
                <a:spcPts val="600"/>
              </a:spcAft>
            </a:pPr>
            <a:r>
              <a:rPr lang="vi-VN" dirty="0">
                <a:solidFill>
                  <a:srgbClr val="0000CC"/>
                </a:solidFill>
                <a:latin typeface="Rockwell" panose="02060603020205020403" pitchFamily="18" charset="0"/>
                <a:ea typeface="+mj-ea"/>
                <a:cs typeface="+mj-cs"/>
              </a:rPr>
              <a:t>OWASP Top 10 là danh sách 10 lỗ hổng bảo mật web phổ biến nhất, được cập nhật định kỳ.</a:t>
            </a:r>
          </a:p>
          <a:p>
            <a:pPr>
              <a:spcBef>
                <a:spcPts val="600"/>
              </a:spcBef>
              <a:spcAft>
                <a:spcPts val="600"/>
              </a:spcAft>
            </a:pPr>
            <a:r>
              <a:rPr lang="vi-VN" dirty="0">
                <a:solidFill>
                  <a:srgbClr val="0000CC"/>
                </a:solidFill>
                <a:latin typeface="Rockwell" panose="02060603020205020403" pitchFamily="18" charset="0"/>
                <a:ea typeface="+mj-ea"/>
                <a:cs typeface="+mj-cs"/>
              </a:rPr>
              <a:t>Chính sách yêu cầu đội ngũ phát triển phải:</a:t>
            </a:r>
          </a:p>
          <a:p>
            <a:pPr lvl="1">
              <a:spcBef>
                <a:spcPts val="600"/>
              </a:spcBef>
              <a:spcAft>
                <a:spcPts val="600"/>
              </a:spcAft>
            </a:pPr>
            <a:r>
              <a:rPr lang="vi-VN" dirty="0">
                <a:solidFill>
                  <a:srgbClr val="0000CC"/>
                </a:solidFill>
                <a:latin typeface="Rockwell" panose="02060603020205020403" pitchFamily="18" charset="0"/>
                <a:ea typeface="+mj-ea"/>
                <a:cs typeface="+mj-cs"/>
              </a:rPr>
              <a:t>Kiểm tra code nhằm tránh các lỗ hổng như SQL Injection, XSS, CSRF, v.v</a:t>
            </a:r>
            <a:r>
              <a:rPr lang="vi-VN" dirty="0" smtClean="0">
                <a:solidFill>
                  <a:srgbClr val="0000CC"/>
                </a:solidFill>
                <a:latin typeface="Rockwell" panose="02060603020205020403" pitchFamily="18" charset="0"/>
                <a:ea typeface="+mj-ea"/>
                <a:cs typeface="+mj-cs"/>
              </a:rPr>
              <a:t>.</a:t>
            </a:r>
            <a:r>
              <a:rPr lang="en-US" dirty="0" smtClean="0">
                <a:solidFill>
                  <a:srgbClr val="0000CC"/>
                </a:solidFill>
                <a:latin typeface="Rockwell" panose="02060603020205020403" pitchFamily="18" charset="0"/>
                <a:ea typeface="+mj-ea"/>
                <a:cs typeface="+mj-cs"/>
              </a:rPr>
              <a:t>; </a:t>
            </a:r>
            <a:r>
              <a:rPr lang="vi-VN" dirty="0" smtClean="0">
                <a:solidFill>
                  <a:srgbClr val="0000CC"/>
                </a:solidFill>
                <a:latin typeface="Rockwell" panose="02060603020205020403" pitchFamily="18" charset="0"/>
                <a:ea typeface="+mj-ea"/>
                <a:cs typeface="+mj-cs"/>
              </a:rPr>
              <a:t>Áp </a:t>
            </a:r>
            <a:r>
              <a:rPr lang="vi-VN" dirty="0">
                <a:solidFill>
                  <a:srgbClr val="0000CC"/>
                </a:solidFill>
                <a:latin typeface="Rockwell" panose="02060603020205020403" pitchFamily="18" charset="0"/>
                <a:ea typeface="+mj-ea"/>
                <a:cs typeface="+mj-cs"/>
              </a:rPr>
              <a:t>dụng secure coding guidelines.</a:t>
            </a:r>
          </a:p>
          <a:p>
            <a:pPr lvl="1">
              <a:spcBef>
                <a:spcPts val="600"/>
              </a:spcBef>
              <a:spcAft>
                <a:spcPts val="600"/>
              </a:spcAft>
            </a:pPr>
            <a:r>
              <a:rPr lang="vi-VN" dirty="0">
                <a:solidFill>
                  <a:srgbClr val="0000CC"/>
                </a:solidFill>
                <a:latin typeface="Rockwell" panose="02060603020205020403" pitchFamily="18" charset="0"/>
                <a:ea typeface="+mj-ea"/>
                <a:cs typeface="+mj-cs"/>
              </a:rPr>
              <a:t>Thực hiện kiểm thử bảo mật (security testing) song song với kiểm thử chức năng.</a:t>
            </a:r>
            <a:r>
              <a:rPr lang="en-US" dirty="0" smtClean="0">
                <a:solidFill>
                  <a:srgbClr val="0000CC"/>
                </a:solidFill>
                <a:latin typeface="Rockwell" panose="02060603020205020403" pitchFamily="18" charset="0"/>
                <a:ea typeface="+mj-ea"/>
                <a:cs typeface="+mj-cs"/>
              </a:rPr>
              <a:t> </a:t>
            </a:r>
            <a:endParaRPr lang="vi-VN" dirty="0">
              <a:solidFill>
                <a:srgbClr val="0000CC"/>
              </a:solidFill>
              <a:latin typeface="Rockwell" panose="02060603020205020403" pitchFamily="18" charset="0"/>
              <a:ea typeface="+mj-ea"/>
              <a:cs typeface="+mj-cs"/>
            </a:endParaRPr>
          </a:p>
          <a:p>
            <a:endParaRPr lang="en-US" dirty="0"/>
          </a:p>
        </p:txBody>
      </p:sp>
    </p:spTree>
    <p:extLst>
      <p:ext uri="{BB962C8B-B14F-4D97-AF65-F5344CB8AC3E}">
        <p14:creationId xmlns:p14="http://schemas.microsoft.com/office/powerpoint/2010/main" val="1515752435"/>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371599" y="876869"/>
            <a:ext cx="10242645" cy="528851"/>
          </a:xfrm>
        </p:spPr>
        <p:txBody>
          <a:bodyPr/>
          <a:lstStyle/>
          <a:p>
            <a:pPr>
              <a:lnSpc>
                <a:spcPct val="100000"/>
              </a:lnSpc>
              <a:spcBef>
                <a:spcPts val="600"/>
              </a:spcBef>
              <a:spcAft>
                <a:spcPts val="600"/>
              </a:spcAft>
            </a:pPr>
            <a:r>
              <a:rPr lang="en-US" sz="2800" b="1" dirty="0" smtClean="0">
                <a:solidFill>
                  <a:srgbClr val="0000CC"/>
                </a:solidFill>
                <a:latin typeface="Rockwell" panose="02060603020205020403" pitchFamily="18" charset="0"/>
              </a:rPr>
              <a:t>3.1.5.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Chính</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sách</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vi-VN"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bảo mật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ứng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dụng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Web</a:t>
            </a:r>
            <a:endParaRPr lang="vi-VN"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371600" y="1539263"/>
            <a:ext cx="10242644" cy="4382729"/>
          </a:xfrm>
        </p:spPr>
        <p:txBody>
          <a:bodyPr/>
          <a:lstStyle/>
          <a:p>
            <a:pPr marL="0" indent="0">
              <a:spcBef>
                <a:spcPts val="600"/>
              </a:spcBef>
              <a:spcAft>
                <a:spcPts val="600"/>
              </a:spcAft>
              <a:buNone/>
            </a:pPr>
            <a:r>
              <a:rPr lang="vi-VN" b="1" dirty="0" smtClean="0">
                <a:solidFill>
                  <a:srgbClr val="0000CC"/>
                </a:solidFill>
                <a:latin typeface="Rockwell" panose="02060603020205020403" pitchFamily="18" charset="0"/>
                <a:ea typeface="+mj-ea"/>
                <a:cs typeface="+mj-cs"/>
              </a:rPr>
              <a:t>2</a:t>
            </a:r>
            <a:r>
              <a:rPr lang="vi-VN" b="1" dirty="0">
                <a:solidFill>
                  <a:srgbClr val="0000CC"/>
                </a:solidFill>
                <a:latin typeface="Rockwell" panose="02060603020205020403" pitchFamily="18" charset="0"/>
                <a:ea typeface="+mj-ea"/>
                <a:cs typeface="+mj-cs"/>
              </a:rPr>
              <a:t>. Quy trình DevSecOps: </a:t>
            </a:r>
            <a:r>
              <a:rPr lang="en-US" b="1" dirty="0" smtClean="0">
                <a:solidFill>
                  <a:srgbClr val="0000CC"/>
                </a:solidFill>
                <a:latin typeface="Rockwell" panose="02060603020205020403" pitchFamily="18" charset="0"/>
                <a:ea typeface="+mj-ea"/>
                <a:cs typeface="+mj-cs"/>
              </a:rPr>
              <a:t>T</a:t>
            </a:r>
            <a:r>
              <a:rPr lang="vi-VN" b="1" dirty="0" smtClean="0">
                <a:solidFill>
                  <a:srgbClr val="0000CC"/>
                </a:solidFill>
                <a:latin typeface="Rockwell" panose="02060603020205020403" pitchFamily="18" charset="0"/>
                <a:ea typeface="+mj-ea"/>
                <a:cs typeface="+mj-cs"/>
              </a:rPr>
              <a:t>ích </a:t>
            </a:r>
            <a:r>
              <a:rPr lang="vi-VN" b="1" dirty="0">
                <a:solidFill>
                  <a:srgbClr val="0000CC"/>
                </a:solidFill>
                <a:latin typeface="Rockwell" panose="02060603020205020403" pitchFamily="18" charset="0"/>
                <a:ea typeface="+mj-ea"/>
                <a:cs typeface="+mj-cs"/>
              </a:rPr>
              <a:t>hợp bảo mật ngay từ coding</a:t>
            </a:r>
          </a:p>
          <a:p>
            <a:pPr>
              <a:spcBef>
                <a:spcPts val="600"/>
              </a:spcBef>
              <a:spcAft>
                <a:spcPts val="600"/>
              </a:spcAft>
            </a:pPr>
            <a:r>
              <a:rPr lang="vi-VN" dirty="0">
                <a:solidFill>
                  <a:srgbClr val="0000CC"/>
                </a:solidFill>
                <a:latin typeface="Rockwell" panose="02060603020205020403" pitchFamily="18" charset="0"/>
                <a:ea typeface="+mj-ea"/>
                <a:cs typeface="+mj-cs"/>
              </a:rPr>
              <a:t>Chính sách bảo mật quy định bảo mật không phải giai đoạn cuối, mà xuyên suốt vòng đời phát triển phần mềm (SDLC).</a:t>
            </a:r>
          </a:p>
          <a:p>
            <a:pPr>
              <a:spcBef>
                <a:spcPts val="600"/>
              </a:spcBef>
              <a:spcAft>
                <a:spcPts val="600"/>
              </a:spcAft>
            </a:pPr>
            <a:r>
              <a:rPr lang="vi-VN" dirty="0">
                <a:solidFill>
                  <a:srgbClr val="0000CC"/>
                </a:solidFill>
                <a:latin typeface="Rockwell" panose="02060603020205020403" pitchFamily="18" charset="0"/>
                <a:ea typeface="+mj-ea"/>
                <a:cs typeface="+mj-cs"/>
              </a:rPr>
              <a:t>Áp dụng DevSecOps:</a:t>
            </a:r>
          </a:p>
          <a:p>
            <a:pPr lvl="1">
              <a:spcBef>
                <a:spcPts val="600"/>
              </a:spcBef>
              <a:spcAft>
                <a:spcPts val="600"/>
              </a:spcAft>
            </a:pPr>
            <a:r>
              <a:rPr lang="vi-VN" dirty="0">
                <a:solidFill>
                  <a:srgbClr val="0000CC"/>
                </a:solidFill>
                <a:latin typeface="Rockwell" panose="02060603020205020403" pitchFamily="18" charset="0"/>
                <a:ea typeface="+mj-ea"/>
                <a:cs typeface="+mj-cs"/>
              </a:rPr>
              <a:t>Development: lập trình viên được đào tạo về secure coding.</a:t>
            </a:r>
          </a:p>
          <a:p>
            <a:pPr lvl="1">
              <a:spcBef>
                <a:spcPts val="600"/>
              </a:spcBef>
              <a:spcAft>
                <a:spcPts val="600"/>
              </a:spcAft>
            </a:pPr>
            <a:r>
              <a:rPr lang="vi-VN" dirty="0">
                <a:solidFill>
                  <a:srgbClr val="0000CC"/>
                </a:solidFill>
                <a:latin typeface="Rockwell" panose="02060603020205020403" pitchFamily="18" charset="0"/>
                <a:ea typeface="+mj-ea"/>
                <a:cs typeface="+mj-cs"/>
              </a:rPr>
              <a:t>Security: quét lỗ hổng tự động bằng SAST/DAST.</a:t>
            </a:r>
          </a:p>
          <a:p>
            <a:pPr lvl="1">
              <a:spcBef>
                <a:spcPts val="600"/>
              </a:spcBef>
              <a:spcAft>
                <a:spcPts val="600"/>
              </a:spcAft>
            </a:pPr>
            <a:r>
              <a:rPr lang="vi-VN" dirty="0">
                <a:solidFill>
                  <a:srgbClr val="0000CC"/>
                </a:solidFill>
                <a:latin typeface="Rockwell" panose="02060603020205020403" pitchFamily="18" charset="0"/>
                <a:ea typeface="+mj-ea"/>
                <a:cs typeface="+mj-cs"/>
              </a:rPr>
              <a:t>Operations: triển khai giám sát, phản ứng sự cố.</a:t>
            </a:r>
          </a:p>
          <a:p>
            <a:pPr>
              <a:spcBef>
                <a:spcPts val="600"/>
              </a:spcBef>
              <a:spcAft>
                <a:spcPts val="600"/>
              </a:spcAft>
            </a:pPr>
            <a:r>
              <a:rPr lang="vi-VN" dirty="0">
                <a:solidFill>
                  <a:srgbClr val="0000CC"/>
                </a:solidFill>
                <a:latin typeface="Rockwell" panose="02060603020205020403" pitchFamily="18" charset="0"/>
                <a:ea typeface="+mj-ea"/>
                <a:cs typeface="+mj-cs"/>
              </a:rPr>
              <a:t>Giúp phát hiện và xử lý lỗ hổng sớm, giảm chi phí và rủi ro.</a:t>
            </a:r>
            <a:endParaRPr lang="en-US" dirty="0"/>
          </a:p>
        </p:txBody>
      </p:sp>
    </p:spTree>
    <p:extLst>
      <p:ext uri="{BB962C8B-B14F-4D97-AF65-F5344CB8AC3E}">
        <p14:creationId xmlns:p14="http://schemas.microsoft.com/office/powerpoint/2010/main" val="3747763279"/>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371599" y="876869"/>
            <a:ext cx="10242645" cy="528851"/>
          </a:xfrm>
        </p:spPr>
        <p:txBody>
          <a:bodyPr/>
          <a:lstStyle/>
          <a:p>
            <a:pPr>
              <a:lnSpc>
                <a:spcPct val="100000"/>
              </a:lnSpc>
              <a:spcBef>
                <a:spcPts val="600"/>
              </a:spcBef>
              <a:spcAft>
                <a:spcPts val="600"/>
              </a:spcAft>
            </a:pPr>
            <a:r>
              <a:rPr lang="en-US" sz="2800" b="1" dirty="0" smtClean="0">
                <a:solidFill>
                  <a:srgbClr val="0000CC"/>
                </a:solidFill>
                <a:latin typeface="Rockwell" panose="02060603020205020403" pitchFamily="18" charset="0"/>
              </a:rPr>
              <a:t>3.1.5.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Chính</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sách</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vi-VN"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bảo mật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ứng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dụng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Web</a:t>
            </a:r>
            <a:endParaRPr lang="vi-VN"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371600" y="1539263"/>
            <a:ext cx="10242644" cy="4382729"/>
          </a:xfrm>
        </p:spPr>
        <p:txBody>
          <a:bodyPr/>
          <a:lstStyle/>
          <a:p>
            <a:pPr marL="0" indent="0">
              <a:spcBef>
                <a:spcPts val="600"/>
              </a:spcBef>
              <a:spcAft>
                <a:spcPts val="600"/>
              </a:spcAft>
              <a:buNone/>
            </a:pPr>
            <a:r>
              <a:rPr lang="vi-VN" b="1" dirty="0" smtClean="0">
                <a:solidFill>
                  <a:srgbClr val="0000CC"/>
                </a:solidFill>
                <a:latin typeface="Rockwell" panose="02060603020205020403" pitchFamily="18" charset="0"/>
                <a:ea typeface="+mj-ea"/>
                <a:cs typeface="+mj-cs"/>
              </a:rPr>
              <a:t>3</a:t>
            </a:r>
            <a:r>
              <a:rPr lang="vi-VN" b="1" dirty="0">
                <a:solidFill>
                  <a:srgbClr val="0000CC"/>
                </a:solidFill>
                <a:latin typeface="Rockwell" panose="02060603020205020403" pitchFamily="18" charset="0"/>
                <a:ea typeface="+mj-ea"/>
                <a:cs typeface="+mj-cs"/>
              </a:rPr>
              <a:t>. Thực hiện Penetration Testing định kỳ</a:t>
            </a:r>
          </a:p>
          <a:p>
            <a:pPr>
              <a:spcBef>
                <a:spcPts val="600"/>
              </a:spcBef>
              <a:spcAft>
                <a:spcPts val="600"/>
              </a:spcAft>
            </a:pPr>
            <a:r>
              <a:rPr lang="vi-VN" dirty="0">
                <a:solidFill>
                  <a:srgbClr val="0000CC"/>
                </a:solidFill>
                <a:latin typeface="Rockwell" panose="02060603020205020403" pitchFamily="18" charset="0"/>
                <a:ea typeface="+mj-ea"/>
                <a:cs typeface="+mj-cs"/>
              </a:rPr>
              <a:t>Chính sách yêu cầu tổ chức kiểm thử xâm nhập (pentest) bởi chuyên gia độc lập hoặc bên thứ ba.</a:t>
            </a:r>
          </a:p>
          <a:p>
            <a:pPr>
              <a:spcBef>
                <a:spcPts val="600"/>
              </a:spcBef>
              <a:spcAft>
                <a:spcPts val="600"/>
              </a:spcAft>
            </a:pPr>
            <a:r>
              <a:rPr lang="vi-VN" dirty="0">
                <a:solidFill>
                  <a:srgbClr val="0000CC"/>
                </a:solidFill>
                <a:latin typeface="Rockwell" panose="02060603020205020403" pitchFamily="18" charset="0"/>
                <a:ea typeface="+mj-ea"/>
                <a:cs typeface="+mj-cs"/>
              </a:rPr>
              <a:t>Pentest giúp:</a:t>
            </a:r>
          </a:p>
          <a:p>
            <a:pPr lvl="1">
              <a:spcBef>
                <a:spcPts val="600"/>
              </a:spcBef>
              <a:spcAft>
                <a:spcPts val="600"/>
              </a:spcAft>
            </a:pPr>
            <a:r>
              <a:rPr lang="vi-VN" dirty="0">
                <a:solidFill>
                  <a:srgbClr val="0000CC"/>
                </a:solidFill>
                <a:latin typeface="Rockwell" panose="02060603020205020403" pitchFamily="18" charset="0"/>
                <a:ea typeface="+mj-ea"/>
                <a:cs typeface="+mj-cs"/>
              </a:rPr>
              <a:t>Đánh giá mức độ an toàn thực tế của ứng dụng.</a:t>
            </a:r>
          </a:p>
          <a:p>
            <a:pPr lvl="1">
              <a:spcBef>
                <a:spcPts val="600"/>
              </a:spcBef>
              <a:spcAft>
                <a:spcPts val="600"/>
              </a:spcAft>
            </a:pPr>
            <a:r>
              <a:rPr lang="vi-VN" dirty="0">
                <a:solidFill>
                  <a:srgbClr val="0000CC"/>
                </a:solidFill>
                <a:latin typeface="Rockwell" panose="02060603020205020403" pitchFamily="18" charset="0"/>
                <a:ea typeface="+mj-ea"/>
                <a:cs typeface="+mj-cs"/>
              </a:rPr>
              <a:t>Xác định lỗ hổng chưa được phát hiện.</a:t>
            </a:r>
          </a:p>
          <a:p>
            <a:pPr lvl="1">
              <a:spcBef>
                <a:spcPts val="600"/>
              </a:spcBef>
              <a:spcAft>
                <a:spcPts val="600"/>
              </a:spcAft>
            </a:pPr>
            <a:r>
              <a:rPr lang="vi-VN" dirty="0">
                <a:solidFill>
                  <a:srgbClr val="0000CC"/>
                </a:solidFill>
                <a:latin typeface="Rockwell" panose="02060603020205020403" pitchFamily="18" charset="0"/>
                <a:ea typeface="+mj-ea"/>
                <a:cs typeface="+mj-cs"/>
              </a:rPr>
              <a:t>Đưa ra khuyến nghị cải thiện.</a:t>
            </a:r>
          </a:p>
          <a:p>
            <a:pPr>
              <a:spcBef>
                <a:spcPts val="600"/>
              </a:spcBef>
              <a:spcAft>
                <a:spcPts val="600"/>
              </a:spcAft>
            </a:pPr>
            <a:r>
              <a:rPr lang="vi-VN" dirty="0">
                <a:solidFill>
                  <a:srgbClr val="0000CC"/>
                </a:solidFill>
                <a:latin typeface="Rockwell" panose="02060603020205020403" pitchFamily="18" charset="0"/>
                <a:ea typeface="+mj-ea"/>
                <a:cs typeface="+mj-cs"/>
              </a:rPr>
              <a:t>Thực hiện ít nhất 1–2 lần/năm hoặc sau mỗi đợt cập nhật lớn.</a:t>
            </a:r>
            <a:endParaRPr lang="en-US" dirty="0"/>
          </a:p>
        </p:txBody>
      </p:sp>
    </p:spTree>
    <p:extLst>
      <p:ext uri="{BB962C8B-B14F-4D97-AF65-F5344CB8AC3E}">
        <p14:creationId xmlns:p14="http://schemas.microsoft.com/office/powerpoint/2010/main" val="3360695482"/>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371599" y="876869"/>
            <a:ext cx="10242645" cy="528851"/>
          </a:xfrm>
        </p:spPr>
        <p:txBody>
          <a:bodyPr/>
          <a:lstStyle/>
          <a:p>
            <a:pPr>
              <a:lnSpc>
                <a:spcPct val="100000"/>
              </a:lnSpc>
              <a:spcBef>
                <a:spcPts val="600"/>
              </a:spcBef>
              <a:spcAft>
                <a:spcPts val="600"/>
              </a:spcAft>
            </a:pPr>
            <a:r>
              <a:rPr lang="en-US" sz="2800" b="1" dirty="0" smtClean="0">
                <a:solidFill>
                  <a:srgbClr val="0000CC"/>
                </a:solidFill>
                <a:latin typeface="Rockwell" panose="02060603020205020403" pitchFamily="18" charset="0"/>
              </a:rPr>
              <a:t>3.1.5.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Chính</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sách</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vi-VN"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bảo mật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ứng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dụng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Web</a:t>
            </a:r>
            <a:endParaRPr lang="vi-VN"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371600" y="1539263"/>
            <a:ext cx="10242644" cy="4382729"/>
          </a:xfrm>
        </p:spPr>
        <p:txBody>
          <a:bodyPr/>
          <a:lstStyle/>
          <a:p>
            <a:pPr marL="0" indent="0">
              <a:spcBef>
                <a:spcPts val="600"/>
              </a:spcBef>
              <a:spcAft>
                <a:spcPts val="600"/>
              </a:spcAft>
              <a:buNone/>
            </a:pPr>
            <a:r>
              <a:rPr lang="vi-VN" b="1" dirty="0" smtClean="0">
                <a:solidFill>
                  <a:srgbClr val="0000CC"/>
                </a:solidFill>
                <a:latin typeface="Rockwell" panose="02060603020205020403" pitchFamily="18" charset="0"/>
                <a:ea typeface="+mj-ea"/>
                <a:cs typeface="+mj-cs"/>
              </a:rPr>
              <a:t>4</a:t>
            </a:r>
            <a:r>
              <a:rPr lang="vi-VN" b="1" dirty="0">
                <a:solidFill>
                  <a:srgbClr val="0000CC"/>
                </a:solidFill>
                <a:latin typeface="Rockwell" panose="02060603020205020403" pitchFamily="18" charset="0"/>
                <a:ea typeface="+mj-ea"/>
                <a:cs typeface="+mj-cs"/>
              </a:rPr>
              <a:t>. Giám sát log &amp; cảnh báo sớm bất thường</a:t>
            </a:r>
          </a:p>
          <a:p>
            <a:pPr>
              <a:spcBef>
                <a:spcPts val="600"/>
              </a:spcBef>
              <a:spcAft>
                <a:spcPts val="600"/>
              </a:spcAft>
            </a:pPr>
            <a:r>
              <a:rPr lang="vi-VN" dirty="0">
                <a:solidFill>
                  <a:srgbClr val="0000CC"/>
                </a:solidFill>
                <a:latin typeface="Rockwell" panose="02060603020205020403" pitchFamily="18" charset="0"/>
                <a:ea typeface="+mj-ea"/>
                <a:cs typeface="+mj-cs"/>
              </a:rPr>
              <a:t>Ứng dụng phải ghi log đầy đủ các sự kiện quan trọng (đăng nhập, thay đổi mật khẩu, giao dịch tài chính, v.v.).</a:t>
            </a:r>
          </a:p>
          <a:p>
            <a:pPr>
              <a:spcBef>
                <a:spcPts val="600"/>
              </a:spcBef>
              <a:spcAft>
                <a:spcPts val="600"/>
              </a:spcAft>
            </a:pPr>
            <a:r>
              <a:rPr lang="vi-VN" dirty="0">
                <a:solidFill>
                  <a:srgbClr val="0000CC"/>
                </a:solidFill>
                <a:latin typeface="Rockwell" panose="02060603020205020403" pitchFamily="18" charset="0"/>
                <a:ea typeface="+mj-ea"/>
                <a:cs typeface="+mj-cs"/>
              </a:rPr>
              <a:t>Sử dụng SIEM (Security Information and Event Management) để phân tích log.</a:t>
            </a:r>
          </a:p>
          <a:p>
            <a:pPr>
              <a:spcBef>
                <a:spcPts val="600"/>
              </a:spcBef>
              <a:spcAft>
                <a:spcPts val="600"/>
              </a:spcAft>
            </a:pPr>
            <a:r>
              <a:rPr lang="vi-VN" dirty="0">
                <a:solidFill>
                  <a:srgbClr val="0000CC"/>
                </a:solidFill>
                <a:latin typeface="Rockwell" panose="02060603020205020403" pitchFamily="18" charset="0"/>
                <a:ea typeface="+mj-ea"/>
                <a:cs typeface="+mj-cs"/>
              </a:rPr>
              <a:t>Triển khai hệ thống cảnh báo real-time khi phát hiện hành vi bất thường (ví dụ: đăng nhập sai nhiều lần, truy cập từ IP lạ).</a:t>
            </a:r>
            <a:endParaRPr lang="en-US" dirty="0"/>
          </a:p>
        </p:txBody>
      </p:sp>
    </p:spTree>
    <p:extLst>
      <p:ext uri="{BB962C8B-B14F-4D97-AF65-F5344CB8AC3E}">
        <p14:creationId xmlns:p14="http://schemas.microsoft.com/office/powerpoint/2010/main" val="2188613158"/>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371599" y="876869"/>
            <a:ext cx="10242645" cy="528851"/>
          </a:xfrm>
        </p:spPr>
        <p:txBody>
          <a:bodyPr/>
          <a:lstStyle/>
          <a:p>
            <a:pPr>
              <a:lnSpc>
                <a:spcPct val="100000"/>
              </a:lnSpc>
              <a:spcBef>
                <a:spcPts val="600"/>
              </a:spcBef>
              <a:spcAft>
                <a:spcPts val="600"/>
              </a:spcAft>
            </a:pPr>
            <a:r>
              <a:rPr lang="en-US" sz="2800" b="1" dirty="0" smtClean="0">
                <a:solidFill>
                  <a:srgbClr val="0000CC"/>
                </a:solidFill>
                <a:latin typeface="Rockwell" panose="02060603020205020403" pitchFamily="18" charset="0"/>
              </a:rPr>
              <a:t>3.1.5.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Chính</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sách</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vi-VN"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bảo mật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ứng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dụng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Web</a:t>
            </a:r>
            <a:endParaRPr lang="vi-VN"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371600" y="1539263"/>
            <a:ext cx="9683087" cy="4382729"/>
          </a:xfrm>
        </p:spPr>
        <p:txBody>
          <a:bodyPr/>
          <a:lstStyle/>
          <a:p>
            <a:pPr marL="0" indent="0">
              <a:spcBef>
                <a:spcPts val="600"/>
              </a:spcBef>
              <a:spcAft>
                <a:spcPts val="600"/>
              </a:spcAft>
              <a:buNone/>
            </a:pPr>
            <a:r>
              <a:rPr lang="vi-VN" b="1" dirty="0" smtClean="0">
                <a:solidFill>
                  <a:srgbClr val="0000CC"/>
                </a:solidFill>
                <a:latin typeface="Rockwell" panose="02060603020205020403" pitchFamily="18" charset="0"/>
                <a:ea typeface="+mj-ea"/>
                <a:cs typeface="+mj-cs"/>
              </a:rPr>
              <a:t>5</a:t>
            </a:r>
            <a:r>
              <a:rPr lang="vi-VN" b="1" dirty="0">
                <a:solidFill>
                  <a:srgbClr val="0000CC"/>
                </a:solidFill>
                <a:latin typeface="Rockwell" panose="02060603020205020403" pitchFamily="18" charset="0"/>
                <a:ea typeface="+mj-ea"/>
                <a:cs typeface="+mj-cs"/>
              </a:rPr>
              <a:t>. Tuân thủ các chuẩn bảo mật thanh toán (PCI DSS) trong </a:t>
            </a:r>
            <a:r>
              <a:rPr lang="en-US" b="1" dirty="0" smtClean="0">
                <a:solidFill>
                  <a:srgbClr val="0000CC"/>
                </a:solidFill>
                <a:latin typeface="Rockwell" panose="02060603020205020403" pitchFamily="18" charset="0"/>
                <a:ea typeface="+mj-ea"/>
                <a:cs typeface="+mj-cs"/>
              </a:rPr>
              <a:t/>
            </a:r>
            <a:br>
              <a:rPr lang="en-US" b="1" dirty="0" smtClean="0">
                <a:solidFill>
                  <a:srgbClr val="0000CC"/>
                </a:solidFill>
                <a:latin typeface="Rockwell" panose="02060603020205020403" pitchFamily="18" charset="0"/>
                <a:ea typeface="+mj-ea"/>
                <a:cs typeface="+mj-cs"/>
              </a:rPr>
            </a:br>
            <a:r>
              <a:rPr lang="en-US" b="1" dirty="0" smtClean="0">
                <a:solidFill>
                  <a:srgbClr val="0000CC"/>
                </a:solidFill>
                <a:latin typeface="Rockwell" panose="02060603020205020403" pitchFamily="18" charset="0"/>
                <a:ea typeface="+mj-ea"/>
                <a:cs typeface="+mj-cs"/>
              </a:rPr>
              <a:t>    </a:t>
            </a:r>
            <a:r>
              <a:rPr lang="en-US" b="1" dirty="0" err="1" smtClean="0">
                <a:solidFill>
                  <a:srgbClr val="0000CC"/>
                </a:solidFill>
                <a:latin typeface="Rockwell" panose="02060603020205020403" pitchFamily="18" charset="0"/>
                <a:ea typeface="+mj-ea"/>
                <a:cs typeface="+mj-cs"/>
              </a:rPr>
              <a:t>giao</a:t>
            </a:r>
            <a:r>
              <a:rPr lang="en-US" b="1" dirty="0" smtClean="0">
                <a:solidFill>
                  <a:srgbClr val="0000CC"/>
                </a:solidFill>
                <a:latin typeface="Rockwell" panose="02060603020205020403" pitchFamily="18" charset="0"/>
                <a:ea typeface="+mj-ea"/>
                <a:cs typeface="+mj-cs"/>
              </a:rPr>
              <a:t> </a:t>
            </a:r>
            <a:r>
              <a:rPr lang="en-US" b="1" dirty="0" err="1" smtClean="0">
                <a:solidFill>
                  <a:srgbClr val="0000CC"/>
                </a:solidFill>
                <a:latin typeface="Rockwell" panose="02060603020205020403" pitchFamily="18" charset="0"/>
                <a:ea typeface="+mj-ea"/>
                <a:cs typeface="+mj-cs"/>
              </a:rPr>
              <a:t>dịch</a:t>
            </a:r>
            <a:r>
              <a:rPr lang="en-US" b="1" dirty="0" smtClean="0">
                <a:solidFill>
                  <a:srgbClr val="0000CC"/>
                </a:solidFill>
                <a:latin typeface="Rockwell" panose="02060603020205020403" pitchFamily="18" charset="0"/>
                <a:ea typeface="+mj-ea"/>
                <a:cs typeface="+mj-cs"/>
              </a:rPr>
              <a:t> </a:t>
            </a:r>
            <a:r>
              <a:rPr lang="vi-VN" b="1" dirty="0" smtClean="0">
                <a:solidFill>
                  <a:srgbClr val="0000CC"/>
                </a:solidFill>
                <a:latin typeface="Rockwell" panose="02060603020205020403" pitchFamily="18" charset="0"/>
                <a:ea typeface="+mj-ea"/>
                <a:cs typeface="+mj-cs"/>
              </a:rPr>
              <a:t>E-</a:t>
            </a:r>
            <a:r>
              <a:rPr lang="en-US" b="1" dirty="0" smtClean="0">
                <a:solidFill>
                  <a:srgbClr val="0000CC"/>
                </a:solidFill>
                <a:latin typeface="Rockwell" panose="02060603020205020403" pitchFamily="18" charset="0"/>
                <a:ea typeface="+mj-ea"/>
                <a:cs typeface="+mj-cs"/>
              </a:rPr>
              <a:t>c</a:t>
            </a:r>
            <a:r>
              <a:rPr lang="vi-VN" b="1" dirty="0" smtClean="0">
                <a:solidFill>
                  <a:srgbClr val="0000CC"/>
                </a:solidFill>
                <a:latin typeface="Rockwell" panose="02060603020205020403" pitchFamily="18" charset="0"/>
                <a:ea typeface="+mj-ea"/>
                <a:cs typeface="+mj-cs"/>
              </a:rPr>
              <a:t>ommerce</a:t>
            </a:r>
            <a:endParaRPr lang="vi-VN" b="1" dirty="0">
              <a:solidFill>
                <a:srgbClr val="0000CC"/>
              </a:solidFill>
              <a:latin typeface="Rockwell" panose="02060603020205020403" pitchFamily="18" charset="0"/>
              <a:ea typeface="+mj-ea"/>
              <a:cs typeface="+mj-cs"/>
            </a:endParaRPr>
          </a:p>
          <a:p>
            <a:pPr>
              <a:spcBef>
                <a:spcPts val="600"/>
              </a:spcBef>
              <a:spcAft>
                <a:spcPts val="600"/>
              </a:spcAft>
            </a:pPr>
            <a:r>
              <a:rPr lang="vi-VN" dirty="0">
                <a:solidFill>
                  <a:srgbClr val="0000CC"/>
                </a:solidFill>
                <a:latin typeface="Rockwell" panose="02060603020205020403" pitchFamily="18" charset="0"/>
                <a:ea typeface="+mj-ea"/>
                <a:cs typeface="+mj-cs"/>
              </a:rPr>
              <a:t>PCI DSS (Payment Card Industry Data Security Standard) là bộ tiêu chuẩn toàn cầu về bảo mật dữ liệu thẻ.</a:t>
            </a:r>
          </a:p>
          <a:p>
            <a:pPr>
              <a:spcBef>
                <a:spcPts val="600"/>
              </a:spcBef>
              <a:spcAft>
                <a:spcPts val="600"/>
              </a:spcAft>
            </a:pPr>
            <a:r>
              <a:rPr lang="vi-VN" dirty="0">
                <a:solidFill>
                  <a:srgbClr val="0000CC"/>
                </a:solidFill>
                <a:latin typeface="Rockwell" panose="02060603020205020403" pitchFamily="18" charset="0"/>
                <a:ea typeface="+mj-ea"/>
                <a:cs typeface="+mj-cs"/>
              </a:rPr>
              <a:t>Chính sách yêu cầu:</a:t>
            </a:r>
          </a:p>
          <a:p>
            <a:pPr lvl="1">
              <a:spcBef>
                <a:spcPts val="600"/>
              </a:spcBef>
              <a:spcAft>
                <a:spcPts val="600"/>
              </a:spcAft>
            </a:pPr>
            <a:r>
              <a:rPr lang="vi-VN" dirty="0">
                <a:solidFill>
                  <a:srgbClr val="0000CC"/>
                </a:solidFill>
                <a:latin typeface="Rockwell" panose="02060603020205020403" pitchFamily="18" charset="0"/>
                <a:ea typeface="+mj-ea"/>
                <a:cs typeface="+mj-cs"/>
              </a:rPr>
              <a:t>Mã hóa dữ liệu thẻ khi lưu trữ &amp; truyền tải.</a:t>
            </a:r>
          </a:p>
          <a:p>
            <a:pPr lvl="1">
              <a:spcBef>
                <a:spcPts val="600"/>
              </a:spcBef>
              <a:spcAft>
                <a:spcPts val="600"/>
              </a:spcAft>
            </a:pPr>
            <a:r>
              <a:rPr lang="vi-VN" dirty="0">
                <a:solidFill>
                  <a:srgbClr val="0000CC"/>
                </a:solidFill>
                <a:latin typeface="Rockwell" panose="02060603020205020403" pitchFamily="18" charset="0"/>
                <a:ea typeface="+mj-ea"/>
                <a:cs typeface="+mj-cs"/>
              </a:rPr>
              <a:t>Hạn chế quyền truy cập vào thông tin thanh toán.</a:t>
            </a:r>
          </a:p>
          <a:p>
            <a:pPr lvl="1">
              <a:spcBef>
                <a:spcPts val="600"/>
              </a:spcBef>
              <a:spcAft>
                <a:spcPts val="600"/>
              </a:spcAft>
            </a:pPr>
            <a:r>
              <a:rPr lang="vi-VN" dirty="0">
                <a:solidFill>
                  <a:srgbClr val="0000CC"/>
                </a:solidFill>
                <a:latin typeface="Rockwell" panose="02060603020205020403" pitchFamily="18" charset="0"/>
                <a:ea typeface="+mj-ea"/>
                <a:cs typeface="+mj-cs"/>
              </a:rPr>
              <a:t>Thực hiện kiểm toán định kỳ về bảo mật.</a:t>
            </a:r>
          </a:p>
          <a:p>
            <a:pPr>
              <a:spcBef>
                <a:spcPts val="600"/>
              </a:spcBef>
              <a:spcAft>
                <a:spcPts val="600"/>
              </a:spcAft>
            </a:pPr>
            <a:r>
              <a:rPr lang="vi-VN" dirty="0">
                <a:solidFill>
                  <a:srgbClr val="0000CC"/>
                </a:solidFill>
                <a:latin typeface="Rockwell" panose="02060603020205020403" pitchFamily="18" charset="0"/>
                <a:ea typeface="+mj-ea"/>
                <a:cs typeface="+mj-cs"/>
              </a:rPr>
              <a:t>Giúp doanh nghiệp tuân thủ pháp luật, tạo niềm tin khách hàng và tránh phạt từ tổ chức tài chính.</a:t>
            </a:r>
          </a:p>
          <a:p>
            <a:pPr marL="0" indent="0">
              <a:spcBef>
                <a:spcPts val="600"/>
              </a:spcBef>
              <a:spcAft>
                <a:spcPts val="600"/>
              </a:spcAft>
              <a:buNone/>
            </a:pPr>
            <a:endParaRPr lang="en-US" dirty="0"/>
          </a:p>
        </p:txBody>
      </p:sp>
    </p:spTree>
    <p:extLst>
      <p:ext uri="{BB962C8B-B14F-4D97-AF65-F5344CB8AC3E}">
        <p14:creationId xmlns:p14="http://schemas.microsoft.com/office/powerpoint/2010/main" val="3734346532"/>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371599" y="876869"/>
            <a:ext cx="10242645" cy="528851"/>
          </a:xfrm>
        </p:spPr>
        <p:txBody>
          <a:bodyPr/>
          <a:lstStyle/>
          <a:p>
            <a:pPr>
              <a:lnSpc>
                <a:spcPct val="100000"/>
              </a:lnSpc>
              <a:spcBef>
                <a:spcPts val="600"/>
              </a:spcBef>
              <a:spcAft>
                <a:spcPts val="600"/>
              </a:spcAft>
            </a:pPr>
            <a:r>
              <a:rPr lang="en-US" sz="2800" b="1" dirty="0" smtClean="0">
                <a:solidFill>
                  <a:srgbClr val="0000CC"/>
                </a:solidFill>
                <a:latin typeface="Rockwell" panose="02060603020205020403" pitchFamily="18" charset="0"/>
              </a:rPr>
              <a:t>3.1.5.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Chính</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sách</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vi-VN"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bảo mật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ứng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dụng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Web</a:t>
            </a:r>
            <a:endParaRPr lang="vi-VN"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371600" y="1539263"/>
            <a:ext cx="9887803" cy="4382729"/>
          </a:xfrm>
        </p:spPr>
        <p:txBody>
          <a:bodyPr/>
          <a:lstStyle/>
          <a:p>
            <a:pPr marL="0" indent="0" algn="just">
              <a:spcBef>
                <a:spcPts val="600"/>
              </a:spcBef>
              <a:spcAft>
                <a:spcPts val="600"/>
              </a:spcAft>
              <a:buNone/>
            </a:pPr>
            <a:endParaRPr lang="en-US" sz="2600" dirty="0" smtClean="0">
              <a:solidFill>
                <a:srgbClr val="0000CC"/>
              </a:solidFill>
              <a:latin typeface="Rockwell" panose="02060603020205020403" pitchFamily="18" charset="0"/>
              <a:ea typeface="+mj-ea"/>
              <a:cs typeface="+mj-cs"/>
            </a:endParaRPr>
          </a:p>
          <a:p>
            <a:pPr marL="0" indent="0" algn="just">
              <a:spcBef>
                <a:spcPts val="600"/>
              </a:spcBef>
              <a:spcAft>
                <a:spcPts val="600"/>
              </a:spcAft>
              <a:buNone/>
            </a:pPr>
            <a:r>
              <a:rPr lang="en-US" sz="2600" i="1" dirty="0" err="1" smtClean="0">
                <a:solidFill>
                  <a:srgbClr val="FF00FF"/>
                </a:solidFill>
                <a:latin typeface="Rockwell" panose="02060603020205020403" pitchFamily="18" charset="0"/>
                <a:ea typeface="+mj-ea"/>
                <a:cs typeface="+mj-cs"/>
              </a:rPr>
              <a:t>Lưu</a:t>
            </a:r>
            <a:r>
              <a:rPr lang="en-US" sz="2600" i="1" dirty="0" smtClean="0">
                <a:solidFill>
                  <a:srgbClr val="FF00FF"/>
                </a:solidFill>
                <a:latin typeface="Rockwell" panose="02060603020205020403" pitchFamily="18" charset="0"/>
                <a:ea typeface="+mj-ea"/>
                <a:cs typeface="+mj-cs"/>
              </a:rPr>
              <a:t> ý:</a:t>
            </a:r>
          </a:p>
          <a:p>
            <a:pPr marL="519113" indent="0" algn="just">
              <a:spcBef>
                <a:spcPts val="600"/>
              </a:spcBef>
              <a:spcAft>
                <a:spcPts val="600"/>
              </a:spcAft>
              <a:buNone/>
            </a:pPr>
            <a:r>
              <a:rPr lang="vi-VN" sz="2600" i="1" dirty="0" smtClean="0">
                <a:solidFill>
                  <a:srgbClr val="FF00FF"/>
                </a:solidFill>
                <a:latin typeface="Rockwell" panose="02060603020205020403" pitchFamily="18" charset="0"/>
                <a:ea typeface="+mj-ea"/>
                <a:cs typeface="+mj-cs"/>
              </a:rPr>
              <a:t>Chính </a:t>
            </a:r>
            <a:r>
              <a:rPr lang="vi-VN" sz="2600" i="1" dirty="0">
                <a:solidFill>
                  <a:srgbClr val="FF00FF"/>
                </a:solidFill>
                <a:latin typeface="Rockwell" panose="02060603020205020403" pitchFamily="18" charset="0"/>
                <a:ea typeface="+mj-ea"/>
                <a:cs typeface="+mj-cs"/>
              </a:rPr>
              <a:t>sách bảo mật ứng dụng web cần toàn diện, bao trùm từ khâu phát triển, vận hành, kiểm thử đến tuân thủ chuẩn quốc tế. Đây là yếu tố then chốt để đảm bảo an toàn cho giao dịch trực tuyến và bảo vệ uy tín doanh nghiệp.</a:t>
            </a:r>
            <a:endParaRPr lang="en-US" sz="2600" i="1" dirty="0">
              <a:solidFill>
                <a:srgbClr val="FF00FF"/>
              </a:solidFill>
            </a:endParaRPr>
          </a:p>
        </p:txBody>
      </p:sp>
    </p:spTree>
    <p:extLst>
      <p:ext uri="{BB962C8B-B14F-4D97-AF65-F5344CB8AC3E}">
        <p14:creationId xmlns:p14="http://schemas.microsoft.com/office/powerpoint/2010/main" val="801243619"/>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371600" y="972405"/>
            <a:ext cx="10242645" cy="460612"/>
          </a:xfrm>
        </p:spPr>
        <p:txBody>
          <a:bodyPr/>
          <a:lstStyle/>
          <a:p>
            <a:r>
              <a:rPr lang="en-US" sz="2800" b="1" dirty="0" smtClean="0">
                <a:solidFill>
                  <a:srgbClr val="0000CC"/>
                </a:solidFill>
                <a:latin typeface="Rockwell" panose="02060603020205020403" pitchFamily="18" charset="0"/>
              </a:rPr>
              <a:t>3.1.6. </a:t>
            </a:r>
            <a:r>
              <a:rPr lang="vi-VN"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Các mối đe dọa đối với Web </a:t>
            </a:r>
            <a:r>
              <a:rPr lang="vi-VN"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server</a:t>
            </a:r>
            <a:endParaRPr lang="en-US" sz="2800" b="1" dirty="0">
              <a:solidFill>
                <a:srgbClr val="0000CC"/>
              </a:solidFill>
              <a:latin typeface="Rockwell" panose="020606030202050204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371600" y="1539263"/>
            <a:ext cx="9901452" cy="4382729"/>
          </a:xfrm>
        </p:spPr>
        <p:txBody>
          <a:bodyPr/>
          <a:lstStyle/>
          <a:p>
            <a:pPr marL="0" indent="0" algn="just">
              <a:spcBef>
                <a:spcPts val="600"/>
              </a:spcBef>
              <a:spcAft>
                <a:spcPts val="600"/>
              </a:spcAft>
              <a:buNone/>
            </a:pPr>
            <a:r>
              <a:rPr lang="vi-VN"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Web Server là thành phần trọng yếu trong hệ thống ứng dụng web, chịu trách nhiệm xử lý và phân phối nội dung đến người dùng. Do đặc thù hoạt động công khai trên Internet, Web Server trở thành mục tiêu hàng đầu của tin tặc. Các mối đe dọa phổ biến bao gồm:</a:t>
            </a:r>
          </a:p>
          <a:p>
            <a:pPr marL="987552" lvl="1" indent="-457200">
              <a:spcBef>
                <a:spcPts val="600"/>
              </a:spcBef>
              <a:spcAft>
                <a:spcPts val="600"/>
              </a:spcAft>
              <a:buFont typeface="+mj-lt"/>
              <a:buAutoNum type="arabicPeriod"/>
            </a:pPr>
            <a:r>
              <a:rPr lang="vi-VN" dirty="0" smtClean="0">
                <a:solidFill>
                  <a:srgbClr val="FF00FF"/>
                </a:solidFill>
                <a:latin typeface="Rockwell" panose="02060603020205020403" pitchFamily="18" charset="0"/>
                <a:ea typeface="Segoe UI Emoji" panose="020B0502040204020203" pitchFamily="34" charset="0"/>
                <a:cs typeface="Tahoma" panose="020B0604030504040204" pitchFamily="34" charset="0"/>
              </a:rPr>
              <a:t>DDoS attack: Làm gián đoạn dịch vụ.</a:t>
            </a:r>
          </a:p>
          <a:p>
            <a:pPr marL="987552" lvl="1" indent="-457200">
              <a:spcBef>
                <a:spcPts val="600"/>
              </a:spcBef>
              <a:spcAft>
                <a:spcPts val="600"/>
              </a:spcAft>
              <a:buFont typeface="+mj-lt"/>
              <a:buAutoNum type="arabicPeriod"/>
            </a:pPr>
            <a:r>
              <a:rPr lang="vi-VN" dirty="0" smtClean="0">
                <a:solidFill>
                  <a:srgbClr val="FF00FF"/>
                </a:solidFill>
                <a:latin typeface="Rockwell" panose="02060603020205020403" pitchFamily="18" charset="0"/>
                <a:ea typeface="Segoe UI Emoji" panose="020B0502040204020203" pitchFamily="34" charset="0"/>
                <a:cs typeface="Tahoma" panose="020B0604030504040204" pitchFamily="34" charset="0"/>
              </a:rPr>
              <a:t>Exploiting Web Server Vulnerabilities: Khai thác lỗ hổng Apache, Nginx, IIS.</a:t>
            </a:r>
          </a:p>
          <a:p>
            <a:pPr marL="987552" lvl="1" indent="-457200">
              <a:spcBef>
                <a:spcPts val="600"/>
              </a:spcBef>
              <a:spcAft>
                <a:spcPts val="600"/>
              </a:spcAft>
              <a:buFont typeface="+mj-lt"/>
              <a:buAutoNum type="arabicPeriod"/>
            </a:pPr>
            <a:r>
              <a:rPr lang="vi-VN" dirty="0" smtClean="0">
                <a:solidFill>
                  <a:srgbClr val="FF00FF"/>
                </a:solidFill>
                <a:latin typeface="Rockwell" panose="02060603020205020403" pitchFamily="18" charset="0"/>
                <a:ea typeface="Segoe UI Emoji" panose="020B0502040204020203" pitchFamily="34" charset="0"/>
                <a:cs typeface="Tahoma" panose="020B0604030504040204" pitchFamily="34" charset="0"/>
              </a:rPr>
              <a:t>Defacement: Thay đổi giao diện web.</a:t>
            </a:r>
          </a:p>
          <a:p>
            <a:pPr marL="987552" lvl="1" indent="-457200">
              <a:spcBef>
                <a:spcPts val="600"/>
              </a:spcBef>
              <a:spcAft>
                <a:spcPts val="600"/>
              </a:spcAft>
              <a:buFont typeface="+mj-lt"/>
              <a:buAutoNum type="arabicPeriod"/>
            </a:pPr>
            <a:r>
              <a:rPr lang="vi-VN" dirty="0" smtClean="0">
                <a:solidFill>
                  <a:srgbClr val="FF00FF"/>
                </a:solidFill>
                <a:latin typeface="Rockwell" panose="02060603020205020403" pitchFamily="18" charset="0"/>
                <a:ea typeface="Segoe UI Emoji" panose="020B0502040204020203" pitchFamily="34" charset="0"/>
                <a:cs typeface="Tahoma" panose="020B0604030504040204" pitchFamily="34" charset="0"/>
              </a:rPr>
              <a:t>Privilege Escalation: Chiếm quyền điều khiển server.</a:t>
            </a:r>
          </a:p>
          <a:p>
            <a:pPr marL="987552" lvl="1" indent="-457200">
              <a:spcBef>
                <a:spcPts val="600"/>
              </a:spcBef>
              <a:spcAft>
                <a:spcPts val="600"/>
              </a:spcAft>
              <a:buFont typeface="+mj-lt"/>
              <a:buAutoNum type="arabicPeriod"/>
            </a:pPr>
            <a:r>
              <a:rPr lang="vi-VN" dirty="0" smtClean="0">
                <a:solidFill>
                  <a:srgbClr val="FF00FF"/>
                </a:solidFill>
                <a:latin typeface="Rockwell" panose="02060603020205020403" pitchFamily="18" charset="0"/>
                <a:ea typeface="Segoe UI Emoji" panose="020B0502040204020203" pitchFamily="34" charset="0"/>
                <a:cs typeface="Tahoma" panose="020B0604030504040204" pitchFamily="34" charset="0"/>
              </a:rPr>
              <a:t>Malware Injection: Cài mã độc (webshell, backdoor).</a:t>
            </a:r>
            <a:endParaRPr lang="en-US" dirty="0">
              <a:solidFill>
                <a:srgbClr val="FF00FF"/>
              </a:solidFill>
              <a:latin typeface="Rockwell" panose="02060603020205020403" pitchFamily="18" charset="0"/>
              <a:ea typeface="Segoe UI Emoji" panose="020B0502040204020203" pitchFamily="34" charset="0"/>
              <a:cs typeface="Tahoma" panose="020B0604030504040204" pitchFamily="34" charset="0"/>
            </a:endParaRPr>
          </a:p>
        </p:txBody>
      </p:sp>
    </p:spTree>
    <p:extLst>
      <p:ext uri="{BB962C8B-B14F-4D97-AF65-F5344CB8AC3E}">
        <p14:creationId xmlns:p14="http://schemas.microsoft.com/office/powerpoint/2010/main" val="3009006640"/>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371600" y="972405"/>
            <a:ext cx="10242645" cy="460612"/>
          </a:xfrm>
        </p:spPr>
        <p:txBody>
          <a:bodyPr/>
          <a:lstStyle/>
          <a:p>
            <a:r>
              <a:rPr lang="en-US" sz="2800" b="1" dirty="0" smtClean="0">
                <a:solidFill>
                  <a:srgbClr val="0000CC"/>
                </a:solidFill>
                <a:latin typeface="Rockwell" panose="02060603020205020403" pitchFamily="18" charset="0"/>
              </a:rPr>
              <a:t>3.1.6. </a:t>
            </a:r>
            <a:r>
              <a:rPr lang="vi-VN"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Các mối đe dọa đối với Web </a:t>
            </a:r>
            <a:r>
              <a:rPr lang="vi-VN"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server</a:t>
            </a:r>
            <a:endParaRPr lang="en-US" sz="2800" b="1" dirty="0">
              <a:solidFill>
                <a:srgbClr val="0000CC"/>
              </a:solidFill>
              <a:latin typeface="Rockwell" panose="020606030202050204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371600" y="1539263"/>
            <a:ext cx="9901452" cy="4382729"/>
          </a:xfrm>
        </p:spPr>
        <p:txBody>
          <a:bodyPr/>
          <a:lstStyle/>
          <a:p>
            <a:pPr marL="0" indent="0" algn="just">
              <a:spcBef>
                <a:spcPts val="600"/>
              </a:spcBef>
              <a:spcAft>
                <a:spcPts val="600"/>
              </a:spcAft>
              <a:buNone/>
            </a:pPr>
            <a:r>
              <a:rPr lang="vi-VN"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1</a:t>
            </a:r>
            <a:r>
              <a:rPr lang="vi-VN"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DDoS Attack (Tấn công từ chối dịch vụ phân tán)</a:t>
            </a:r>
          </a:p>
          <a:p>
            <a:pPr algn="just">
              <a:spcBef>
                <a:spcPts val="600"/>
              </a:spcBef>
              <a:spcAft>
                <a:spcPts val="600"/>
              </a:spcAft>
            </a:pP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Mô tả: Tin tặc sử dụng mạng botnet tạo ra lượng truy cập ảo khổng lồ để làm cạn kiệt tài nguyên (CPU, RAM, băng thông) của Web </a:t>
            </a:r>
            <a:r>
              <a:rPr lang="vi-VN"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Server</a:t>
            </a:r>
            <a:r>
              <a:rPr lang="en-US"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Lợi</a:t>
            </a:r>
            <a:r>
              <a:rPr lang="en-US"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dụng</a:t>
            </a:r>
            <a:r>
              <a:rPr lang="en-US"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lỗ</a:t>
            </a:r>
            <a:r>
              <a:rPr lang="en-US"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hổng</a:t>
            </a:r>
            <a:r>
              <a:rPr lang="en-US"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Bắt</a:t>
            </a:r>
            <a:r>
              <a:rPr lang="en-US"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tay</a:t>
            </a:r>
            <a:r>
              <a:rPr lang="en-US"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3 </a:t>
            </a:r>
            <a:r>
              <a:rPr lang="en-US"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bước</a:t>
            </a:r>
            <a:r>
              <a:rPr lang="en-US"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của</a:t>
            </a:r>
            <a:r>
              <a:rPr lang="en-US"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TCP)</a:t>
            </a:r>
            <a:r>
              <a:rPr lang="vi-VN"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a:t>
            </a:r>
            <a:endPar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endParaRPr>
          </a:p>
          <a:p>
            <a:pPr algn="just">
              <a:spcBef>
                <a:spcPts val="600"/>
              </a:spcBef>
              <a:spcAft>
                <a:spcPts val="600"/>
              </a:spcAft>
            </a:pP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Hậu quả: Website ngừng hoạt động, khách hàng không thể truy cập, ảnh hưởng đến uy tín và doanh thu.</a:t>
            </a:r>
          </a:p>
          <a:p>
            <a:pPr algn="just">
              <a:spcBef>
                <a:spcPts val="600"/>
              </a:spcBef>
              <a:spcAft>
                <a:spcPts val="600"/>
              </a:spcAft>
            </a:pP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Ví dụ thực tế: Các sàn thương mại điện tử thường bị tấn công DDoS trong các đợt khuyến mãi lớn.</a:t>
            </a:r>
            <a:endParaRPr lang="en-US" dirty="0">
              <a:solidFill>
                <a:srgbClr val="FF00FF"/>
              </a:solidFill>
              <a:latin typeface="Rockwell" panose="02060603020205020403" pitchFamily="18" charset="0"/>
              <a:ea typeface="Segoe UI Emoji" panose="020B0502040204020203" pitchFamily="34" charset="0"/>
              <a:cs typeface="Tahoma" panose="020B0604030504040204" pitchFamily="34" charset="0"/>
            </a:endParaRPr>
          </a:p>
        </p:txBody>
      </p:sp>
    </p:spTree>
    <p:extLst>
      <p:ext uri="{BB962C8B-B14F-4D97-AF65-F5344CB8AC3E}">
        <p14:creationId xmlns:p14="http://schemas.microsoft.com/office/powerpoint/2010/main" val="2486592651"/>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371600" y="972405"/>
            <a:ext cx="10242645" cy="460612"/>
          </a:xfrm>
        </p:spPr>
        <p:txBody>
          <a:bodyPr/>
          <a:lstStyle/>
          <a:p>
            <a:r>
              <a:rPr lang="en-US" sz="2800" b="1" dirty="0" smtClean="0">
                <a:solidFill>
                  <a:srgbClr val="0000CC"/>
                </a:solidFill>
                <a:latin typeface="Rockwell" panose="02060603020205020403" pitchFamily="18" charset="0"/>
              </a:rPr>
              <a:t>3.1.6. </a:t>
            </a:r>
            <a:r>
              <a:rPr lang="vi-VN"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Các mối đe dọa đối với Web </a:t>
            </a:r>
            <a:r>
              <a:rPr lang="vi-VN"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server</a:t>
            </a:r>
            <a:endParaRPr lang="en-US" sz="2800" b="1" dirty="0">
              <a:solidFill>
                <a:srgbClr val="0000CC"/>
              </a:solidFill>
              <a:latin typeface="Rockwell" panose="020606030202050204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371600" y="1539263"/>
            <a:ext cx="9887803" cy="4382729"/>
          </a:xfrm>
        </p:spPr>
        <p:txBody>
          <a:bodyPr/>
          <a:lstStyle/>
          <a:p>
            <a:pPr marL="0" indent="0" algn="just">
              <a:spcBef>
                <a:spcPts val="600"/>
              </a:spcBef>
              <a:spcAft>
                <a:spcPts val="600"/>
              </a:spcAft>
              <a:buNone/>
            </a:pPr>
            <a:r>
              <a:rPr lang="vi-VN"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2</a:t>
            </a:r>
            <a:r>
              <a:rPr lang="vi-VN"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Exploiting Web Server Vulnerabilities (Khai thác lỗ hổng Web Server)</a:t>
            </a:r>
          </a:p>
          <a:p>
            <a:pPr algn="just">
              <a:spcBef>
                <a:spcPts val="600"/>
              </a:spcBef>
              <a:spcAft>
                <a:spcPts val="600"/>
              </a:spcAft>
            </a:pP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Mô tả: Tin tặc tìm kiếm và khai thác lỗ hổng bảo mật trong phần mềm máy chủ web (Apache, Nginx, Microsoft IIS) hoặc plugin, module cài thêm.</a:t>
            </a:r>
          </a:p>
          <a:p>
            <a:pPr algn="just">
              <a:spcBef>
                <a:spcPts val="600"/>
              </a:spcBef>
              <a:spcAft>
                <a:spcPts val="600"/>
              </a:spcAft>
            </a:pP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Hậu quả: Cho phép kẻ tấn công thực thi lệnh từ xa, truy cập trái phép vào hệ thống, đánh cắp dữ liệu hoặc cài backdoor.</a:t>
            </a:r>
          </a:p>
          <a:p>
            <a:pPr algn="just">
              <a:spcBef>
                <a:spcPts val="600"/>
              </a:spcBef>
              <a:spcAft>
                <a:spcPts val="600"/>
              </a:spcAft>
            </a:pP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Ví dụ thực tế: Lỗ hổng Apache Struts 2 (CVE-2017-5638) từng gây rò rỉ dữ liệu lớn cho Equifax.</a:t>
            </a:r>
            <a:endParaRPr lang="en-US" dirty="0">
              <a:solidFill>
                <a:srgbClr val="FF00FF"/>
              </a:solidFill>
              <a:latin typeface="Rockwell" panose="02060603020205020403" pitchFamily="18" charset="0"/>
              <a:ea typeface="Segoe UI Emoji" panose="020B0502040204020203" pitchFamily="34" charset="0"/>
              <a:cs typeface="Tahoma" panose="020B0604030504040204" pitchFamily="34" charset="0"/>
            </a:endParaRPr>
          </a:p>
        </p:txBody>
      </p:sp>
    </p:spTree>
    <p:extLst>
      <p:ext uri="{BB962C8B-B14F-4D97-AF65-F5344CB8AC3E}">
        <p14:creationId xmlns:p14="http://schemas.microsoft.com/office/powerpoint/2010/main" val="1793989031"/>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371600" y="972405"/>
            <a:ext cx="10242645" cy="460612"/>
          </a:xfrm>
        </p:spPr>
        <p:txBody>
          <a:bodyPr/>
          <a:lstStyle/>
          <a:p>
            <a:r>
              <a:rPr lang="en-US" sz="2800" b="1" dirty="0" smtClean="0">
                <a:solidFill>
                  <a:srgbClr val="0000CC"/>
                </a:solidFill>
                <a:latin typeface="Rockwell" panose="02060603020205020403" pitchFamily="18" charset="0"/>
              </a:rPr>
              <a:t>3.1.6. </a:t>
            </a:r>
            <a:r>
              <a:rPr lang="vi-VN"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Các mối đe dọa đối với Web </a:t>
            </a:r>
            <a:r>
              <a:rPr lang="vi-VN"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server</a:t>
            </a:r>
            <a:endParaRPr lang="en-US" sz="2800" b="1" dirty="0">
              <a:solidFill>
                <a:srgbClr val="0000CC"/>
              </a:solidFill>
              <a:latin typeface="Rockwell" panose="020606030202050204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371600" y="1539263"/>
            <a:ext cx="9887803" cy="4382729"/>
          </a:xfrm>
        </p:spPr>
        <p:txBody>
          <a:bodyPr/>
          <a:lstStyle/>
          <a:p>
            <a:pPr marL="0" indent="0" algn="just">
              <a:spcBef>
                <a:spcPts val="600"/>
              </a:spcBef>
              <a:spcAft>
                <a:spcPts val="600"/>
              </a:spcAft>
              <a:buNone/>
            </a:pPr>
            <a:r>
              <a:rPr lang="vi-VN"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3</a:t>
            </a:r>
            <a:r>
              <a:rPr lang="vi-VN"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Defacement (Thay đổi giao diện website)</a:t>
            </a:r>
          </a:p>
          <a:p>
            <a:pPr algn="just">
              <a:spcBef>
                <a:spcPts val="600"/>
              </a:spcBef>
              <a:spcAft>
                <a:spcPts val="600"/>
              </a:spcAft>
            </a:pP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Mô tả: Tin tặc chèn mã độc hoặc thay đổi nội dung website nhằm truyền tải thông điệp chính trị, quảng bá, hoặc gây mất uy tín doanh nghiệp.</a:t>
            </a:r>
          </a:p>
          <a:p>
            <a:pPr algn="just">
              <a:spcBef>
                <a:spcPts val="600"/>
              </a:spcBef>
              <a:spcAft>
                <a:spcPts val="600"/>
              </a:spcAft>
            </a:pP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Hậu quả: Gây mất niềm tin người dùng, thiệt hại hình ảnh thương hiệu.</a:t>
            </a:r>
          </a:p>
          <a:p>
            <a:pPr algn="just">
              <a:spcBef>
                <a:spcPts val="600"/>
              </a:spcBef>
              <a:spcAft>
                <a:spcPts val="600"/>
              </a:spcAft>
            </a:pP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Ví dụ: Trang chủ của nhiều cơ quan, doanh nghiệp bị thay logo, thông điệp bởi hacker.</a:t>
            </a:r>
            <a:endParaRPr lang="en-US" dirty="0">
              <a:solidFill>
                <a:srgbClr val="FF00FF"/>
              </a:solidFill>
              <a:latin typeface="Rockwell" panose="02060603020205020403" pitchFamily="18" charset="0"/>
              <a:ea typeface="Segoe UI Emoji" panose="020B0502040204020203" pitchFamily="34" charset="0"/>
              <a:cs typeface="Tahoma" panose="020B0604030504040204" pitchFamily="34" charset="0"/>
            </a:endParaRPr>
          </a:p>
        </p:txBody>
      </p:sp>
    </p:spTree>
    <p:extLst>
      <p:ext uri="{BB962C8B-B14F-4D97-AF65-F5344CB8AC3E}">
        <p14:creationId xmlns:p14="http://schemas.microsoft.com/office/powerpoint/2010/main" val="2690744025"/>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371600" y="972405"/>
            <a:ext cx="10242645" cy="460612"/>
          </a:xfrm>
        </p:spPr>
        <p:txBody>
          <a:bodyPr/>
          <a:lstStyle/>
          <a:p>
            <a:r>
              <a:rPr lang="en-US" sz="2800" b="1" dirty="0" smtClean="0">
                <a:solidFill>
                  <a:srgbClr val="0000CC"/>
                </a:solidFill>
                <a:latin typeface="Rockwell" panose="02060603020205020403" pitchFamily="18" charset="0"/>
              </a:rPr>
              <a:t>3.1.6. </a:t>
            </a:r>
            <a:r>
              <a:rPr lang="vi-VN"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Các mối đe dọa đối với Web </a:t>
            </a:r>
            <a:r>
              <a:rPr lang="vi-VN"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server</a:t>
            </a:r>
            <a:endParaRPr lang="en-US" sz="2800" b="1" dirty="0">
              <a:solidFill>
                <a:srgbClr val="0000CC"/>
              </a:solidFill>
              <a:latin typeface="Rockwell" panose="020606030202050204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371600" y="1539263"/>
            <a:ext cx="9887803" cy="4382729"/>
          </a:xfrm>
        </p:spPr>
        <p:txBody>
          <a:bodyPr/>
          <a:lstStyle/>
          <a:p>
            <a:pPr marL="0" indent="0" algn="just">
              <a:spcBef>
                <a:spcPts val="600"/>
              </a:spcBef>
              <a:spcAft>
                <a:spcPts val="600"/>
              </a:spcAft>
              <a:buNone/>
            </a:pPr>
            <a:r>
              <a:rPr lang="vi-VN"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4</a:t>
            </a:r>
            <a:r>
              <a:rPr lang="vi-VN"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Privilege Escalation (Leo thang đặc quyền)</a:t>
            </a:r>
          </a:p>
          <a:p>
            <a:pPr algn="just">
              <a:spcBef>
                <a:spcPts val="600"/>
              </a:spcBef>
              <a:spcAft>
                <a:spcPts val="600"/>
              </a:spcAft>
            </a:pP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Mô tả: Bắt đầu từ một tài khoản người dùng hoặc dịch vụ có quyền hạn thấp, tin tặc khai thác lỗi để nâng quyền lên quản trị viên hệ thống (root/admin).</a:t>
            </a:r>
          </a:p>
          <a:p>
            <a:pPr algn="just">
              <a:spcBef>
                <a:spcPts val="600"/>
              </a:spcBef>
              <a:spcAft>
                <a:spcPts val="600"/>
              </a:spcAft>
            </a:pP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Hậu quả: Toàn bộ Web Server bị kiểm soát, từ đó lan sang hệ thống mạng nội bộ.</a:t>
            </a:r>
          </a:p>
          <a:p>
            <a:pPr algn="just">
              <a:spcBef>
                <a:spcPts val="600"/>
              </a:spcBef>
              <a:spcAft>
                <a:spcPts val="600"/>
              </a:spcAft>
            </a:pP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Ví dụ: Lỗi trong dịch vụ CGI, PHP-FPM, hoặc user misconfiguration có thể cho phép tin tặc nâng quyền.</a:t>
            </a:r>
            <a:endParaRPr lang="en-US" dirty="0">
              <a:solidFill>
                <a:srgbClr val="FF00FF"/>
              </a:solidFill>
              <a:latin typeface="Rockwell" panose="02060603020205020403" pitchFamily="18" charset="0"/>
              <a:ea typeface="Segoe UI Emoji" panose="020B0502040204020203" pitchFamily="34" charset="0"/>
              <a:cs typeface="Tahoma" panose="020B0604030504040204" pitchFamily="34" charset="0"/>
            </a:endParaRPr>
          </a:p>
        </p:txBody>
      </p:sp>
    </p:spTree>
    <p:extLst>
      <p:ext uri="{BB962C8B-B14F-4D97-AF65-F5344CB8AC3E}">
        <p14:creationId xmlns:p14="http://schemas.microsoft.com/office/powerpoint/2010/main" val="2411941482"/>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371600" y="972405"/>
            <a:ext cx="10242645" cy="460612"/>
          </a:xfrm>
        </p:spPr>
        <p:txBody>
          <a:bodyPr/>
          <a:lstStyle/>
          <a:p>
            <a:r>
              <a:rPr lang="en-US" sz="2800" b="1" dirty="0" smtClean="0">
                <a:solidFill>
                  <a:srgbClr val="0000CC"/>
                </a:solidFill>
                <a:latin typeface="Rockwell" panose="02060603020205020403" pitchFamily="18" charset="0"/>
              </a:rPr>
              <a:t>3.1.6. </a:t>
            </a:r>
            <a:r>
              <a:rPr lang="vi-VN"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Các mối đe dọa đối với Web </a:t>
            </a:r>
            <a:r>
              <a:rPr lang="vi-VN"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server</a:t>
            </a:r>
            <a:endParaRPr lang="en-US" sz="2800" b="1" dirty="0">
              <a:solidFill>
                <a:srgbClr val="0000CC"/>
              </a:solidFill>
              <a:latin typeface="Rockwell" panose="020606030202050204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371600" y="1539263"/>
            <a:ext cx="9560257" cy="4382729"/>
          </a:xfrm>
        </p:spPr>
        <p:txBody>
          <a:bodyPr/>
          <a:lstStyle/>
          <a:p>
            <a:pPr marL="0" indent="0" algn="just">
              <a:spcBef>
                <a:spcPts val="600"/>
              </a:spcBef>
              <a:spcAft>
                <a:spcPts val="600"/>
              </a:spcAft>
              <a:buNone/>
            </a:pPr>
            <a:r>
              <a:rPr lang="vi-VN"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5</a:t>
            </a:r>
            <a:r>
              <a:rPr lang="vi-VN"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Malware Injection (Cài mã độc)</a:t>
            </a:r>
          </a:p>
          <a:p>
            <a:pPr algn="just">
              <a:spcBef>
                <a:spcPts val="600"/>
              </a:spcBef>
              <a:spcAft>
                <a:spcPts val="600"/>
              </a:spcAft>
            </a:pP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Mô tả: Tin tặc chèn mã độc vào server dưới dạng webshell, backdoor hoặc trojan.</a:t>
            </a:r>
          </a:p>
          <a:p>
            <a:pPr algn="just">
              <a:spcBef>
                <a:spcPts val="600"/>
              </a:spcBef>
              <a:spcAft>
                <a:spcPts val="600"/>
              </a:spcAft>
            </a:pP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Hậu quả:</a:t>
            </a:r>
          </a:p>
          <a:p>
            <a:pPr lvl="1" algn="just">
              <a:spcBef>
                <a:spcPts val="600"/>
              </a:spcBef>
              <a:spcAft>
                <a:spcPts val="600"/>
              </a:spcAft>
            </a:pP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Điều khiển server từ xa.</a:t>
            </a:r>
          </a:p>
          <a:p>
            <a:pPr lvl="1" algn="just">
              <a:spcBef>
                <a:spcPts val="600"/>
              </a:spcBef>
              <a:spcAft>
                <a:spcPts val="600"/>
              </a:spcAft>
            </a:pP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Tải thêm mã độc khác.</a:t>
            </a:r>
          </a:p>
          <a:p>
            <a:pPr lvl="1" algn="just">
              <a:spcBef>
                <a:spcPts val="600"/>
              </a:spcBef>
              <a:spcAft>
                <a:spcPts val="600"/>
              </a:spcAft>
            </a:pP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Sử dụng server bị chiếm quyền làm bàn đạp để tấn công hệ thống khác.</a:t>
            </a:r>
          </a:p>
          <a:p>
            <a:pPr algn="just">
              <a:spcBef>
                <a:spcPts val="600"/>
              </a:spcBef>
              <a:spcAft>
                <a:spcPts val="600"/>
              </a:spcAft>
            </a:pP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Ví dụ: Các webshell nổi tiếng như China Chopper thường được cài sau khi khai thác SQLi hoặc LFI (Local File Inclusion).</a:t>
            </a:r>
            <a:endParaRPr lang="en-US" dirty="0">
              <a:solidFill>
                <a:srgbClr val="FF00FF"/>
              </a:solidFill>
              <a:latin typeface="Rockwell" panose="02060603020205020403" pitchFamily="18" charset="0"/>
              <a:ea typeface="Segoe UI Emoji" panose="020B0502040204020203" pitchFamily="34" charset="0"/>
              <a:cs typeface="Tahoma" panose="020B0604030504040204" pitchFamily="34" charset="0"/>
            </a:endParaRPr>
          </a:p>
        </p:txBody>
      </p:sp>
    </p:spTree>
    <p:extLst>
      <p:ext uri="{BB962C8B-B14F-4D97-AF65-F5344CB8AC3E}">
        <p14:creationId xmlns:p14="http://schemas.microsoft.com/office/powerpoint/2010/main" val="1631315553"/>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371600" y="972405"/>
            <a:ext cx="10242645" cy="460612"/>
          </a:xfrm>
        </p:spPr>
        <p:txBody>
          <a:bodyPr/>
          <a:lstStyle/>
          <a:p>
            <a:r>
              <a:rPr lang="en-US" sz="2800" b="1" dirty="0" smtClean="0">
                <a:solidFill>
                  <a:srgbClr val="0000CC"/>
                </a:solidFill>
                <a:latin typeface="Rockwell" panose="02060603020205020403" pitchFamily="18" charset="0"/>
              </a:rPr>
              <a:t>3.1.6. </a:t>
            </a:r>
            <a:r>
              <a:rPr lang="vi-VN"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Các mối đe dọa đối với Web </a:t>
            </a:r>
            <a:r>
              <a:rPr lang="vi-VN"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server</a:t>
            </a:r>
            <a:endParaRPr lang="en-US" sz="2800" b="1" dirty="0">
              <a:solidFill>
                <a:srgbClr val="0000CC"/>
              </a:solidFill>
              <a:latin typeface="Rockwell" panose="020606030202050204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371600" y="1539263"/>
            <a:ext cx="9560257" cy="4382729"/>
          </a:xfrm>
        </p:spPr>
        <p:txBody>
          <a:bodyPr/>
          <a:lstStyle/>
          <a:p>
            <a:pPr marL="0" indent="0" algn="just">
              <a:spcBef>
                <a:spcPts val="600"/>
              </a:spcBef>
              <a:spcAft>
                <a:spcPts val="600"/>
              </a:spcAft>
              <a:buNone/>
            </a:pPr>
            <a:endParaRPr lang="en-US" sz="2600" i="1" dirty="0" smtClean="0">
              <a:solidFill>
                <a:srgbClr val="FF00FF"/>
              </a:solidFill>
              <a:latin typeface="Rockwell" panose="02060603020205020403" pitchFamily="18" charset="0"/>
              <a:ea typeface="Segoe UI Emoji" panose="020B0502040204020203" pitchFamily="34" charset="0"/>
              <a:cs typeface="Tahoma" panose="020B0604030504040204" pitchFamily="34" charset="0"/>
            </a:endParaRPr>
          </a:p>
          <a:p>
            <a:pPr marL="0" indent="0" algn="just">
              <a:spcBef>
                <a:spcPts val="600"/>
              </a:spcBef>
              <a:spcAft>
                <a:spcPts val="600"/>
              </a:spcAft>
              <a:buNone/>
            </a:pPr>
            <a:r>
              <a:rPr lang="vi-VN" sz="2600" i="1" dirty="0" smtClean="0">
                <a:solidFill>
                  <a:srgbClr val="FF00FF"/>
                </a:solidFill>
                <a:latin typeface="Rockwell" panose="02060603020205020403" pitchFamily="18" charset="0"/>
                <a:ea typeface="Segoe UI Emoji" panose="020B0502040204020203" pitchFamily="34" charset="0"/>
                <a:cs typeface="Tahoma" panose="020B0604030504040204" pitchFamily="34" charset="0"/>
              </a:rPr>
              <a:t>Nhận </a:t>
            </a:r>
            <a:r>
              <a:rPr lang="vi-VN" sz="2600" i="1" dirty="0">
                <a:solidFill>
                  <a:srgbClr val="FF00FF"/>
                </a:solidFill>
                <a:latin typeface="Rockwell" panose="02060603020205020403" pitchFamily="18" charset="0"/>
                <a:ea typeface="Segoe UI Emoji" panose="020B0502040204020203" pitchFamily="34" charset="0"/>
                <a:cs typeface="Tahoma" panose="020B0604030504040204" pitchFamily="34" charset="0"/>
              </a:rPr>
              <a:t>định:</a:t>
            </a:r>
          </a:p>
          <a:p>
            <a:pPr marL="573088" indent="0" algn="just">
              <a:spcBef>
                <a:spcPts val="600"/>
              </a:spcBef>
              <a:spcAft>
                <a:spcPts val="600"/>
              </a:spcAft>
              <a:buNone/>
            </a:pPr>
            <a:r>
              <a:rPr lang="vi-VN" sz="2600" i="1" dirty="0">
                <a:solidFill>
                  <a:srgbClr val="FF00FF"/>
                </a:solidFill>
                <a:latin typeface="Rockwell" panose="02060603020205020403" pitchFamily="18" charset="0"/>
                <a:ea typeface="Segoe UI Emoji" panose="020B0502040204020203" pitchFamily="34" charset="0"/>
                <a:cs typeface="Tahoma" panose="020B0604030504040204" pitchFamily="34" charset="0"/>
              </a:rPr>
              <a:t>Web Server là điểm trọng yếu trong bảo mật ứng dụng web. Việc phòng chống đòi hỏi phải kết hợp nhiều yếu tố: Vá lỗ hổng kịp thời; Sử dụng IDS/IPS; Triển khai WAF; Giám sát log; và phân tách hạ tầng định kỳ và hợp lý.</a:t>
            </a:r>
            <a:endParaRPr lang="en-US" sz="2600" i="1" dirty="0">
              <a:solidFill>
                <a:srgbClr val="FF00FF"/>
              </a:solidFill>
              <a:latin typeface="Rockwell" panose="02060603020205020403" pitchFamily="18" charset="0"/>
              <a:ea typeface="Segoe UI Emoji" panose="020B0502040204020203" pitchFamily="34" charset="0"/>
              <a:cs typeface="Tahoma" panose="020B0604030504040204" pitchFamily="34" charset="0"/>
            </a:endParaRPr>
          </a:p>
        </p:txBody>
      </p:sp>
    </p:spTree>
    <p:extLst>
      <p:ext uri="{BB962C8B-B14F-4D97-AF65-F5344CB8AC3E}">
        <p14:creationId xmlns:p14="http://schemas.microsoft.com/office/powerpoint/2010/main" val="3499007367"/>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385248" y="519093"/>
            <a:ext cx="10242645" cy="460612"/>
          </a:xfrm>
        </p:spPr>
        <p:txBody>
          <a:bodyPr/>
          <a:lstStyle/>
          <a:p>
            <a:r>
              <a:rPr lang="en-US" sz="2800" b="1" dirty="0" smtClean="0">
                <a:solidFill>
                  <a:srgbClr val="0000CC"/>
                </a:solidFill>
                <a:latin typeface="Rockwell" panose="02060603020205020403" pitchFamily="18" charset="0"/>
              </a:rPr>
              <a:t>3.1.6. </a:t>
            </a:r>
            <a:r>
              <a:rPr lang="vi-VN"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Các mối đe dọa đối với Web </a:t>
            </a:r>
            <a:r>
              <a:rPr lang="vi-VN"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server</a:t>
            </a:r>
            <a:endParaRPr lang="en-US" sz="2800" b="1" dirty="0">
              <a:solidFill>
                <a:srgbClr val="0000CC"/>
              </a:solidFill>
              <a:latin typeface="Rockwell" panose="020606030202050204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385249" y="979705"/>
            <a:ext cx="10065224" cy="4382729"/>
          </a:xfrm>
        </p:spPr>
        <p:txBody>
          <a:bodyPr/>
          <a:lstStyle/>
          <a:p>
            <a:pPr marL="0" indent="0" algn="just">
              <a:spcBef>
                <a:spcPts val="600"/>
              </a:spcBef>
              <a:spcAft>
                <a:spcPts val="600"/>
              </a:spcAft>
              <a:buNone/>
            </a:pPr>
            <a:r>
              <a:rPr lang="en-US"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Bảo</a:t>
            </a:r>
            <a:r>
              <a:rPr lang="en-US"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mật</a:t>
            </a:r>
            <a:r>
              <a:rPr lang="en-US"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ứng</a:t>
            </a:r>
            <a:r>
              <a:rPr lang="en-US"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dụng</a:t>
            </a:r>
            <a:r>
              <a:rPr lang="en-US"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web </a:t>
            </a:r>
            <a:r>
              <a:rPr lang="en-US"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và</a:t>
            </a:r>
            <a:r>
              <a:rPr lang="en-US"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Bảo</a:t>
            </a:r>
            <a:r>
              <a:rPr lang="en-US"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mật</a:t>
            </a:r>
            <a:r>
              <a:rPr lang="en-US"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Web </a:t>
            </a:r>
            <a:r>
              <a:rPr lang="en-US"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server:</a:t>
            </a:r>
          </a:p>
          <a:p>
            <a:pPr marL="0" indent="0">
              <a:spcBef>
                <a:spcPts val="600"/>
              </a:spcBef>
              <a:spcAft>
                <a:spcPts val="600"/>
              </a:spcAft>
              <a:buNone/>
            </a:pPr>
            <a:r>
              <a:rPr lang="vi-VN"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Nhận </a:t>
            </a:r>
            <a:r>
              <a:rPr lang="vi-VN" b="1" dirty="0">
                <a:solidFill>
                  <a:srgbClr val="0000CC"/>
                </a:solidFill>
                <a:latin typeface="Rockwell" panose="02060603020205020403" pitchFamily="18" charset="0"/>
                <a:ea typeface="Segoe UI Emoji" panose="020B0502040204020203" pitchFamily="34" charset="0"/>
                <a:cs typeface="Tahoma" panose="020B0604030504040204" pitchFamily="34" charset="0"/>
              </a:rPr>
              <a:t>xét:</a:t>
            </a:r>
          </a:p>
          <a:p>
            <a:pPr>
              <a:spcBef>
                <a:spcPts val="600"/>
              </a:spcBef>
              <a:spcAft>
                <a:spcPts val="600"/>
              </a:spcAft>
            </a:pP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Bảo mật ứng dụng web tập trung vào phần mềm chạy trên nền web.</a:t>
            </a:r>
          </a:p>
          <a:p>
            <a:pPr>
              <a:spcBef>
                <a:spcPts val="600"/>
              </a:spcBef>
              <a:spcAft>
                <a:spcPts val="600"/>
              </a:spcAft>
            </a:pP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Bảo mật Web server tập trung vào hạ tầng và nền tảng phục vụ ứng dụng web.</a:t>
            </a:r>
          </a:p>
          <a:p>
            <a:pPr>
              <a:spcBef>
                <a:spcPts val="600"/>
              </a:spcBef>
              <a:spcAft>
                <a:spcPts val="600"/>
              </a:spcAft>
            </a:pP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Cả hai phải kết hợp song song: Nếu ứng dụng an toàn nhưng server bị chiếm quyền </a:t>
            </a:r>
            <a:r>
              <a:rPr lang="en-US"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thì</a:t>
            </a:r>
            <a:r>
              <a:rPr lang="vi-VN"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dữ liệu vẫn </a:t>
            </a:r>
            <a:r>
              <a:rPr lang="en-US"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có</a:t>
            </a:r>
            <a:r>
              <a:rPr lang="en-US"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thể</a:t>
            </a:r>
            <a:r>
              <a:rPr lang="en-US"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vi-VN"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bị </a:t>
            </a: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lộ; </a:t>
            </a:r>
            <a:endParaRPr lang="en-US"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endParaRPr>
          </a:p>
          <a:p>
            <a:pPr marL="287338" indent="0">
              <a:spcBef>
                <a:spcPts val="600"/>
              </a:spcBef>
              <a:spcAft>
                <a:spcPts val="600"/>
              </a:spcAft>
              <a:buNone/>
            </a:pPr>
            <a:r>
              <a:rPr lang="en-US"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N</a:t>
            </a:r>
            <a:r>
              <a:rPr lang="vi-VN"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gược </a:t>
            </a: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lại, nếu server an toàn nhưng ứng dụng dính SQLi thì kẻ tấn công vẫn có thể truy xuất database</a:t>
            </a:r>
            <a:r>
              <a:rPr lang="vi-VN"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a:t>
            </a:r>
            <a:endParaRPr lang="en-US"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endParaRPr>
          </a:p>
          <a:p>
            <a:pPr marL="0" indent="0" algn="just">
              <a:spcBef>
                <a:spcPts val="600"/>
              </a:spcBef>
              <a:spcAft>
                <a:spcPts val="600"/>
              </a:spcAft>
              <a:buNone/>
            </a:pPr>
            <a:r>
              <a:rPr lang="vi-VN" b="1" dirty="0">
                <a:solidFill>
                  <a:srgbClr val="0000CC"/>
                </a:solidFill>
                <a:latin typeface="Rockwell" panose="02060603020205020403" pitchFamily="18" charset="0"/>
                <a:ea typeface="Segoe UI Emoji" panose="020B0502040204020203" pitchFamily="34" charset="0"/>
                <a:cs typeface="Tahoma" panose="020B0604030504040204" pitchFamily="34" charset="0"/>
              </a:rPr>
              <a:t>Giống nhau: </a:t>
            </a:r>
            <a:endParaRPr lang="en-US" b="1" dirty="0">
              <a:solidFill>
                <a:srgbClr val="0000CC"/>
              </a:solidFill>
              <a:latin typeface="Rockwell" panose="02060603020205020403" pitchFamily="18" charset="0"/>
              <a:ea typeface="Segoe UI Emoji" panose="020B0502040204020203" pitchFamily="34" charset="0"/>
              <a:cs typeface="Tahoma" panose="020B0604030504040204" pitchFamily="34" charset="0"/>
            </a:endParaRPr>
          </a:p>
          <a:p>
            <a:pPr algn="just">
              <a:spcBef>
                <a:spcPts val="600"/>
              </a:spcBef>
              <a:spcAft>
                <a:spcPts val="600"/>
              </a:spcAft>
            </a:pP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Đều hướng tới đảm bảo tính bảo mật CIA </a:t>
            </a:r>
            <a:r>
              <a:rPr lang="vi-VN"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cho </a:t>
            </a: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hệ thống </a:t>
            </a:r>
            <a:r>
              <a:rPr lang="vi-VN"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web</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a:t>
            </a:r>
            <a:endPar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endParaRPr>
          </a:p>
        </p:txBody>
      </p:sp>
    </p:spTree>
    <p:extLst>
      <p:ext uri="{BB962C8B-B14F-4D97-AF65-F5344CB8AC3E}">
        <p14:creationId xmlns:p14="http://schemas.microsoft.com/office/powerpoint/2010/main" val="2138119315"/>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791570" y="150603"/>
            <a:ext cx="10242645" cy="460612"/>
          </a:xfrm>
        </p:spPr>
        <p:txBody>
          <a:bodyPr/>
          <a:lstStyle/>
          <a:p>
            <a:r>
              <a:rPr lang="en-US" sz="2800" b="1" dirty="0" smtClean="0">
                <a:solidFill>
                  <a:srgbClr val="0000CC"/>
                </a:solidFill>
                <a:latin typeface="Rockwell" panose="02060603020205020403" pitchFamily="18" charset="0"/>
              </a:rPr>
              <a:t>3.1.6. </a:t>
            </a:r>
            <a:r>
              <a:rPr lang="vi-VN"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Các mối đe dọa đối với Web </a:t>
            </a:r>
            <a:r>
              <a:rPr lang="vi-VN"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server</a:t>
            </a:r>
            <a:endParaRPr lang="en-US" sz="2800" b="1" dirty="0">
              <a:solidFill>
                <a:srgbClr val="0000CC"/>
              </a:solidFill>
              <a:latin typeface="Rockwell" panose="020606030202050204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791571" y="611215"/>
            <a:ext cx="10065224" cy="4382729"/>
          </a:xfrm>
        </p:spPr>
        <p:txBody>
          <a:bodyPr/>
          <a:lstStyle/>
          <a:p>
            <a:pPr marL="0" indent="0" algn="just">
              <a:spcBef>
                <a:spcPts val="600"/>
              </a:spcBef>
              <a:spcAft>
                <a:spcPts val="600"/>
              </a:spcAft>
              <a:buNone/>
            </a:pPr>
            <a:r>
              <a:rPr lang="en-US"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Bảo</a:t>
            </a:r>
            <a:r>
              <a:rPr lang="en-US"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mật</a:t>
            </a:r>
            <a:r>
              <a:rPr lang="en-US"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ứng</a:t>
            </a:r>
            <a:r>
              <a:rPr lang="en-US"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dụng</a:t>
            </a:r>
            <a:r>
              <a:rPr lang="en-US"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web </a:t>
            </a:r>
            <a:r>
              <a:rPr lang="en-US"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và</a:t>
            </a:r>
            <a:r>
              <a:rPr lang="en-US"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Bảo</a:t>
            </a:r>
            <a:r>
              <a:rPr lang="en-US"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mật</a:t>
            </a:r>
            <a:r>
              <a:rPr lang="en-US"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Web </a:t>
            </a:r>
            <a:r>
              <a:rPr lang="en-US"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server:</a:t>
            </a:r>
          </a:p>
          <a:p>
            <a:pPr marL="0" indent="0" algn="just">
              <a:spcBef>
                <a:spcPts val="600"/>
              </a:spcBef>
              <a:spcAft>
                <a:spcPts val="600"/>
              </a:spcAft>
              <a:buNone/>
            </a:pPr>
            <a:endParaRPr lang="en-US" b="1" dirty="0">
              <a:solidFill>
                <a:srgbClr val="0000CC"/>
              </a:solidFill>
              <a:latin typeface="Rockwell" panose="02060603020205020403" pitchFamily="18" charset="0"/>
              <a:ea typeface="Segoe UI Emoji" panose="020B0502040204020203" pitchFamily="34" charset="0"/>
              <a:cs typeface="Tahoma" panose="020B0604030504040204" pitchFamily="34" charset="0"/>
            </a:endParaRPr>
          </a:p>
        </p:txBody>
      </p:sp>
      <p:graphicFrame>
        <p:nvGraphicFramePr>
          <p:cNvPr id="5" name="Table 4"/>
          <p:cNvGraphicFramePr>
            <a:graphicFrameLocks noGrp="1"/>
          </p:cNvGraphicFramePr>
          <p:nvPr>
            <p:extLst>
              <p:ext uri="{D42A27DB-BD31-4B8C-83A1-F6EECF244321}">
                <p14:modId xmlns:p14="http://schemas.microsoft.com/office/powerpoint/2010/main" val="3797216302"/>
              </p:ext>
            </p:extLst>
          </p:nvPr>
        </p:nvGraphicFramePr>
        <p:xfrm>
          <a:off x="791570" y="1071829"/>
          <a:ext cx="11400430" cy="5631167"/>
        </p:xfrm>
        <a:graphic>
          <a:graphicData uri="http://schemas.openxmlformats.org/drawingml/2006/table">
            <a:tbl>
              <a:tblPr firstRow="1" firstCol="1" bandRow="1">
                <a:tableStyleId>{5C22544A-7EE6-4342-B048-85BDC9FD1C3A}</a:tableStyleId>
              </a:tblPr>
              <a:tblGrid>
                <a:gridCol w="2210937">
                  <a:extLst>
                    <a:ext uri="{9D8B030D-6E8A-4147-A177-3AD203B41FA5}">
                      <a16:colId xmlns:a16="http://schemas.microsoft.com/office/drawing/2014/main" val="2188541722"/>
                    </a:ext>
                  </a:extLst>
                </a:gridCol>
                <a:gridCol w="4694830">
                  <a:extLst>
                    <a:ext uri="{9D8B030D-6E8A-4147-A177-3AD203B41FA5}">
                      <a16:colId xmlns:a16="http://schemas.microsoft.com/office/drawing/2014/main" val="4187090393"/>
                    </a:ext>
                  </a:extLst>
                </a:gridCol>
                <a:gridCol w="4494663">
                  <a:extLst>
                    <a:ext uri="{9D8B030D-6E8A-4147-A177-3AD203B41FA5}">
                      <a16:colId xmlns:a16="http://schemas.microsoft.com/office/drawing/2014/main" val="733413472"/>
                    </a:ext>
                  </a:extLst>
                </a:gridCol>
              </a:tblGrid>
              <a:tr h="352451">
                <a:tc>
                  <a:txBody>
                    <a:bodyPr/>
                    <a:lstStyle/>
                    <a:p>
                      <a:pPr algn="ctr">
                        <a:lnSpc>
                          <a:spcPct val="120000"/>
                        </a:lnSpc>
                        <a:spcBef>
                          <a:spcPts val="200"/>
                        </a:spcBef>
                        <a:spcAft>
                          <a:spcPts val="200"/>
                        </a:spcAft>
                      </a:pPr>
                      <a:r>
                        <a:rPr lang="en-US" sz="1800" dirty="0" err="1">
                          <a:solidFill>
                            <a:schemeClr val="bg1"/>
                          </a:solidFill>
                          <a:effectLst/>
                          <a:latin typeface="Rockwell" panose="02060603020205020403" pitchFamily="18" charset="0"/>
                        </a:rPr>
                        <a:t>Tiêu</a:t>
                      </a:r>
                      <a:r>
                        <a:rPr lang="en-US" sz="1800" dirty="0">
                          <a:solidFill>
                            <a:schemeClr val="bg1"/>
                          </a:solidFill>
                          <a:effectLst/>
                          <a:latin typeface="Rockwell" panose="02060603020205020403" pitchFamily="18" charset="0"/>
                        </a:rPr>
                        <a:t> </a:t>
                      </a:r>
                      <a:r>
                        <a:rPr lang="en-US" sz="1800" dirty="0" err="1">
                          <a:solidFill>
                            <a:schemeClr val="bg1"/>
                          </a:solidFill>
                          <a:effectLst/>
                          <a:latin typeface="Rockwell" panose="02060603020205020403" pitchFamily="18" charset="0"/>
                        </a:rPr>
                        <a:t>chí</a:t>
                      </a:r>
                      <a:endParaRPr lang="en-US" sz="1800" dirty="0">
                        <a:solidFill>
                          <a:schemeClr val="bg1"/>
                        </a:solidFill>
                        <a:effectLst/>
                        <a:latin typeface="Rockwell" panose="02060603020205020403" pitchFamily="18" charset="0"/>
                        <a:ea typeface="Calibri" panose="020F0502020204030204" pitchFamily="34" charset="0"/>
                        <a:cs typeface="Times New Roman" panose="02020603050405020304" pitchFamily="18" charset="0"/>
                      </a:endParaRPr>
                    </a:p>
                  </a:txBody>
                  <a:tcPr marL="47300" marR="47300" marT="0" marB="0" anchor="ctr"/>
                </a:tc>
                <a:tc>
                  <a:txBody>
                    <a:bodyPr/>
                    <a:lstStyle/>
                    <a:p>
                      <a:pPr algn="ctr">
                        <a:lnSpc>
                          <a:spcPct val="120000"/>
                        </a:lnSpc>
                        <a:spcBef>
                          <a:spcPts val="200"/>
                        </a:spcBef>
                        <a:spcAft>
                          <a:spcPts val="200"/>
                        </a:spcAft>
                      </a:pPr>
                      <a:r>
                        <a:rPr lang="en-US" sz="2000" dirty="0" err="1">
                          <a:solidFill>
                            <a:schemeClr val="bg1"/>
                          </a:solidFill>
                          <a:effectLst/>
                          <a:latin typeface="Rockwell" panose="02060603020205020403" pitchFamily="18" charset="0"/>
                        </a:rPr>
                        <a:t>Bảo</a:t>
                      </a:r>
                      <a:r>
                        <a:rPr lang="en-US" sz="2000" dirty="0">
                          <a:solidFill>
                            <a:schemeClr val="bg1"/>
                          </a:solidFill>
                          <a:effectLst/>
                          <a:latin typeface="Rockwell" panose="02060603020205020403" pitchFamily="18" charset="0"/>
                        </a:rPr>
                        <a:t> </a:t>
                      </a:r>
                      <a:r>
                        <a:rPr lang="en-US" sz="2000" dirty="0" err="1">
                          <a:solidFill>
                            <a:schemeClr val="bg1"/>
                          </a:solidFill>
                          <a:effectLst/>
                          <a:latin typeface="Rockwell" panose="02060603020205020403" pitchFamily="18" charset="0"/>
                        </a:rPr>
                        <a:t>mật</a:t>
                      </a:r>
                      <a:r>
                        <a:rPr lang="en-US" sz="2000" dirty="0">
                          <a:solidFill>
                            <a:schemeClr val="bg1"/>
                          </a:solidFill>
                          <a:effectLst/>
                          <a:latin typeface="Rockwell" panose="02060603020205020403" pitchFamily="18" charset="0"/>
                        </a:rPr>
                        <a:t> </a:t>
                      </a:r>
                      <a:r>
                        <a:rPr lang="en-US" sz="2000" dirty="0" err="1">
                          <a:solidFill>
                            <a:schemeClr val="bg1"/>
                          </a:solidFill>
                          <a:effectLst/>
                          <a:latin typeface="Rockwell" panose="02060603020205020403" pitchFamily="18" charset="0"/>
                        </a:rPr>
                        <a:t>Ứng</a:t>
                      </a:r>
                      <a:r>
                        <a:rPr lang="en-US" sz="2000" dirty="0">
                          <a:solidFill>
                            <a:schemeClr val="bg1"/>
                          </a:solidFill>
                          <a:effectLst/>
                          <a:latin typeface="Rockwell" panose="02060603020205020403" pitchFamily="18" charset="0"/>
                        </a:rPr>
                        <a:t> </a:t>
                      </a:r>
                      <a:r>
                        <a:rPr lang="en-US" sz="2000" dirty="0" err="1">
                          <a:solidFill>
                            <a:schemeClr val="bg1"/>
                          </a:solidFill>
                          <a:effectLst/>
                          <a:latin typeface="Rockwell" panose="02060603020205020403" pitchFamily="18" charset="0"/>
                        </a:rPr>
                        <a:t>dụng</a:t>
                      </a:r>
                      <a:r>
                        <a:rPr lang="en-US" sz="2000" dirty="0">
                          <a:solidFill>
                            <a:schemeClr val="bg1"/>
                          </a:solidFill>
                          <a:effectLst/>
                          <a:latin typeface="Rockwell" panose="02060603020205020403" pitchFamily="18" charset="0"/>
                        </a:rPr>
                        <a:t> Web</a:t>
                      </a:r>
                      <a:endParaRPr lang="en-US" sz="2000" dirty="0">
                        <a:solidFill>
                          <a:schemeClr val="bg1"/>
                        </a:solidFill>
                        <a:effectLst/>
                        <a:latin typeface="Rockwell" panose="02060603020205020403" pitchFamily="18" charset="0"/>
                        <a:ea typeface="Calibri" panose="020F0502020204030204" pitchFamily="34" charset="0"/>
                        <a:cs typeface="Times New Roman" panose="02020603050405020304" pitchFamily="18" charset="0"/>
                      </a:endParaRPr>
                    </a:p>
                  </a:txBody>
                  <a:tcPr marL="47300" marR="47300" marT="0" marB="0" anchor="ctr"/>
                </a:tc>
                <a:tc>
                  <a:txBody>
                    <a:bodyPr/>
                    <a:lstStyle/>
                    <a:p>
                      <a:pPr algn="ctr">
                        <a:lnSpc>
                          <a:spcPct val="120000"/>
                        </a:lnSpc>
                        <a:spcBef>
                          <a:spcPts val="200"/>
                        </a:spcBef>
                        <a:spcAft>
                          <a:spcPts val="200"/>
                        </a:spcAft>
                      </a:pPr>
                      <a:r>
                        <a:rPr lang="en-US" sz="2000" dirty="0" err="1">
                          <a:solidFill>
                            <a:schemeClr val="bg1"/>
                          </a:solidFill>
                          <a:effectLst/>
                          <a:latin typeface="Rockwell" panose="02060603020205020403" pitchFamily="18" charset="0"/>
                        </a:rPr>
                        <a:t>Bảo</a:t>
                      </a:r>
                      <a:r>
                        <a:rPr lang="en-US" sz="2000" dirty="0">
                          <a:solidFill>
                            <a:schemeClr val="bg1"/>
                          </a:solidFill>
                          <a:effectLst/>
                          <a:latin typeface="Rockwell" panose="02060603020205020403" pitchFamily="18" charset="0"/>
                        </a:rPr>
                        <a:t> </a:t>
                      </a:r>
                      <a:r>
                        <a:rPr lang="en-US" sz="2000" dirty="0" err="1">
                          <a:solidFill>
                            <a:schemeClr val="bg1"/>
                          </a:solidFill>
                          <a:effectLst/>
                          <a:latin typeface="Rockwell" panose="02060603020205020403" pitchFamily="18" charset="0"/>
                        </a:rPr>
                        <a:t>mật</a:t>
                      </a:r>
                      <a:r>
                        <a:rPr lang="en-US" sz="2000" dirty="0">
                          <a:solidFill>
                            <a:schemeClr val="bg1"/>
                          </a:solidFill>
                          <a:effectLst/>
                          <a:latin typeface="Rockwell" panose="02060603020205020403" pitchFamily="18" charset="0"/>
                        </a:rPr>
                        <a:t> Web Server</a:t>
                      </a:r>
                      <a:endParaRPr lang="en-US" sz="2000" dirty="0">
                        <a:solidFill>
                          <a:schemeClr val="bg1"/>
                        </a:solidFill>
                        <a:effectLst/>
                        <a:latin typeface="Rockwell" panose="02060603020205020403" pitchFamily="18" charset="0"/>
                        <a:ea typeface="Calibri" panose="020F0502020204030204" pitchFamily="34" charset="0"/>
                        <a:cs typeface="Times New Roman" panose="02020603050405020304" pitchFamily="18" charset="0"/>
                      </a:endParaRPr>
                    </a:p>
                  </a:txBody>
                  <a:tcPr marL="47300" marR="47300" marT="0" marB="0" anchor="ctr"/>
                </a:tc>
                <a:extLst>
                  <a:ext uri="{0D108BD9-81ED-4DB2-BD59-A6C34878D82A}">
                    <a16:rowId xmlns:a16="http://schemas.microsoft.com/office/drawing/2014/main" val="2773119732"/>
                  </a:ext>
                </a:extLst>
              </a:tr>
              <a:tr h="1001080">
                <a:tc>
                  <a:txBody>
                    <a:bodyPr/>
                    <a:lstStyle/>
                    <a:p>
                      <a:pPr>
                        <a:lnSpc>
                          <a:spcPct val="120000"/>
                        </a:lnSpc>
                        <a:spcBef>
                          <a:spcPts val="200"/>
                        </a:spcBef>
                        <a:spcAft>
                          <a:spcPts val="200"/>
                        </a:spcAft>
                      </a:pPr>
                      <a:r>
                        <a:rPr lang="en-US" sz="2000" dirty="0" err="1">
                          <a:solidFill>
                            <a:schemeClr val="bg1"/>
                          </a:solidFill>
                          <a:effectLst/>
                          <a:latin typeface="Rockwell" panose="02060603020205020403" pitchFamily="18" charset="0"/>
                        </a:rPr>
                        <a:t>Đối</a:t>
                      </a:r>
                      <a:r>
                        <a:rPr lang="en-US" sz="2000" dirty="0">
                          <a:solidFill>
                            <a:schemeClr val="bg1"/>
                          </a:solidFill>
                          <a:effectLst/>
                          <a:latin typeface="Rockwell" panose="02060603020205020403" pitchFamily="18" charset="0"/>
                        </a:rPr>
                        <a:t> </a:t>
                      </a:r>
                      <a:r>
                        <a:rPr lang="en-US" sz="2000" dirty="0" err="1">
                          <a:solidFill>
                            <a:schemeClr val="bg1"/>
                          </a:solidFill>
                          <a:effectLst/>
                          <a:latin typeface="Rockwell" panose="02060603020205020403" pitchFamily="18" charset="0"/>
                        </a:rPr>
                        <a:t>tượng</a:t>
                      </a:r>
                      <a:r>
                        <a:rPr lang="en-US" sz="2000" dirty="0">
                          <a:solidFill>
                            <a:schemeClr val="bg1"/>
                          </a:solidFill>
                          <a:effectLst/>
                          <a:latin typeface="Rockwell" panose="02060603020205020403" pitchFamily="18" charset="0"/>
                        </a:rPr>
                        <a:t> </a:t>
                      </a:r>
                      <a:r>
                        <a:rPr lang="en-US" sz="2000" dirty="0" err="1">
                          <a:solidFill>
                            <a:schemeClr val="bg1"/>
                          </a:solidFill>
                          <a:effectLst/>
                          <a:latin typeface="Rockwell" panose="02060603020205020403" pitchFamily="18" charset="0"/>
                        </a:rPr>
                        <a:t>bảo</a:t>
                      </a:r>
                      <a:r>
                        <a:rPr lang="en-US" sz="2000" dirty="0">
                          <a:solidFill>
                            <a:schemeClr val="bg1"/>
                          </a:solidFill>
                          <a:effectLst/>
                          <a:latin typeface="Rockwell" panose="02060603020205020403" pitchFamily="18" charset="0"/>
                        </a:rPr>
                        <a:t> </a:t>
                      </a:r>
                      <a:r>
                        <a:rPr lang="en-US" sz="2000" dirty="0" err="1">
                          <a:solidFill>
                            <a:schemeClr val="bg1"/>
                          </a:solidFill>
                          <a:effectLst/>
                          <a:latin typeface="Rockwell" panose="02060603020205020403" pitchFamily="18" charset="0"/>
                        </a:rPr>
                        <a:t>vệ</a:t>
                      </a:r>
                      <a:endParaRPr lang="en-US" sz="2000" dirty="0">
                        <a:solidFill>
                          <a:schemeClr val="bg1"/>
                        </a:solidFill>
                        <a:effectLst/>
                        <a:latin typeface="Rockwell" panose="02060603020205020403" pitchFamily="18" charset="0"/>
                        <a:ea typeface="Calibri" panose="020F0502020204030204" pitchFamily="34" charset="0"/>
                        <a:cs typeface="Times New Roman" panose="02020603050405020304" pitchFamily="18" charset="0"/>
                      </a:endParaRPr>
                    </a:p>
                  </a:txBody>
                  <a:tcPr marL="47300" marR="47300" marT="0" marB="0" anchor="ctr"/>
                </a:tc>
                <a:tc>
                  <a:txBody>
                    <a:bodyPr/>
                    <a:lstStyle/>
                    <a:p>
                      <a:pPr>
                        <a:lnSpc>
                          <a:spcPct val="120000"/>
                        </a:lnSpc>
                        <a:spcBef>
                          <a:spcPts val="200"/>
                        </a:spcBef>
                        <a:spcAft>
                          <a:spcPts val="200"/>
                        </a:spcAft>
                      </a:pPr>
                      <a:r>
                        <a:rPr lang="en-US" sz="2000" dirty="0" err="1">
                          <a:solidFill>
                            <a:srgbClr val="0000CC"/>
                          </a:solidFill>
                          <a:effectLst/>
                          <a:latin typeface="Rockwell" panose="02060603020205020403" pitchFamily="18" charset="0"/>
                        </a:rPr>
                        <a:t>Mã</a:t>
                      </a:r>
                      <a:r>
                        <a:rPr lang="en-US" sz="2000" dirty="0">
                          <a:solidFill>
                            <a:srgbClr val="0000CC"/>
                          </a:solidFill>
                          <a:effectLst/>
                          <a:latin typeface="Rockwell" panose="02060603020205020403" pitchFamily="18" charset="0"/>
                        </a:rPr>
                        <a:t> </a:t>
                      </a:r>
                      <a:r>
                        <a:rPr lang="en-US" sz="2000" dirty="0" err="1">
                          <a:solidFill>
                            <a:srgbClr val="0000CC"/>
                          </a:solidFill>
                          <a:effectLst/>
                          <a:latin typeface="Rockwell" panose="02060603020205020403" pitchFamily="18" charset="0"/>
                        </a:rPr>
                        <a:t>nguồn</a:t>
                      </a:r>
                      <a:r>
                        <a:rPr lang="en-US" sz="2000" dirty="0">
                          <a:solidFill>
                            <a:srgbClr val="0000CC"/>
                          </a:solidFill>
                          <a:effectLst/>
                          <a:latin typeface="Rockwell" panose="02060603020205020403" pitchFamily="18" charset="0"/>
                        </a:rPr>
                        <a:t> </a:t>
                      </a:r>
                      <a:r>
                        <a:rPr lang="en-US" sz="2000" dirty="0" err="1">
                          <a:solidFill>
                            <a:srgbClr val="0000CC"/>
                          </a:solidFill>
                          <a:effectLst/>
                          <a:latin typeface="Rockwell" panose="02060603020205020403" pitchFamily="18" charset="0"/>
                        </a:rPr>
                        <a:t>ứng</a:t>
                      </a:r>
                      <a:r>
                        <a:rPr lang="en-US" sz="2000" dirty="0">
                          <a:solidFill>
                            <a:srgbClr val="0000CC"/>
                          </a:solidFill>
                          <a:effectLst/>
                          <a:latin typeface="Rockwell" panose="02060603020205020403" pitchFamily="18" charset="0"/>
                        </a:rPr>
                        <a:t> </a:t>
                      </a:r>
                      <a:r>
                        <a:rPr lang="en-US" sz="2000" dirty="0" err="1">
                          <a:solidFill>
                            <a:srgbClr val="0000CC"/>
                          </a:solidFill>
                          <a:effectLst/>
                          <a:latin typeface="Rockwell" panose="02060603020205020403" pitchFamily="18" charset="0"/>
                        </a:rPr>
                        <a:t>dụng</a:t>
                      </a:r>
                      <a:r>
                        <a:rPr lang="en-US" sz="2000" dirty="0">
                          <a:solidFill>
                            <a:srgbClr val="0000CC"/>
                          </a:solidFill>
                          <a:effectLst/>
                          <a:latin typeface="Rockwell" panose="02060603020205020403" pitchFamily="18" charset="0"/>
                        </a:rPr>
                        <a:t>, logic </a:t>
                      </a:r>
                      <a:r>
                        <a:rPr lang="en-US" sz="2000" dirty="0" err="1">
                          <a:solidFill>
                            <a:srgbClr val="0000CC"/>
                          </a:solidFill>
                          <a:effectLst/>
                          <a:latin typeface="Rockwell" panose="02060603020205020403" pitchFamily="18" charset="0"/>
                        </a:rPr>
                        <a:t>xử</a:t>
                      </a:r>
                      <a:r>
                        <a:rPr lang="en-US" sz="2000" dirty="0">
                          <a:solidFill>
                            <a:srgbClr val="0000CC"/>
                          </a:solidFill>
                          <a:effectLst/>
                          <a:latin typeface="Rockwell" panose="02060603020205020403" pitchFamily="18" charset="0"/>
                        </a:rPr>
                        <a:t> </a:t>
                      </a:r>
                      <a:r>
                        <a:rPr lang="en-US" sz="2000" dirty="0" err="1">
                          <a:solidFill>
                            <a:srgbClr val="0000CC"/>
                          </a:solidFill>
                          <a:effectLst/>
                          <a:latin typeface="Rockwell" panose="02060603020205020403" pitchFamily="18" charset="0"/>
                        </a:rPr>
                        <a:t>lý</a:t>
                      </a:r>
                      <a:r>
                        <a:rPr lang="en-US" sz="2000" dirty="0">
                          <a:solidFill>
                            <a:srgbClr val="0000CC"/>
                          </a:solidFill>
                          <a:effectLst/>
                          <a:latin typeface="Rockwell" panose="02060603020205020403" pitchFamily="18" charset="0"/>
                        </a:rPr>
                        <a:t>, </a:t>
                      </a:r>
                      <a:r>
                        <a:rPr lang="en-US" sz="2000" dirty="0" err="1">
                          <a:solidFill>
                            <a:srgbClr val="0000CC"/>
                          </a:solidFill>
                          <a:effectLst/>
                          <a:latin typeface="Rockwell" panose="02060603020205020403" pitchFamily="18" charset="0"/>
                        </a:rPr>
                        <a:t>dữ</a:t>
                      </a:r>
                      <a:r>
                        <a:rPr lang="en-US" sz="2000" dirty="0">
                          <a:solidFill>
                            <a:srgbClr val="0000CC"/>
                          </a:solidFill>
                          <a:effectLst/>
                          <a:latin typeface="Rockwell" panose="02060603020205020403" pitchFamily="18" charset="0"/>
                        </a:rPr>
                        <a:t> </a:t>
                      </a:r>
                      <a:r>
                        <a:rPr lang="en-US" sz="2000" dirty="0" err="1">
                          <a:solidFill>
                            <a:srgbClr val="0000CC"/>
                          </a:solidFill>
                          <a:effectLst/>
                          <a:latin typeface="Rockwell" panose="02060603020205020403" pitchFamily="18" charset="0"/>
                        </a:rPr>
                        <a:t>liệu</a:t>
                      </a:r>
                      <a:r>
                        <a:rPr lang="en-US" sz="2000" dirty="0">
                          <a:solidFill>
                            <a:srgbClr val="0000CC"/>
                          </a:solidFill>
                          <a:effectLst/>
                          <a:latin typeface="Rockwell" panose="02060603020205020403" pitchFamily="18" charset="0"/>
                        </a:rPr>
                        <a:t> </a:t>
                      </a:r>
                      <a:r>
                        <a:rPr lang="en-US" sz="2000" dirty="0" err="1">
                          <a:solidFill>
                            <a:srgbClr val="0000CC"/>
                          </a:solidFill>
                          <a:effectLst/>
                          <a:latin typeface="Rockwell" panose="02060603020205020403" pitchFamily="18" charset="0"/>
                        </a:rPr>
                        <a:t>giao</a:t>
                      </a:r>
                      <a:r>
                        <a:rPr lang="en-US" sz="2000" dirty="0">
                          <a:solidFill>
                            <a:srgbClr val="0000CC"/>
                          </a:solidFill>
                          <a:effectLst/>
                          <a:latin typeface="Rockwell" panose="02060603020205020403" pitchFamily="18" charset="0"/>
                        </a:rPr>
                        <a:t> </a:t>
                      </a:r>
                      <a:r>
                        <a:rPr lang="en-US" sz="2000" dirty="0" err="1">
                          <a:solidFill>
                            <a:srgbClr val="0000CC"/>
                          </a:solidFill>
                          <a:effectLst/>
                          <a:latin typeface="Rockwell" panose="02060603020205020403" pitchFamily="18" charset="0"/>
                        </a:rPr>
                        <a:t>dịch</a:t>
                      </a:r>
                      <a:r>
                        <a:rPr lang="en-US" sz="2000" dirty="0">
                          <a:solidFill>
                            <a:srgbClr val="0000CC"/>
                          </a:solidFill>
                          <a:effectLst/>
                          <a:latin typeface="Rockwell" panose="02060603020205020403" pitchFamily="18" charset="0"/>
                        </a:rPr>
                        <a:t> (login, form, API, </a:t>
                      </a:r>
                      <a:r>
                        <a:rPr lang="en-US" sz="2000" dirty="0" err="1">
                          <a:solidFill>
                            <a:srgbClr val="0000CC"/>
                          </a:solidFill>
                          <a:effectLst/>
                          <a:latin typeface="Rockwell" panose="02060603020205020403" pitchFamily="18" charset="0"/>
                        </a:rPr>
                        <a:t>thanh</a:t>
                      </a:r>
                      <a:r>
                        <a:rPr lang="en-US" sz="2000" dirty="0">
                          <a:solidFill>
                            <a:srgbClr val="0000CC"/>
                          </a:solidFill>
                          <a:effectLst/>
                          <a:latin typeface="Rockwell" panose="02060603020205020403" pitchFamily="18" charset="0"/>
                        </a:rPr>
                        <a:t> </a:t>
                      </a:r>
                      <a:r>
                        <a:rPr lang="en-US" sz="2000" dirty="0" err="1">
                          <a:solidFill>
                            <a:srgbClr val="0000CC"/>
                          </a:solidFill>
                          <a:effectLst/>
                          <a:latin typeface="Rockwell" panose="02060603020205020403" pitchFamily="18" charset="0"/>
                        </a:rPr>
                        <a:t>toán</a:t>
                      </a:r>
                      <a:r>
                        <a:rPr lang="en-US" sz="2000" dirty="0">
                          <a:solidFill>
                            <a:srgbClr val="0000CC"/>
                          </a:solidFill>
                          <a:effectLst/>
                          <a:latin typeface="Rockwell" panose="02060603020205020403" pitchFamily="18" charset="0"/>
                        </a:rPr>
                        <a:t>).</a:t>
                      </a:r>
                      <a:endParaRPr lang="en-US" sz="2000" dirty="0">
                        <a:solidFill>
                          <a:srgbClr val="0000CC"/>
                        </a:solidFill>
                        <a:effectLst/>
                        <a:latin typeface="Rockwell" panose="02060603020205020403" pitchFamily="18" charset="0"/>
                        <a:ea typeface="Calibri" panose="020F0502020204030204" pitchFamily="34" charset="0"/>
                        <a:cs typeface="Times New Roman" panose="02020603050405020304" pitchFamily="18" charset="0"/>
                      </a:endParaRPr>
                    </a:p>
                  </a:txBody>
                  <a:tcPr marL="47300" marR="47300" marT="0" marB="0" anchor="ctr"/>
                </a:tc>
                <a:tc>
                  <a:txBody>
                    <a:bodyPr/>
                    <a:lstStyle/>
                    <a:p>
                      <a:pPr>
                        <a:lnSpc>
                          <a:spcPct val="120000"/>
                        </a:lnSpc>
                        <a:spcBef>
                          <a:spcPts val="200"/>
                        </a:spcBef>
                        <a:spcAft>
                          <a:spcPts val="200"/>
                        </a:spcAft>
                      </a:pPr>
                      <a:r>
                        <a:rPr lang="en-US" sz="2000" dirty="0" err="1">
                          <a:solidFill>
                            <a:srgbClr val="0000CC"/>
                          </a:solidFill>
                          <a:effectLst/>
                          <a:latin typeface="Rockwell" panose="02060603020205020403" pitchFamily="18" charset="0"/>
                        </a:rPr>
                        <a:t>Phần</a:t>
                      </a:r>
                      <a:r>
                        <a:rPr lang="en-US" sz="2000" dirty="0">
                          <a:solidFill>
                            <a:srgbClr val="0000CC"/>
                          </a:solidFill>
                          <a:effectLst/>
                          <a:latin typeface="Rockwell" panose="02060603020205020403" pitchFamily="18" charset="0"/>
                        </a:rPr>
                        <a:t> </a:t>
                      </a:r>
                      <a:r>
                        <a:rPr lang="en-US" sz="2000" dirty="0" err="1">
                          <a:solidFill>
                            <a:srgbClr val="0000CC"/>
                          </a:solidFill>
                          <a:effectLst/>
                          <a:latin typeface="Rockwell" panose="02060603020205020403" pitchFamily="18" charset="0"/>
                        </a:rPr>
                        <a:t>mềm</a:t>
                      </a:r>
                      <a:r>
                        <a:rPr lang="en-US" sz="2000" dirty="0">
                          <a:solidFill>
                            <a:srgbClr val="0000CC"/>
                          </a:solidFill>
                          <a:effectLst/>
                          <a:latin typeface="Rockwell" panose="02060603020205020403" pitchFamily="18" charset="0"/>
                        </a:rPr>
                        <a:t> </a:t>
                      </a:r>
                      <a:r>
                        <a:rPr lang="en-US" sz="2000" dirty="0" err="1">
                          <a:solidFill>
                            <a:srgbClr val="0000CC"/>
                          </a:solidFill>
                          <a:effectLst/>
                          <a:latin typeface="Rockwell" panose="02060603020205020403" pitchFamily="18" charset="0"/>
                        </a:rPr>
                        <a:t>máy</a:t>
                      </a:r>
                      <a:r>
                        <a:rPr lang="en-US" sz="2000" dirty="0">
                          <a:solidFill>
                            <a:srgbClr val="0000CC"/>
                          </a:solidFill>
                          <a:effectLst/>
                          <a:latin typeface="Rockwell" panose="02060603020205020403" pitchFamily="18" charset="0"/>
                        </a:rPr>
                        <a:t> </a:t>
                      </a:r>
                      <a:r>
                        <a:rPr lang="en-US" sz="2000" dirty="0" err="1">
                          <a:solidFill>
                            <a:srgbClr val="0000CC"/>
                          </a:solidFill>
                          <a:effectLst/>
                          <a:latin typeface="Rockwell" panose="02060603020205020403" pitchFamily="18" charset="0"/>
                        </a:rPr>
                        <a:t>chủ</a:t>
                      </a:r>
                      <a:r>
                        <a:rPr lang="en-US" sz="2000" dirty="0">
                          <a:solidFill>
                            <a:srgbClr val="0000CC"/>
                          </a:solidFill>
                          <a:effectLst/>
                          <a:latin typeface="Rockwell" panose="02060603020205020403" pitchFamily="18" charset="0"/>
                        </a:rPr>
                        <a:t> web (Apache, Nginx, IIS), </a:t>
                      </a:r>
                      <a:r>
                        <a:rPr lang="en-US" sz="2000" dirty="0" smtClean="0">
                          <a:solidFill>
                            <a:srgbClr val="0000CC"/>
                          </a:solidFill>
                          <a:effectLst/>
                          <a:latin typeface="Rockwell" panose="02060603020205020403" pitchFamily="18" charset="0"/>
                        </a:rPr>
                        <a:t>OS, </a:t>
                      </a:r>
                      <a:r>
                        <a:rPr lang="en-US" sz="2000" dirty="0" err="1">
                          <a:solidFill>
                            <a:srgbClr val="0000CC"/>
                          </a:solidFill>
                          <a:effectLst/>
                          <a:latin typeface="Rockwell" panose="02060603020205020403" pitchFamily="18" charset="0"/>
                        </a:rPr>
                        <a:t>dịch</a:t>
                      </a:r>
                      <a:r>
                        <a:rPr lang="en-US" sz="2000" dirty="0">
                          <a:solidFill>
                            <a:srgbClr val="0000CC"/>
                          </a:solidFill>
                          <a:effectLst/>
                          <a:latin typeface="Rockwell" panose="02060603020205020403" pitchFamily="18" charset="0"/>
                        </a:rPr>
                        <a:t> </a:t>
                      </a:r>
                      <a:r>
                        <a:rPr lang="en-US" sz="2000" dirty="0" err="1">
                          <a:solidFill>
                            <a:srgbClr val="0000CC"/>
                          </a:solidFill>
                          <a:effectLst/>
                          <a:latin typeface="Rockwell" panose="02060603020205020403" pitchFamily="18" charset="0"/>
                        </a:rPr>
                        <a:t>vụ</a:t>
                      </a:r>
                      <a:r>
                        <a:rPr lang="en-US" sz="2000" dirty="0">
                          <a:solidFill>
                            <a:srgbClr val="0000CC"/>
                          </a:solidFill>
                          <a:effectLst/>
                          <a:latin typeface="Rockwell" panose="02060603020205020403" pitchFamily="18" charset="0"/>
                        </a:rPr>
                        <a:t> </a:t>
                      </a:r>
                      <a:r>
                        <a:rPr lang="en-US" sz="2000" dirty="0" err="1">
                          <a:solidFill>
                            <a:srgbClr val="0000CC"/>
                          </a:solidFill>
                          <a:effectLst/>
                          <a:latin typeface="Rockwell" panose="02060603020205020403" pitchFamily="18" charset="0"/>
                        </a:rPr>
                        <a:t>hỗ</a:t>
                      </a:r>
                      <a:r>
                        <a:rPr lang="en-US" sz="2000" dirty="0">
                          <a:solidFill>
                            <a:srgbClr val="0000CC"/>
                          </a:solidFill>
                          <a:effectLst/>
                          <a:latin typeface="Rockwell" panose="02060603020205020403" pitchFamily="18" charset="0"/>
                        </a:rPr>
                        <a:t> </a:t>
                      </a:r>
                      <a:r>
                        <a:rPr lang="en-US" sz="2000" dirty="0" err="1">
                          <a:solidFill>
                            <a:srgbClr val="0000CC"/>
                          </a:solidFill>
                          <a:effectLst/>
                          <a:latin typeface="Rockwell" panose="02060603020205020403" pitchFamily="18" charset="0"/>
                        </a:rPr>
                        <a:t>trợ</a:t>
                      </a:r>
                      <a:r>
                        <a:rPr lang="en-US" sz="2000" dirty="0">
                          <a:solidFill>
                            <a:srgbClr val="0000CC"/>
                          </a:solidFill>
                          <a:effectLst/>
                          <a:latin typeface="Rockwell" panose="02060603020205020403" pitchFamily="18" charset="0"/>
                        </a:rPr>
                        <a:t>.</a:t>
                      </a:r>
                      <a:endParaRPr lang="en-US" sz="2000" dirty="0">
                        <a:solidFill>
                          <a:srgbClr val="0000CC"/>
                        </a:solidFill>
                        <a:effectLst/>
                        <a:latin typeface="Rockwell" panose="02060603020205020403" pitchFamily="18" charset="0"/>
                        <a:ea typeface="Calibri" panose="020F0502020204030204" pitchFamily="34" charset="0"/>
                        <a:cs typeface="Times New Roman" panose="02020603050405020304" pitchFamily="18" charset="0"/>
                      </a:endParaRPr>
                    </a:p>
                  </a:txBody>
                  <a:tcPr marL="47300" marR="47300" marT="0" marB="0" anchor="ctr"/>
                </a:tc>
                <a:extLst>
                  <a:ext uri="{0D108BD9-81ED-4DB2-BD59-A6C34878D82A}">
                    <a16:rowId xmlns:a16="http://schemas.microsoft.com/office/drawing/2014/main" val="2434484292"/>
                  </a:ext>
                </a:extLst>
              </a:tr>
              <a:tr h="1057353">
                <a:tc>
                  <a:txBody>
                    <a:bodyPr/>
                    <a:lstStyle/>
                    <a:p>
                      <a:pPr>
                        <a:lnSpc>
                          <a:spcPct val="120000"/>
                        </a:lnSpc>
                        <a:spcBef>
                          <a:spcPts val="200"/>
                        </a:spcBef>
                        <a:spcAft>
                          <a:spcPts val="200"/>
                        </a:spcAft>
                      </a:pPr>
                      <a:r>
                        <a:rPr lang="en-US" sz="2000" dirty="0" err="1">
                          <a:solidFill>
                            <a:schemeClr val="bg1"/>
                          </a:solidFill>
                          <a:effectLst/>
                          <a:latin typeface="Rockwell" panose="02060603020205020403" pitchFamily="18" charset="0"/>
                        </a:rPr>
                        <a:t>Mối</a:t>
                      </a:r>
                      <a:r>
                        <a:rPr lang="en-US" sz="2000" dirty="0">
                          <a:solidFill>
                            <a:schemeClr val="bg1"/>
                          </a:solidFill>
                          <a:effectLst/>
                          <a:latin typeface="Rockwell" panose="02060603020205020403" pitchFamily="18" charset="0"/>
                        </a:rPr>
                        <a:t> </a:t>
                      </a:r>
                      <a:r>
                        <a:rPr lang="en-US" sz="2000" dirty="0" err="1">
                          <a:solidFill>
                            <a:schemeClr val="bg1"/>
                          </a:solidFill>
                          <a:effectLst/>
                          <a:latin typeface="Rockwell" panose="02060603020205020403" pitchFamily="18" charset="0"/>
                        </a:rPr>
                        <a:t>đe</a:t>
                      </a:r>
                      <a:r>
                        <a:rPr lang="en-US" sz="2000" dirty="0">
                          <a:solidFill>
                            <a:schemeClr val="bg1"/>
                          </a:solidFill>
                          <a:effectLst/>
                          <a:latin typeface="Rockwell" panose="02060603020205020403" pitchFamily="18" charset="0"/>
                        </a:rPr>
                        <a:t> </a:t>
                      </a:r>
                      <a:r>
                        <a:rPr lang="en-US" sz="2000" dirty="0" err="1">
                          <a:solidFill>
                            <a:schemeClr val="bg1"/>
                          </a:solidFill>
                          <a:effectLst/>
                          <a:latin typeface="Rockwell" panose="02060603020205020403" pitchFamily="18" charset="0"/>
                        </a:rPr>
                        <a:t>dọa</a:t>
                      </a:r>
                      <a:r>
                        <a:rPr lang="en-US" sz="2000" dirty="0">
                          <a:solidFill>
                            <a:schemeClr val="bg1"/>
                          </a:solidFill>
                          <a:effectLst/>
                          <a:latin typeface="Rockwell" panose="02060603020205020403" pitchFamily="18" charset="0"/>
                        </a:rPr>
                        <a:t> </a:t>
                      </a:r>
                      <a:r>
                        <a:rPr lang="en-US" sz="2000" dirty="0" err="1">
                          <a:solidFill>
                            <a:schemeClr val="bg1"/>
                          </a:solidFill>
                          <a:effectLst/>
                          <a:latin typeface="Rockwell" panose="02060603020205020403" pitchFamily="18" charset="0"/>
                        </a:rPr>
                        <a:t>chính</a:t>
                      </a:r>
                      <a:endParaRPr lang="en-US" sz="2000" dirty="0">
                        <a:solidFill>
                          <a:schemeClr val="bg1"/>
                        </a:solidFill>
                        <a:effectLst/>
                        <a:latin typeface="Rockwell" panose="02060603020205020403" pitchFamily="18" charset="0"/>
                        <a:ea typeface="Calibri" panose="020F0502020204030204" pitchFamily="34" charset="0"/>
                        <a:cs typeface="Times New Roman" panose="02020603050405020304" pitchFamily="18" charset="0"/>
                      </a:endParaRPr>
                    </a:p>
                  </a:txBody>
                  <a:tcPr marL="47300" marR="47300" marT="0" marB="0" anchor="ctr"/>
                </a:tc>
                <a:tc>
                  <a:txBody>
                    <a:bodyPr/>
                    <a:lstStyle/>
                    <a:p>
                      <a:pPr>
                        <a:lnSpc>
                          <a:spcPct val="120000"/>
                        </a:lnSpc>
                        <a:spcBef>
                          <a:spcPts val="200"/>
                        </a:spcBef>
                        <a:spcAft>
                          <a:spcPts val="200"/>
                        </a:spcAft>
                      </a:pPr>
                      <a:r>
                        <a:rPr lang="en-US" sz="2000" dirty="0">
                          <a:solidFill>
                            <a:srgbClr val="0000CC"/>
                          </a:solidFill>
                          <a:effectLst/>
                          <a:latin typeface="Rockwell" panose="02060603020205020403" pitchFamily="18" charset="0"/>
                        </a:rPr>
                        <a:t>SQL Injection, </a:t>
                      </a:r>
                      <a:r>
                        <a:rPr lang="en-US" sz="2000" dirty="0" err="1">
                          <a:solidFill>
                            <a:srgbClr val="0000CC"/>
                          </a:solidFill>
                          <a:effectLst/>
                          <a:latin typeface="Rockwell" panose="02060603020205020403" pitchFamily="18" charset="0"/>
                        </a:rPr>
                        <a:t>XSS</a:t>
                      </a:r>
                      <a:r>
                        <a:rPr lang="en-US" sz="2000" dirty="0">
                          <a:solidFill>
                            <a:srgbClr val="0000CC"/>
                          </a:solidFill>
                          <a:effectLst/>
                          <a:latin typeface="Rockwell" panose="02060603020205020403" pitchFamily="18" charset="0"/>
                        </a:rPr>
                        <a:t>, </a:t>
                      </a:r>
                      <a:r>
                        <a:rPr lang="en-US" sz="2000" dirty="0" err="1">
                          <a:solidFill>
                            <a:srgbClr val="0000CC"/>
                          </a:solidFill>
                          <a:effectLst/>
                          <a:latin typeface="Rockwell" panose="02060603020205020403" pitchFamily="18" charset="0"/>
                        </a:rPr>
                        <a:t>CSRF</a:t>
                      </a:r>
                      <a:r>
                        <a:rPr lang="en-US" sz="2000" dirty="0">
                          <a:solidFill>
                            <a:srgbClr val="0000CC"/>
                          </a:solidFill>
                          <a:effectLst/>
                          <a:latin typeface="Rockwell" panose="02060603020205020403" pitchFamily="18" charset="0"/>
                        </a:rPr>
                        <a:t>, Broken Authentication, </a:t>
                      </a:r>
                      <a:r>
                        <a:rPr lang="en-US" sz="2000" dirty="0" err="1">
                          <a:solidFill>
                            <a:srgbClr val="0000CC"/>
                          </a:solidFill>
                          <a:effectLst/>
                          <a:latin typeface="Rockwell" panose="02060603020205020403" pitchFamily="18" charset="0"/>
                        </a:rPr>
                        <a:t>lộ</a:t>
                      </a:r>
                      <a:r>
                        <a:rPr lang="en-US" sz="2000" dirty="0">
                          <a:solidFill>
                            <a:srgbClr val="0000CC"/>
                          </a:solidFill>
                          <a:effectLst/>
                          <a:latin typeface="Rockwell" panose="02060603020205020403" pitchFamily="18" charset="0"/>
                        </a:rPr>
                        <a:t> </a:t>
                      </a:r>
                      <a:r>
                        <a:rPr lang="en-US" sz="2000" dirty="0" err="1">
                          <a:solidFill>
                            <a:srgbClr val="0000CC"/>
                          </a:solidFill>
                          <a:effectLst/>
                          <a:latin typeface="Rockwell" panose="02060603020205020403" pitchFamily="18" charset="0"/>
                        </a:rPr>
                        <a:t>dữ</a:t>
                      </a:r>
                      <a:r>
                        <a:rPr lang="en-US" sz="2000" dirty="0">
                          <a:solidFill>
                            <a:srgbClr val="0000CC"/>
                          </a:solidFill>
                          <a:effectLst/>
                          <a:latin typeface="Rockwell" panose="02060603020205020403" pitchFamily="18" charset="0"/>
                        </a:rPr>
                        <a:t> </a:t>
                      </a:r>
                      <a:r>
                        <a:rPr lang="en-US" sz="2000" dirty="0" err="1">
                          <a:solidFill>
                            <a:srgbClr val="0000CC"/>
                          </a:solidFill>
                          <a:effectLst/>
                          <a:latin typeface="Rockwell" panose="02060603020205020403" pitchFamily="18" charset="0"/>
                        </a:rPr>
                        <a:t>liệu</a:t>
                      </a:r>
                      <a:r>
                        <a:rPr lang="en-US" sz="2000" dirty="0">
                          <a:solidFill>
                            <a:srgbClr val="0000CC"/>
                          </a:solidFill>
                          <a:effectLst/>
                          <a:latin typeface="Rockwell" panose="02060603020205020403" pitchFamily="18" charset="0"/>
                        </a:rPr>
                        <a:t> </a:t>
                      </a:r>
                      <a:r>
                        <a:rPr lang="en-US" sz="2000" dirty="0" err="1">
                          <a:solidFill>
                            <a:srgbClr val="0000CC"/>
                          </a:solidFill>
                          <a:effectLst/>
                          <a:latin typeface="Rockwell" panose="02060603020205020403" pitchFamily="18" charset="0"/>
                        </a:rPr>
                        <a:t>nhạy</a:t>
                      </a:r>
                      <a:r>
                        <a:rPr lang="en-US" sz="2000" dirty="0">
                          <a:solidFill>
                            <a:srgbClr val="0000CC"/>
                          </a:solidFill>
                          <a:effectLst/>
                          <a:latin typeface="Rockwell" panose="02060603020205020403" pitchFamily="18" charset="0"/>
                        </a:rPr>
                        <a:t> </a:t>
                      </a:r>
                      <a:r>
                        <a:rPr lang="en-US" sz="2000" dirty="0" err="1">
                          <a:solidFill>
                            <a:srgbClr val="0000CC"/>
                          </a:solidFill>
                          <a:effectLst/>
                          <a:latin typeface="Rockwell" panose="02060603020205020403" pitchFamily="18" charset="0"/>
                        </a:rPr>
                        <a:t>cảm</a:t>
                      </a:r>
                      <a:r>
                        <a:rPr lang="en-US" sz="2000" dirty="0">
                          <a:solidFill>
                            <a:srgbClr val="0000CC"/>
                          </a:solidFill>
                          <a:effectLst/>
                          <a:latin typeface="Rockwell" panose="02060603020205020403" pitchFamily="18" charset="0"/>
                        </a:rPr>
                        <a:t>.</a:t>
                      </a:r>
                      <a:endParaRPr lang="en-US" sz="2000" dirty="0">
                        <a:solidFill>
                          <a:srgbClr val="0000CC"/>
                        </a:solidFill>
                        <a:effectLst/>
                        <a:latin typeface="Rockwell" panose="02060603020205020403" pitchFamily="18" charset="0"/>
                        <a:ea typeface="Calibri" panose="020F0502020204030204" pitchFamily="34" charset="0"/>
                        <a:cs typeface="Times New Roman" panose="02020603050405020304" pitchFamily="18" charset="0"/>
                      </a:endParaRPr>
                    </a:p>
                  </a:txBody>
                  <a:tcPr marL="47300" marR="47300" marT="0" marB="0" anchor="ctr"/>
                </a:tc>
                <a:tc>
                  <a:txBody>
                    <a:bodyPr/>
                    <a:lstStyle/>
                    <a:p>
                      <a:pPr>
                        <a:lnSpc>
                          <a:spcPct val="120000"/>
                        </a:lnSpc>
                        <a:spcBef>
                          <a:spcPts val="200"/>
                        </a:spcBef>
                        <a:spcAft>
                          <a:spcPts val="200"/>
                        </a:spcAft>
                      </a:pPr>
                      <a:r>
                        <a:rPr lang="en-US" sz="2000" dirty="0" err="1">
                          <a:solidFill>
                            <a:srgbClr val="0000CC"/>
                          </a:solidFill>
                          <a:effectLst/>
                          <a:latin typeface="Rockwell" panose="02060603020205020403" pitchFamily="18" charset="0"/>
                        </a:rPr>
                        <a:t>DDoS</a:t>
                      </a:r>
                      <a:r>
                        <a:rPr lang="en-US" sz="2000" dirty="0">
                          <a:solidFill>
                            <a:srgbClr val="0000CC"/>
                          </a:solidFill>
                          <a:effectLst/>
                          <a:latin typeface="Rockwell" panose="02060603020205020403" pitchFamily="18" charset="0"/>
                        </a:rPr>
                        <a:t>, </a:t>
                      </a:r>
                      <a:r>
                        <a:rPr lang="en-US" sz="2000" dirty="0" err="1">
                          <a:solidFill>
                            <a:srgbClr val="0000CC"/>
                          </a:solidFill>
                          <a:effectLst/>
                          <a:latin typeface="Rockwell" panose="02060603020205020403" pitchFamily="18" charset="0"/>
                        </a:rPr>
                        <a:t>khai</a:t>
                      </a:r>
                      <a:r>
                        <a:rPr lang="en-US" sz="2000" dirty="0">
                          <a:solidFill>
                            <a:srgbClr val="0000CC"/>
                          </a:solidFill>
                          <a:effectLst/>
                          <a:latin typeface="Rockwell" panose="02060603020205020403" pitchFamily="18" charset="0"/>
                        </a:rPr>
                        <a:t> </a:t>
                      </a:r>
                      <a:r>
                        <a:rPr lang="en-US" sz="2000" dirty="0" err="1">
                          <a:solidFill>
                            <a:srgbClr val="0000CC"/>
                          </a:solidFill>
                          <a:effectLst/>
                          <a:latin typeface="Rockwell" panose="02060603020205020403" pitchFamily="18" charset="0"/>
                        </a:rPr>
                        <a:t>thác</a:t>
                      </a:r>
                      <a:r>
                        <a:rPr lang="en-US" sz="2000" dirty="0">
                          <a:solidFill>
                            <a:srgbClr val="0000CC"/>
                          </a:solidFill>
                          <a:effectLst/>
                          <a:latin typeface="Rockwell" panose="02060603020205020403" pitchFamily="18" charset="0"/>
                        </a:rPr>
                        <a:t> </a:t>
                      </a:r>
                      <a:r>
                        <a:rPr lang="en-US" sz="2000" dirty="0" err="1">
                          <a:solidFill>
                            <a:srgbClr val="0000CC"/>
                          </a:solidFill>
                          <a:effectLst/>
                          <a:latin typeface="Rockwell" panose="02060603020205020403" pitchFamily="18" charset="0"/>
                        </a:rPr>
                        <a:t>lỗ</a:t>
                      </a:r>
                      <a:r>
                        <a:rPr lang="en-US" sz="2000" dirty="0">
                          <a:solidFill>
                            <a:srgbClr val="0000CC"/>
                          </a:solidFill>
                          <a:effectLst/>
                          <a:latin typeface="Rockwell" panose="02060603020205020403" pitchFamily="18" charset="0"/>
                        </a:rPr>
                        <a:t> </a:t>
                      </a:r>
                      <a:r>
                        <a:rPr lang="en-US" sz="2000" dirty="0" err="1">
                          <a:solidFill>
                            <a:srgbClr val="0000CC"/>
                          </a:solidFill>
                          <a:effectLst/>
                          <a:latin typeface="Rockwell" panose="02060603020205020403" pitchFamily="18" charset="0"/>
                        </a:rPr>
                        <a:t>hổng</a:t>
                      </a:r>
                      <a:r>
                        <a:rPr lang="en-US" sz="2000" dirty="0">
                          <a:solidFill>
                            <a:srgbClr val="0000CC"/>
                          </a:solidFill>
                          <a:effectLst/>
                          <a:latin typeface="Rockwell" panose="02060603020205020403" pitchFamily="18" charset="0"/>
                        </a:rPr>
                        <a:t> server, defacement, privilege escalation, malware injection.</a:t>
                      </a:r>
                      <a:endParaRPr lang="en-US" sz="2000" dirty="0">
                        <a:solidFill>
                          <a:srgbClr val="0000CC"/>
                        </a:solidFill>
                        <a:effectLst/>
                        <a:latin typeface="Rockwell" panose="02060603020205020403" pitchFamily="18" charset="0"/>
                        <a:ea typeface="Calibri" panose="020F0502020204030204" pitchFamily="34" charset="0"/>
                        <a:cs typeface="Times New Roman" panose="02020603050405020304" pitchFamily="18" charset="0"/>
                      </a:endParaRPr>
                    </a:p>
                  </a:txBody>
                  <a:tcPr marL="47300" marR="47300" marT="0" marB="0" anchor="ctr"/>
                </a:tc>
                <a:extLst>
                  <a:ext uri="{0D108BD9-81ED-4DB2-BD59-A6C34878D82A}">
                    <a16:rowId xmlns:a16="http://schemas.microsoft.com/office/drawing/2014/main" val="2070518935"/>
                  </a:ext>
                </a:extLst>
              </a:tr>
              <a:tr h="1057353">
                <a:tc>
                  <a:txBody>
                    <a:bodyPr/>
                    <a:lstStyle/>
                    <a:p>
                      <a:pPr>
                        <a:lnSpc>
                          <a:spcPct val="120000"/>
                        </a:lnSpc>
                        <a:spcBef>
                          <a:spcPts val="200"/>
                        </a:spcBef>
                        <a:spcAft>
                          <a:spcPts val="200"/>
                        </a:spcAft>
                      </a:pPr>
                      <a:r>
                        <a:rPr lang="en-US" sz="2000" dirty="0" err="1">
                          <a:solidFill>
                            <a:schemeClr val="bg1"/>
                          </a:solidFill>
                          <a:effectLst/>
                          <a:latin typeface="Rockwell" panose="02060603020205020403" pitchFamily="18" charset="0"/>
                        </a:rPr>
                        <a:t>Mục</a:t>
                      </a:r>
                      <a:r>
                        <a:rPr lang="en-US" sz="2000" dirty="0">
                          <a:solidFill>
                            <a:schemeClr val="bg1"/>
                          </a:solidFill>
                          <a:effectLst/>
                          <a:latin typeface="Rockwell" panose="02060603020205020403" pitchFamily="18" charset="0"/>
                        </a:rPr>
                        <a:t> </a:t>
                      </a:r>
                      <a:r>
                        <a:rPr lang="en-US" sz="2000" dirty="0" err="1">
                          <a:solidFill>
                            <a:schemeClr val="bg1"/>
                          </a:solidFill>
                          <a:effectLst/>
                          <a:latin typeface="Rockwell" panose="02060603020205020403" pitchFamily="18" charset="0"/>
                        </a:rPr>
                        <a:t>tiêu</a:t>
                      </a:r>
                      <a:r>
                        <a:rPr lang="en-US" sz="2000" dirty="0">
                          <a:solidFill>
                            <a:schemeClr val="bg1"/>
                          </a:solidFill>
                          <a:effectLst/>
                          <a:latin typeface="Rockwell" panose="02060603020205020403" pitchFamily="18" charset="0"/>
                        </a:rPr>
                        <a:t> </a:t>
                      </a:r>
                      <a:r>
                        <a:rPr lang="en-US" sz="2000" dirty="0" err="1">
                          <a:solidFill>
                            <a:schemeClr val="bg1"/>
                          </a:solidFill>
                          <a:effectLst/>
                          <a:latin typeface="Rockwell" panose="02060603020205020403" pitchFamily="18" charset="0"/>
                        </a:rPr>
                        <a:t>tấn</a:t>
                      </a:r>
                      <a:r>
                        <a:rPr lang="en-US" sz="2000" dirty="0">
                          <a:solidFill>
                            <a:schemeClr val="bg1"/>
                          </a:solidFill>
                          <a:effectLst/>
                          <a:latin typeface="Rockwell" panose="02060603020205020403" pitchFamily="18" charset="0"/>
                        </a:rPr>
                        <a:t> </a:t>
                      </a:r>
                      <a:r>
                        <a:rPr lang="en-US" sz="2000" dirty="0" err="1">
                          <a:solidFill>
                            <a:schemeClr val="bg1"/>
                          </a:solidFill>
                          <a:effectLst/>
                          <a:latin typeface="Rockwell" panose="02060603020205020403" pitchFamily="18" charset="0"/>
                        </a:rPr>
                        <a:t>công</a:t>
                      </a:r>
                      <a:endParaRPr lang="en-US" sz="2000" dirty="0">
                        <a:solidFill>
                          <a:schemeClr val="bg1"/>
                        </a:solidFill>
                        <a:effectLst/>
                        <a:latin typeface="Rockwell" panose="02060603020205020403" pitchFamily="18" charset="0"/>
                        <a:ea typeface="Calibri" panose="020F0502020204030204" pitchFamily="34" charset="0"/>
                        <a:cs typeface="Times New Roman" panose="02020603050405020304" pitchFamily="18" charset="0"/>
                      </a:endParaRPr>
                    </a:p>
                  </a:txBody>
                  <a:tcPr marL="47300" marR="47300" marT="0" marB="0" anchor="ctr"/>
                </a:tc>
                <a:tc>
                  <a:txBody>
                    <a:bodyPr/>
                    <a:lstStyle/>
                    <a:p>
                      <a:pPr>
                        <a:lnSpc>
                          <a:spcPct val="120000"/>
                        </a:lnSpc>
                        <a:spcBef>
                          <a:spcPts val="200"/>
                        </a:spcBef>
                        <a:spcAft>
                          <a:spcPts val="200"/>
                        </a:spcAft>
                      </a:pPr>
                      <a:r>
                        <a:rPr lang="en-US" sz="2000" dirty="0" err="1">
                          <a:solidFill>
                            <a:srgbClr val="0000CC"/>
                          </a:solidFill>
                          <a:effectLst/>
                          <a:latin typeface="Rockwell" panose="02060603020205020403" pitchFamily="18" charset="0"/>
                        </a:rPr>
                        <a:t>Trộm</a:t>
                      </a:r>
                      <a:r>
                        <a:rPr lang="en-US" sz="2000" dirty="0">
                          <a:solidFill>
                            <a:srgbClr val="0000CC"/>
                          </a:solidFill>
                          <a:effectLst/>
                          <a:latin typeface="Rockwell" panose="02060603020205020403" pitchFamily="18" charset="0"/>
                        </a:rPr>
                        <a:t> </a:t>
                      </a:r>
                      <a:r>
                        <a:rPr lang="en-US" sz="2000" dirty="0" err="1">
                          <a:solidFill>
                            <a:srgbClr val="0000CC"/>
                          </a:solidFill>
                          <a:effectLst/>
                          <a:latin typeface="Rockwell" panose="02060603020205020403" pitchFamily="18" charset="0"/>
                        </a:rPr>
                        <a:t>dữ</a:t>
                      </a:r>
                      <a:r>
                        <a:rPr lang="en-US" sz="2000" dirty="0">
                          <a:solidFill>
                            <a:srgbClr val="0000CC"/>
                          </a:solidFill>
                          <a:effectLst/>
                          <a:latin typeface="Rockwell" panose="02060603020205020403" pitchFamily="18" charset="0"/>
                        </a:rPr>
                        <a:t> </a:t>
                      </a:r>
                      <a:r>
                        <a:rPr lang="en-US" sz="2000" dirty="0" err="1">
                          <a:solidFill>
                            <a:srgbClr val="0000CC"/>
                          </a:solidFill>
                          <a:effectLst/>
                          <a:latin typeface="Rockwell" panose="02060603020205020403" pitchFamily="18" charset="0"/>
                        </a:rPr>
                        <a:t>liệu</a:t>
                      </a:r>
                      <a:r>
                        <a:rPr lang="en-US" sz="2000" dirty="0">
                          <a:solidFill>
                            <a:srgbClr val="0000CC"/>
                          </a:solidFill>
                          <a:effectLst/>
                          <a:latin typeface="Rockwell" panose="02060603020205020403" pitchFamily="18" charset="0"/>
                        </a:rPr>
                        <a:t> </a:t>
                      </a:r>
                      <a:r>
                        <a:rPr lang="en-US" sz="2000" dirty="0" err="1">
                          <a:solidFill>
                            <a:srgbClr val="0000CC"/>
                          </a:solidFill>
                          <a:effectLst/>
                          <a:latin typeface="Rockwell" panose="02060603020205020403" pitchFamily="18" charset="0"/>
                        </a:rPr>
                        <a:t>người</a:t>
                      </a:r>
                      <a:r>
                        <a:rPr lang="en-US" sz="2000" dirty="0">
                          <a:solidFill>
                            <a:srgbClr val="0000CC"/>
                          </a:solidFill>
                          <a:effectLst/>
                          <a:latin typeface="Rockwell" panose="02060603020205020403" pitchFamily="18" charset="0"/>
                        </a:rPr>
                        <a:t> </a:t>
                      </a:r>
                      <a:r>
                        <a:rPr lang="en-US" sz="2000" dirty="0" err="1">
                          <a:solidFill>
                            <a:srgbClr val="0000CC"/>
                          </a:solidFill>
                          <a:effectLst/>
                          <a:latin typeface="Rockwell" panose="02060603020205020403" pitchFamily="18" charset="0"/>
                        </a:rPr>
                        <a:t>dùng</a:t>
                      </a:r>
                      <a:r>
                        <a:rPr lang="en-US" sz="2000" dirty="0">
                          <a:solidFill>
                            <a:srgbClr val="0000CC"/>
                          </a:solidFill>
                          <a:effectLst/>
                          <a:latin typeface="Rockwell" panose="02060603020205020403" pitchFamily="18" charset="0"/>
                        </a:rPr>
                        <a:t>, </a:t>
                      </a:r>
                      <a:r>
                        <a:rPr lang="en-US" sz="2000" dirty="0" err="1">
                          <a:solidFill>
                            <a:srgbClr val="0000CC"/>
                          </a:solidFill>
                          <a:effectLst/>
                          <a:latin typeface="Rockwell" panose="02060603020205020403" pitchFamily="18" charset="0"/>
                        </a:rPr>
                        <a:t>chiếm</a:t>
                      </a:r>
                      <a:r>
                        <a:rPr lang="en-US" sz="2000" dirty="0">
                          <a:solidFill>
                            <a:srgbClr val="0000CC"/>
                          </a:solidFill>
                          <a:effectLst/>
                          <a:latin typeface="Rockwell" panose="02060603020205020403" pitchFamily="18" charset="0"/>
                        </a:rPr>
                        <a:t> </a:t>
                      </a:r>
                      <a:r>
                        <a:rPr lang="en-US" sz="2000" dirty="0" err="1">
                          <a:solidFill>
                            <a:srgbClr val="0000CC"/>
                          </a:solidFill>
                          <a:effectLst/>
                          <a:latin typeface="Rockwell" panose="02060603020205020403" pitchFamily="18" charset="0"/>
                        </a:rPr>
                        <a:t>quyền</a:t>
                      </a:r>
                      <a:r>
                        <a:rPr lang="en-US" sz="2000" dirty="0">
                          <a:solidFill>
                            <a:srgbClr val="0000CC"/>
                          </a:solidFill>
                          <a:effectLst/>
                          <a:latin typeface="Rockwell" panose="02060603020205020403" pitchFamily="18" charset="0"/>
                        </a:rPr>
                        <a:t> </a:t>
                      </a:r>
                      <a:r>
                        <a:rPr lang="en-US" sz="2000" dirty="0" err="1">
                          <a:solidFill>
                            <a:srgbClr val="0000CC"/>
                          </a:solidFill>
                          <a:effectLst/>
                          <a:latin typeface="Rockwell" panose="02060603020205020403" pitchFamily="18" charset="0"/>
                        </a:rPr>
                        <a:t>truy</a:t>
                      </a:r>
                      <a:r>
                        <a:rPr lang="en-US" sz="2000" dirty="0">
                          <a:solidFill>
                            <a:srgbClr val="0000CC"/>
                          </a:solidFill>
                          <a:effectLst/>
                          <a:latin typeface="Rockwell" panose="02060603020205020403" pitchFamily="18" charset="0"/>
                        </a:rPr>
                        <a:t> </a:t>
                      </a:r>
                      <a:r>
                        <a:rPr lang="en-US" sz="2000" dirty="0" err="1">
                          <a:solidFill>
                            <a:srgbClr val="0000CC"/>
                          </a:solidFill>
                          <a:effectLst/>
                          <a:latin typeface="Rockwell" panose="02060603020205020403" pitchFamily="18" charset="0"/>
                        </a:rPr>
                        <a:t>cập</a:t>
                      </a:r>
                      <a:r>
                        <a:rPr lang="en-US" sz="2000" dirty="0">
                          <a:solidFill>
                            <a:srgbClr val="0000CC"/>
                          </a:solidFill>
                          <a:effectLst/>
                          <a:latin typeface="Rockwell" panose="02060603020205020403" pitchFamily="18" charset="0"/>
                        </a:rPr>
                        <a:t> </a:t>
                      </a:r>
                      <a:r>
                        <a:rPr lang="en-US" sz="2000" dirty="0" err="1">
                          <a:solidFill>
                            <a:srgbClr val="0000CC"/>
                          </a:solidFill>
                          <a:effectLst/>
                          <a:latin typeface="Rockwell" panose="02060603020205020403" pitchFamily="18" charset="0"/>
                        </a:rPr>
                        <a:t>ứng</a:t>
                      </a:r>
                      <a:r>
                        <a:rPr lang="en-US" sz="2000" dirty="0">
                          <a:solidFill>
                            <a:srgbClr val="0000CC"/>
                          </a:solidFill>
                          <a:effectLst/>
                          <a:latin typeface="Rockwell" panose="02060603020205020403" pitchFamily="18" charset="0"/>
                        </a:rPr>
                        <a:t> </a:t>
                      </a:r>
                      <a:r>
                        <a:rPr lang="en-US" sz="2000" dirty="0" err="1">
                          <a:solidFill>
                            <a:srgbClr val="0000CC"/>
                          </a:solidFill>
                          <a:effectLst/>
                          <a:latin typeface="Rockwell" panose="02060603020205020403" pitchFamily="18" charset="0"/>
                        </a:rPr>
                        <a:t>dụng</a:t>
                      </a:r>
                      <a:r>
                        <a:rPr lang="en-US" sz="2000" dirty="0">
                          <a:solidFill>
                            <a:srgbClr val="0000CC"/>
                          </a:solidFill>
                          <a:effectLst/>
                          <a:latin typeface="Rockwell" panose="02060603020205020403" pitchFamily="18" charset="0"/>
                        </a:rPr>
                        <a:t>, </a:t>
                      </a:r>
                      <a:r>
                        <a:rPr lang="en-US" sz="2000" dirty="0" err="1">
                          <a:solidFill>
                            <a:srgbClr val="0000CC"/>
                          </a:solidFill>
                          <a:effectLst/>
                          <a:latin typeface="Rockwell" panose="02060603020205020403" pitchFamily="18" charset="0"/>
                        </a:rPr>
                        <a:t>phá</a:t>
                      </a:r>
                      <a:r>
                        <a:rPr lang="en-US" sz="2000" dirty="0">
                          <a:solidFill>
                            <a:srgbClr val="0000CC"/>
                          </a:solidFill>
                          <a:effectLst/>
                          <a:latin typeface="Rockwell" panose="02060603020205020403" pitchFamily="18" charset="0"/>
                        </a:rPr>
                        <a:t> </a:t>
                      </a:r>
                      <a:r>
                        <a:rPr lang="en-US" sz="2000" dirty="0" err="1">
                          <a:solidFill>
                            <a:srgbClr val="0000CC"/>
                          </a:solidFill>
                          <a:effectLst/>
                          <a:latin typeface="Rockwell" panose="02060603020205020403" pitchFamily="18" charset="0"/>
                        </a:rPr>
                        <a:t>vỡ</a:t>
                      </a:r>
                      <a:r>
                        <a:rPr lang="en-US" sz="2000" dirty="0">
                          <a:solidFill>
                            <a:srgbClr val="0000CC"/>
                          </a:solidFill>
                          <a:effectLst/>
                          <a:latin typeface="Rockwell" panose="02060603020205020403" pitchFamily="18" charset="0"/>
                        </a:rPr>
                        <a:t> logic </a:t>
                      </a:r>
                      <a:r>
                        <a:rPr lang="en-US" sz="2000" dirty="0" err="1">
                          <a:solidFill>
                            <a:srgbClr val="0000CC"/>
                          </a:solidFill>
                          <a:effectLst/>
                          <a:latin typeface="Rockwell" panose="02060603020205020403" pitchFamily="18" charset="0"/>
                        </a:rPr>
                        <a:t>nghiệp</a:t>
                      </a:r>
                      <a:r>
                        <a:rPr lang="en-US" sz="2000" dirty="0">
                          <a:solidFill>
                            <a:srgbClr val="0000CC"/>
                          </a:solidFill>
                          <a:effectLst/>
                          <a:latin typeface="Rockwell" panose="02060603020205020403" pitchFamily="18" charset="0"/>
                        </a:rPr>
                        <a:t> </a:t>
                      </a:r>
                      <a:r>
                        <a:rPr lang="en-US" sz="2000" dirty="0" err="1">
                          <a:solidFill>
                            <a:srgbClr val="0000CC"/>
                          </a:solidFill>
                          <a:effectLst/>
                          <a:latin typeface="Rockwell" panose="02060603020205020403" pitchFamily="18" charset="0"/>
                        </a:rPr>
                        <a:t>vụ</a:t>
                      </a:r>
                      <a:r>
                        <a:rPr lang="en-US" sz="2000" dirty="0">
                          <a:solidFill>
                            <a:srgbClr val="0000CC"/>
                          </a:solidFill>
                          <a:effectLst/>
                          <a:latin typeface="Rockwell" panose="02060603020205020403" pitchFamily="18" charset="0"/>
                        </a:rPr>
                        <a:t>.</a:t>
                      </a:r>
                      <a:endParaRPr lang="en-US" sz="2000" dirty="0">
                        <a:solidFill>
                          <a:srgbClr val="0000CC"/>
                        </a:solidFill>
                        <a:effectLst/>
                        <a:latin typeface="Rockwell" panose="02060603020205020403" pitchFamily="18" charset="0"/>
                        <a:ea typeface="Calibri" panose="020F0502020204030204" pitchFamily="34" charset="0"/>
                        <a:cs typeface="Times New Roman" panose="02020603050405020304" pitchFamily="18" charset="0"/>
                      </a:endParaRPr>
                    </a:p>
                  </a:txBody>
                  <a:tcPr marL="47300" marR="47300" marT="0" marB="0" anchor="ctr"/>
                </a:tc>
                <a:tc>
                  <a:txBody>
                    <a:bodyPr/>
                    <a:lstStyle/>
                    <a:p>
                      <a:pPr>
                        <a:lnSpc>
                          <a:spcPct val="120000"/>
                        </a:lnSpc>
                        <a:spcBef>
                          <a:spcPts val="200"/>
                        </a:spcBef>
                        <a:spcAft>
                          <a:spcPts val="200"/>
                        </a:spcAft>
                      </a:pPr>
                      <a:r>
                        <a:rPr lang="en-US" sz="2000" dirty="0" err="1">
                          <a:solidFill>
                            <a:srgbClr val="0000CC"/>
                          </a:solidFill>
                          <a:effectLst/>
                          <a:latin typeface="Rockwell" panose="02060603020205020403" pitchFamily="18" charset="0"/>
                        </a:rPr>
                        <a:t>Làm</a:t>
                      </a:r>
                      <a:r>
                        <a:rPr lang="en-US" sz="2000" dirty="0">
                          <a:solidFill>
                            <a:srgbClr val="0000CC"/>
                          </a:solidFill>
                          <a:effectLst/>
                          <a:latin typeface="Rockwell" panose="02060603020205020403" pitchFamily="18" charset="0"/>
                        </a:rPr>
                        <a:t> </a:t>
                      </a:r>
                      <a:r>
                        <a:rPr lang="en-US" sz="2000" dirty="0" err="1">
                          <a:solidFill>
                            <a:srgbClr val="0000CC"/>
                          </a:solidFill>
                          <a:effectLst/>
                          <a:latin typeface="Rockwell" panose="02060603020205020403" pitchFamily="18" charset="0"/>
                        </a:rPr>
                        <a:t>gián</a:t>
                      </a:r>
                      <a:r>
                        <a:rPr lang="en-US" sz="2000" dirty="0">
                          <a:solidFill>
                            <a:srgbClr val="0000CC"/>
                          </a:solidFill>
                          <a:effectLst/>
                          <a:latin typeface="Rockwell" panose="02060603020205020403" pitchFamily="18" charset="0"/>
                        </a:rPr>
                        <a:t> </a:t>
                      </a:r>
                      <a:r>
                        <a:rPr lang="en-US" sz="2000" dirty="0" err="1">
                          <a:solidFill>
                            <a:srgbClr val="0000CC"/>
                          </a:solidFill>
                          <a:effectLst/>
                          <a:latin typeface="Rockwell" panose="02060603020205020403" pitchFamily="18" charset="0"/>
                        </a:rPr>
                        <a:t>đoạn</a:t>
                      </a:r>
                      <a:r>
                        <a:rPr lang="en-US" sz="2000" dirty="0">
                          <a:solidFill>
                            <a:srgbClr val="0000CC"/>
                          </a:solidFill>
                          <a:effectLst/>
                          <a:latin typeface="Rockwell" panose="02060603020205020403" pitchFamily="18" charset="0"/>
                        </a:rPr>
                        <a:t> </a:t>
                      </a:r>
                      <a:r>
                        <a:rPr lang="en-US" sz="2000" dirty="0" err="1">
                          <a:solidFill>
                            <a:srgbClr val="0000CC"/>
                          </a:solidFill>
                          <a:effectLst/>
                          <a:latin typeface="Rockwell" panose="02060603020205020403" pitchFamily="18" charset="0"/>
                        </a:rPr>
                        <a:t>dịch</a:t>
                      </a:r>
                      <a:r>
                        <a:rPr lang="en-US" sz="2000" dirty="0">
                          <a:solidFill>
                            <a:srgbClr val="0000CC"/>
                          </a:solidFill>
                          <a:effectLst/>
                          <a:latin typeface="Rockwell" panose="02060603020205020403" pitchFamily="18" charset="0"/>
                        </a:rPr>
                        <a:t> </a:t>
                      </a:r>
                      <a:r>
                        <a:rPr lang="en-US" sz="2000" dirty="0" err="1">
                          <a:solidFill>
                            <a:srgbClr val="0000CC"/>
                          </a:solidFill>
                          <a:effectLst/>
                          <a:latin typeface="Rockwell" panose="02060603020205020403" pitchFamily="18" charset="0"/>
                        </a:rPr>
                        <a:t>vụ</a:t>
                      </a:r>
                      <a:r>
                        <a:rPr lang="en-US" sz="2000" dirty="0">
                          <a:solidFill>
                            <a:srgbClr val="0000CC"/>
                          </a:solidFill>
                          <a:effectLst/>
                          <a:latin typeface="Rockwell" panose="02060603020205020403" pitchFamily="18" charset="0"/>
                        </a:rPr>
                        <a:t>, </a:t>
                      </a:r>
                      <a:r>
                        <a:rPr lang="en-US" sz="2000" dirty="0" err="1">
                          <a:solidFill>
                            <a:srgbClr val="0000CC"/>
                          </a:solidFill>
                          <a:effectLst/>
                          <a:latin typeface="Rockwell" panose="02060603020205020403" pitchFamily="18" charset="0"/>
                        </a:rPr>
                        <a:t>chiếm</a:t>
                      </a:r>
                      <a:r>
                        <a:rPr lang="en-US" sz="2000" dirty="0">
                          <a:solidFill>
                            <a:srgbClr val="0000CC"/>
                          </a:solidFill>
                          <a:effectLst/>
                          <a:latin typeface="Rockwell" panose="02060603020205020403" pitchFamily="18" charset="0"/>
                        </a:rPr>
                        <a:t> </a:t>
                      </a:r>
                      <a:r>
                        <a:rPr lang="en-US" sz="2000" dirty="0" err="1">
                          <a:solidFill>
                            <a:srgbClr val="0000CC"/>
                          </a:solidFill>
                          <a:effectLst/>
                          <a:latin typeface="Rockwell" panose="02060603020205020403" pitchFamily="18" charset="0"/>
                        </a:rPr>
                        <a:t>quyền</a:t>
                      </a:r>
                      <a:r>
                        <a:rPr lang="en-US" sz="2000" dirty="0">
                          <a:solidFill>
                            <a:srgbClr val="0000CC"/>
                          </a:solidFill>
                          <a:effectLst/>
                          <a:latin typeface="Rockwell" panose="02060603020205020403" pitchFamily="18" charset="0"/>
                        </a:rPr>
                        <a:t> </a:t>
                      </a:r>
                      <a:r>
                        <a:rPr lang="en-US" sz="2000" dirty="0" err="1">
                          <a:solidFill>
                            <a:srgbClr val="0000CC"/>
                          </a:solidFill>
                          <a:effectLst/>
                          <a:latin typeface="Rockwell" panose="02060603020205020403" pitchFamily="18" charset="0"/>
                        </a:rPr>
                        <a:t>kiểm</a:t>
                      </a:r>
                      <a:r>
                        <a:rPr lang="en-US" sz="2000" dirty="0">
                          <a:solidFill>
                            <a:srgbClr val="0000CC"/>
                          </a:solidFill>
                          <a:effectLst/>
                          <a:latin typeface="Rockwell" panose="02060603020205020403" pitchFamily="18" charset="0"/>
                        </a:rPr>
                        <a:t> </a:t>
                      </a:r>
                      <a:r>
                        <a:rPr lang="en-US" sz="2000" dirty="0" err="1">
                          <a:solidFill>
                            <a:srgbClr val="0000CC"/>
                          </a:solidFill>
                          <a:effectLst/>
                          <a:latin typeface="Rockwell" panose="02060603020205020403" pitchFamily="18" charset="0"/>
                        </a:rPr>
                        <a:t>soát</a:t>
                      </a:r>
                      <a:r>
                        <a:rPr lang="en-US" sz="2000" dirty="0">
                          <a:solidFill>
                            <a:srgbClr val="0000CC"/>
                          </a:solidFill>
                          <a:effectLst/>
                          <a:latin typeface="Rockwell" panose="02060603020205020403" pitchFamily="18" charset="0"/>
                        </a:rPr>
                        <a:t> </a:t>
                      </a:r>
                      <a:r>
                        <a:rPr lang="en-US" sz="2000" dirty="0" err="1">
                          <a:solidFill>
                            <a:srgbClr val="0000CC"/>
                          </a:solidFill>
                          <a:effectLst/>
                          <a:latin typeface="Rockwell" panose="02060603020205020403" pitchFamily="18" charset="0"/>
                        </a:rPr>
                        <a:t>hệ</a:t>
                      </a:r>
                      <a:r>
                        <a:rPr lang="en-US" sz="2000" dirty="0">
                          <a:solidFill>
                            <a:srgbClr val="0000CC"/>
                          </a:solidFill>
                          <a:effectLst/>
                          <a:latin typeface="Rockwell" panose="02060603020205020403" pitchFamily="18" charset="0"/>
                        </a:rPr>
                        <a:t> </a:t>
                      </a:r>
                      <a:r>
                        <a:rPr lang="en-US" sz="2000" dirty="0" err="1">
                          <a:solidFill>
                            <a:srgbClr val="0000CC"/>
                          </a:solidFill>
                          <a:effectLst/>
                          <a:latin typeface="Rockwell" panose="02060603020205020403" pitchFamily="18" charset="0"/>
                        </a:rPr>
                        <a:t>thống</a:t>
                      </a:r>
                      <a:r>
                        <a:rPr lang="en-US" sz="2000" dirty="0">
                          <a:solidFill>
                            <a:srgbClr val="0000CC"/>
                          </a:solidFill>
                          <a:effectLst/>
                          <a:latin typeface="Rockwell" panose="02060603020205020403" pitchFamily="18" charset="0"/>
                        </a:rPr>
                        <a:t>, </a:t>
                      </a:r>
                      <a:r>
                        <a:rPr lang="en-US" sz="2000" dirty="0" err="1">
                          <a:solidFill>
                            <a:srgbClr val="0000CC"/>
                          </a:solidFill>
                          <a:effectLst/>
                          <a:latin typeface="Rockwell" panose="02060603020205020403" pitchFamily="18" charset="0"/>
                        </a:rPr>
                        <a:t>biến</a:t>
                      </a:r>
                      <a:r>
                        <a:rPr lang="en-US" sz="2000" dirty="0">
                          <a:solidFill>
                            <a:srgbClr val="0000CC"/>
                          </a:solidFill>
                          <a:effectLst/>
                          <a:latin typeface="Rockwell" panose="02060603020205020403" pitchFamily="18" charset="0"/>
                        </a:rPr>
                        <a:t> server </a:t>
                      </a:r>
                      <a:r>
                        <a:rPr lang="en-US" sz="2000" dirty="0" err="1">
                          <a:solidFill>
                            <a:srgbClr val="0000CC"/>
                          </a:solidFill>
                          <a:effectLst/>
                          <a:latin typeface="Rockwell" panose="02060603020205020403" pitchFamily="18" charset="0"/>
                        </a:rPr>
                        <a:t>thành</a:t>
                      </a:r>
                      <a:r>
                        <a:rPr lang="en-US" sz="2000" dirty="0">
                          <a:solidFill>
                            <a:srgbClr val="0000CC"/>
                          </a:solidFill>
                          <a:effectLst/>
                          <a:latin typeface="Rockwell" panose="02060603020205020403" pitchFamily="18" charset="0"/>
                        </a:rPr>
                        <a:t> botnet.</a:t>
                      </a:r>
                      <a:endParaRPr lang="en-US" sz="2000" dirty="0">
                        <a:solidFill>
                          <a:srgbClr val="0000CC"/>
                        </a:solidFill>
                        <a:effectLst/>
                        <a:latin typeface="Rockwell" panose="02060603020205020403" pitchFamily="18" charset="0"/>
                        <a:ea typeface="Calibri" panose="020F0502020204030204" pitchFamily="34" charset="0"/>
                        <a:cs typeface="Times New Roman" panose="02020603050405020304" pitchFamily="18" charset="0"/>
                      </a:endParaRPr>
                    </a:p>
                  </a:txBody>
                  <a:tcPr marL="47300" marR="47300" marT="0" marB="0" anchor="ctr"/>
                </a:tc>
                <a:extLst>
                  <a:ext uri="{0D108BD9-81ED-4DB2-BD59-A6C34878D82A}">
                    <a16:rowId xmlns:a16="http://schemas.microsoft.com/office/drawing/2014/main" val="2756163760"/>
                  </a:ext>
                </a:extLst>
              </a:tr>
              <a:tr h="2147338">
                <a:tc>
                  <a:txBody>
                    <a:bodyPr/>
                    <a:lstStyle/>
                    <a:p>
                      <a:pPr>
                        <a:lnSpc>
                          <a:spcPct val="120000"/>
                        </a:lnSpc>
                        <a:spcBef>
                          <a:spcPts val="200"/>
                        </a:spcBef>
                        <a:spcAft>
                          <a:spcPts val="200"/>
                        </a:spcAft>
                      </a:pPr>
                      <a:r>
                        <a:rPr lang="en-US" sz="2000" dirty="0" err="1">
                          <a:solidFill>
                            <a:schemeClr val="bg1"/>
                          </a:solidFill>
                          <a:effectLst/>
                          <a:latin typeface="Rockwell" panose="02060603020205020403" pitchFamily="18" charset="0"/>
                        </a:rPr>
                        <a:t>Biện</a:t>
                      </a:r>
                      <a:r>
                        <a:rPr lang="en-US" sz="2000" dirty="0">
                          <a:solidFill>
                            <a:schemeClr val="bg1"/>
                          </a:solidFill>
                          <a:effectLst/>
                          <a:latin typeface="Rockwell" panose="02060603020205020403" pitchFamily="18" charset="0"/>
                        </a:rPr>
                        <a:t> </a:t>
                      </a:r>
                      <a:r>
                        <a:rPr lang="en-US" sz="2000" dirty="0" err="1">
                          <a:solidFill>
                            <a:schemeClr val="bg1"/>
                          </a:solidFill>
                          <a:effectLst/>
                          <a:latin typeface="Rockwell" panose="02060603020205020403" pitchFamily="18" charset="0"/>
                        </a:rPr>
                        <a:t>pháp</a:t>
                      </a:r>
                      <a:r>
                        <a:rPr lang="en-US" sz="2000" dirty="0">
                          <a:solidFill>
                            <a:schemeClr val="bg1"/>
                          </a:solidFill>
                          <a:effectLst/>
                          <a:latin typeface="Rockwell" panose="02060603020205020403" pitchFamily="18" charset="0"/>
                        </a:rPr>
                        <a:t> </a:t>
                      </a:r>
                      <a:r>
                        <a:rPr lang="en-US" sz="2000" dirty="0" err="1">
                          <a:solidFill>
                            <a:schemeClr val="bg1"/>
                          </a:solidFill>
                          <a:effectLst/>
                          <a:latin typeface="Rockwell" panose="02060603020205020403" pitchFamily="18" charset="0"/>
                        </a:rPr>
                        <a:t>bảo</a:t>
                      </a:r>
                      <a:r>
                        <a:rPr lang="en-US" sz="2000" dirty="0">
                          <a:solidFill>
                            <a:schemeClr val="bg1"/>
                          </a:solidFill>
                          <a:effectLst/>
                          <a:latin typeface="Rockwell" panose="02060603020205020403" pitchFamily="18" charset="0"/>
                        </a:rPr>
                        <a:t> </a:t>
                      </a:r>
                      <a:r>
                        <a:rPr lang="en-US" sz="2000" dirty="0" err="1">
                          <a:solidFill>
                            <a:schemeClr val="bg1"/>
                          </a:solidFill>
                          <a:effectLst/>
                          <a:latin typeface="Rockwell" panose="02060603020205020403" pitchFamily="18" charset="0"/>
                        </a:rPr>
                        <a:t>vệ</a:t>
                      </a:r>
                      <a:endParaRPr lang="en-US" sz="2000" dirty="0">
                        <a:solidFill>
                          <a:schemeClr val="bg1"/>
                        </a:solidFill>
                        <a:effectLst/>
                        <a:latin typeface="Rockwell" panose="02060603020205020403" pitchFamily="18" charset="0"/>
                        <a:ea typeface="Calibri" panose="020F0502020204030204" pitchFamily="34" charset="0"/>
                        <a:cs typeface="Times New Roman" panose="02020603050405020304" pitchFamily="18" charset="0"/>
                      </a:endParaRPr>
                    </a:p>
                  </a:txBody>
                  <a:tcPr marL="47300" marR="47300" marT="0" marB="0" anchor="ctr"/>
                </a:tc>
                <a:tc>
                  <a:txBody>
                    <a:bodyPr/>
                    <a:lstStyle/>
                    <a:p>
                      <a:pPr>
                        <a:lnSpc>
                          <a:spcPct val="120000"/>
                        </a:lnSpc>
                        <a:spcBef>
                          <a:spcPts val="200"/>
                        </a:spcBef>
                        <a:spcAft>
                          <a:spcPts val="200"/>
                        </a:spcAft>
                      </a:pPr>
                      <a:r>
                        <a:rPr lang="en-US" sz="2000" dirty="0">
                          <a:solidFill>
                            <a:srgbClr val="0000CC"/>
                          </a:solidFill>
                          <a:effectLst/>
                          <a:latin typeface="Rockwell" panose="02060603020205020403" pitchFamily="18" charset="0"/>
                        </a:rPr>
                        <a:t>- Input Validation</a:t>
                      </a:r>
                    </a:p>
                    <a:p>
                      <a:pPr>
                        <a:lnSpc>
                          <a:spcPct val="120000"/>
                        </a:lnSpc>
                        <a:spcBef>
                          <a:spcPts val="200"/>
                        </a:spcBef>
                        <a:spcAft>
                          <a:spcPts val="200"/>
                        </a:spcAft>
                      </a:pPr>
                      <a:r>
                        <a:rPr lang="en-US" sz="2000" dirty="0">
                          <a:solidFill>
                            <a:srgbClr val="0000CC"/>
                          </a:solidFill>
                          <a:effectLst/>
                          <a:latin typeface="Rockwell" panose="02060603020205020403" pitchFamily="18" charset="0"/>
                        </a:rPr>
                        <a:t>- Prepared Statement</a:t>
                      </a:r>
                    </a:p>
                    <a:p>
                      <a:pPr>
                        <a:lnSpc>
                          <a:spcPct val="120000"/>
                        </a:lnSpc>
                        <a:spcBef>
                          <a:spcPts val="200"/>
                        </a:spcBef>
                        <a:spcAft>
                          <a:spcPts val="200"/>
                        </a:spcAft>
                      </a:pPr>
                      <a:r>
                        <a:rPr lang="en-US" sz="2000" dirty="0">
                          <a:solidFill>
                            <a:srgbClr val="0000CC"/>
                          </a:solidFill>
                          <a:effectLst/>
                          <a:latin typeface="Rockwell" panose="02060603020205020403" pitchFamily="18" charset="0"/>
                        </a:rPr>
                        <a:t>- </a:t>
                      </a:r>
                      <a:r>
                        <a:rPr lang="en-US" sz="2000" dirty="0" err="1">
                          <a:solidFill>
                            <a:srgbClr val="0000CC"/>
                          </a:solidFill>
                          <a:effectLst/>
                          <a:latin typeface="Rockwell" panose="02060603020205020403" pitchFamily="18" charset="0"/>
                        </a:rPr>
                        <a:t>Mã</a:t>
                      </a:r>
                      <a:r>
                        <a:rPr lang="en-US" sz="2000" dirty="0">
                          <a:solidFill>
                            <a:srgbClr val="0000CC"/>
                          </a:solidFill>
                          <a:effectLst/>
                          <a:latin typeface="Rockwell" panose="02060603020205020403" pitchFamily="18" charset="0"/>
                        </a:rPr>
                        <a:t> </a:t>
                      </a:r>
                      <a:r>
                        <a:rPr lang="en-US" sz="2000" dirty="0" err="1">
                          <a:solidFill>
                            <a:srgbClr val="0000CC"/>
                          </a:solidFill>
                          <a:effectLst/>
                          <a:latin typeface="Rockwell" panose="02060603020205020403" pitchFamily="18" charset="0"/>
                        </a:rPr>
                        <a:t>hóa</a:t>
                      </a:r>
                      <a:r>
                        <a:rPr lang="en-US" sz="2000" dirty="0">
                          <a:solidFill>
                            <a:srgbClr val="0000CC"/>
                          </a:solidFill>
                          <a:effectLst/>
                          <a:latin typeface="Rockwell" panose="02060603020205020403" pitchFamily="18" charset="0"/>
                        </a:rPr>
                        <a:t> </a:t>
                      </a:r>
                      <a:r>
                        <a:rPr lang="en-US" sz="2000" dirty="0" err="1">
                          <a:solidFill>
                            <a:srgbClr val="0000CC"/>
                          </a:solidFill>
                          <a:effectLst/>
                          <a:latin typeface="Rockwell" panose="02060603020205020403" pitchFamily="18" charset="0"/>
                        </a:rPr>
                        <a:t>dữ</a:t>
                      </a:r>
                      <a:r>
                        <a:rPr lang="en-US" sz="2000" dirty="0">
                          <a:solidFill>
                            <a:srgbClr val="0000CC"/>
                          </a:solidFill>
                          <a:effectLst/>
                          <a:latin typeface="Rockwell" panose="02060603020205020403" pitchFamily="18" charset="0"/>
                        </a:rPr>
                        <a:t> </a:t>
                      </a:r>
                      <a:r>
                        <a:rPr lang="en-US" sz="2000" dirty="0" err="1">
                          <a:solidFill>
                            <a:srgbClr val="0000CC"/>
                          </a:solidFill>
                          <a:effectLst/>
                          <a:latin typeface="Rockwell" panose="02060603020205020403" pitchFamily="18" charset="0"/>
                        </a:rPr>
                        <a:t>liệu</a:t>
                      </a:r>
                      <a:r>
                        <a:rPr lang="en-US" sz="2000" dirty="0">
                          <a:solidFill>
                            <a:srgbClr val="0000CC"/>
                          </a:solidFill>
                          <a:effectLst/>
                          <a:latin typeface="Rockwell" panose="02060603020205020403" pitchFamily="18" charset="0"/>
                        </a:rPr>
                        <a:t> (SSL/TLS, Hash </a:t>
                      </a:r>
                      <a:r>
                        <a:rPr lang="en-US" sz="2000" dirty="0" err="1">
                          <a:solidFill>
                            <a:srgbClr val="0000CC"/>
                          </a:solidFill>
                          <a:effectLst/>
                          <a:latin typeface="Rockwell" panose="02060603020205020403" pitchFamily="18" charset="0"/>
                        </a:rPr>
                        <a:t>mật</a:t>
                      </a:r>
                      <a:r>
                        <a:rPr lang="en-US" sz="2000" dirty="0">
                          <a:solidFill>
                            <a:srgbClr val="0000CC"/>
                          </a:solidFill>
                          <a:effectLst/>
                          <a:latin typeface="Rockwell" panose="02060603020205020403" pitchFamily="18" charset="0"/>
                        </a:rPr>
                        <a:t> </a:t>
                      </a:r>
                      <a:r>
                        <a:rPr lang="en-US" sz="2000" dirty="0" err="1">
                          <a:solidFill>
                            <a:srgbClr val="0000CC"/>
                          </a:solidFill>
                          <a:effectLst/>
                          <a:latin typeface="Rockwell" panose="02060603020205020403" pitchFamily="18" charset="0"/>
                        </a:rPr>
                        <a:t>khẩu</a:t>
                      </a:r>
                      <a:r>
                        <a:rPr lang="en-US" sz="2000" dirty="0" smtClean="0">
                          <a:solidFill>
                            <a:srgbClr val="0000CC"/>
                          </a:solidFill>
                          <a:effectLst/>
                          <a:latin typeface="Rockwell" panose="02060603020205020403" pitchFamily="18" charset="0"/>
                        </a:rPr>
                        <a:t>); - </a:t>
                      </a:r>
                      <a:r>
                        <a:rPr lang="en-US" sz="2000" dirty="0" err="1">
                          <a:solidFill>
                            <a:srgbClr val="0000CC"/>
                          </a:solidFill>
                          <a:effectLst/>
                          <a:latin typeface="Rockwell" panose="02060603020205020403" pitchFamily="18" charset="0"/>
                        </a:rPr>
                        <a:t>WAF</a:t>
                      </a:r>
                      <a:endParaRPr lang="en-US" sz="2000" dirty="0">
                        <a:solidFill>
                          <a:srgbClr val="0000CC"/>
                        </a:solidFill>
                        <a:effectLst/>
                        <a:latin typeface="Rockwell" panose="02060603020205020403" pitchFamily="18" charset="0"/>
                      </a:endParaRPr>
                    </a:p>
                    <a:p>
                      <a:pPr>
                        <a:lnSpc>
                          <a:spcPct val="120000"/>
                        </a:lnSpc>
                        <a:spcBef>
                          <a:spcPts val="200"/>
                        </a:spcBef>
                        <a:spcAft>
                          <a:spcPts val="200"/>
                        </a:spcAft>
                      </a:pPr>
                      <a:r>
                        <a:rPr lang="en-US" sz="2000" dirty="0">
                          <a:solidFill>
                            <a:srgbClr val="0000CC"/>
                          </a:solidFill>
                          <a:effectLst/>
                          <a:latin typeface="Rockwell" panose="02060603020205020403" pitchFamily="18" charset="0"/>
                        </a:rPr>
                        <a:t>- </a:t>
                      </a:r>
                      <a:r>
                        <a:rPr lang="en-US" sz="2000" dirty="0" err="1">
                          <a:solidFill>
                            <a:srgbClr val="0000CC"/>
                          </a:solidFill>
                          <a:effectLst/>
                          <a:latin typeface="Rockwell" panose="02060603020205020403" pitchFamily="18" charset="0"/>
                        </a:rPr>
                        <a:t>DevSecOps</a:t>
                      </a:r>
                      <a:r>
                        <a:rPr lang="en-US" sz="2000" dirty="0">
                          <a:solidFill>
                            <a:srgbClr val="0000CC"/>
                          </a:solidFill>
                          <a:effectLst/>
                          <a:latin typeface="Rockwell" panose="02060603020205020403" pitchFamily="18" charset="0"/>
                        </a:rPr>
                        <a:t> &amp; </a:t>
                      </a:r>
                      <a:r>
                        <a:rPr lang="en-US" sz="2000" dirty="0" err="1">
                          <a:solidFill>
                            <a:srgbClr val="0000CC"/>
                          </a:solidFill>
                          <a:effectLst/>
                          <a:latin typeface="Rockwell" panose="02060603020205020403" pitchFamily="18" charset="0"/>
                        </a:rPr>
                        <a:t>OWASP</a:t>
                      </a:r>
                      <a:r>
                        <a:rPr lang="en-US" sz="2000" dirty="0">
                          <a:solidFill>
                            <a:srgbClr val="0000CC"/>
                          </a:solidFill>
                          <a:effectLst/>
                          <a:latin typeface="Rockwell" panose="02060603020205020403" pitchFamily="18" charset="0"/>
                        </a:rPr>
                        <a:t> Top 10</a:t>
                      </a:r>
                      <a:endParaRPr lang="en-US" sz="2000" dirty="0">
                        <a:solidFill>
                          <a:srgbClr val="0000CC"/>
                        </a:solidFill>
                        <a:effectLst/>
                        <a:latin typeface="Rockwell" panose="02060603020205020403" pitchFamily="18" charset="0"/>
                        <a:ea typeface="Calibri" panose="020F0502020204030204" pitchFamily="34" charset="0"/>
                        <a:cs typeface="Times New Roman" panose="02020603050405020304" pitchFamily="18" charset="0"/>
                      </a:endParaRPr>
                    </a:p>
                  </a:txBody>
                  <a:tcPr marL="47300" marR="47300" marT="0" marB="0" anchor="ctr"/>
                </a:tc>
                <a:tc>
                  <a:txBody>
                    <a:bodyPr/>
                    <a:lstStyle/>
                    <a:p>
                      <a:pPr>
                        <a:lnSpc>
                          <a:spcPct val="120000"/>
                        </a:lnSpc>
                        <a:spcBef>
                          <a:spcPts val="200"/>
                        </a:spcBef>
                        <a:spcAft>
                          <a:spcPts val="200"/>
                        </a:spcAft>
                      </a:pPr>
                      <a:r>
                        <a:rPr lang="en-US" sz="2000" dirty="0">
                          <a:solidFill>
                            <a:srgbClr val="0000CC"/>
                          </a:solidFill>
                          <a:effectLst/>
                          <a:latin typeface="Rockwell" panose="02060603020205020403" pitchFamily="18" charset="0"/>
                        </a:rPr>
                        <a:t>- </a:t>
                      </a:r>
                      <a:r>
                        <a:rPr lang="en-US" sz="2000" dirty="0" err="1">
                          <a:solidFill>
                            <a:srgbClr val="0000CC"/>
                          </a:solidFill>
                          <a:effectLst/>
                          <a:latin typeface="Rockwell" panose="02060603020205020403" pitchFamily="18" charset="0"/>
                        </a:rPr>
                        <a:t>Cập</a:t>
                      </a:r>
                      <a:r>
                        <a:rPr lang="en-US" sz="2000" dirty="0">
                          <a:solidFill>
                            <a:srgbClr val="0000CC"/>
                          </a:solidFill>
                          <a:effectLst/>
                          <a:latin typeface="Rockwell" panose="02060603020205020403" pitchFamily="18" charset="0"/>
                        </a:rPr>
                        <a:t> </a:t>
                      </a:r>
                      <a:r>
                        <a:rPr lang="en-US" sz="2000" dirty="0" err="1">
                          <a:solidFill>
                            <a:srgbClr val="0000CC"/>
                          </a:solidFill>
                          <a:effectLst/>
                          <a:latin typeface="Rockwell" panose="02060603020205020403" pitchFamily="18" charset="0"/>
                        </a:rPr>
                        <a:t>nhật</a:t>
                      </a:r>
                      <a:r>
                        <a:rPr lang="en-US" sz="2000" dirty="0">
                          <a:solidFill>
                            <a:srgbClr val="0000CC"/>
                          </a:solidFill>
                          <a:effectLst/>
                          <a:latin typeface="Rockwell" panose="02060603020205020403" pitchFamily="18" charset="0"/>
                        </a:rPr>
                        <a:t> </a:t>
                      </a:r>
                      <a:r>
                        <a:rPr lang="en-US" sz="2000" dirty="0" err="1">
                          <a:solidFill>
                            <a:srgbClr val="0000CC"/>
                          </a:solidFill>
                          <a:effectLst/>
                          <a:latin typeface="Rockwell" panose="02060603020205020403" pitchFamily="18" charset="0"/>
                        </a:rPr>
                        <a:t>bản</a:t>
                      </a:r>
                      <a:r>
                        <a:rPr lang="en-US" sz="2000" dirty="0">
                          <a:solidFill>
                            <a:srgbClr val="0000CC"/>
                          </a:solidFill>
                          <a:effectLst/>
                          <a:latin typeface="Rockwell" panose="02060603020205020403" pitchFamily="18" charset="0"/>
                        </a:rPr>
                        <a:t> </a:t>
                      </a:r>
                      <a:r>
                        <a:rPr lang="en-US" sz="2000" dirty="0" err="1">
                          <a:solidFill>
                            <a:srgbClr val="0000CC"/>
                          </a:solidFill>
                          <a:effectLst/>
                          <a:latin typeface="Rockwell" panose="02060603020205020403" pitchFamily="18" charset="0"/>
                        </a:rPr>
                        <a:t>vá</a:t>
                      </a:r>
                      <a:r>
                        <a:rPr lang="en-US" sz="2000" dirty="0">
                          <a:solidFill>
                            <a:srgbClr val="0000CC"/>
                          </a:solidFill>
                          <a:effectLst/>
                          <a:latin typeface="Rockwell" panose="02060603020205020403" pitchFamily="18" charset="0"/>
                        </a:rPr>
                        <a:t> </a:t>
                      </a:r>
                      <a:r>
                        <a:rPr lang="en-US" sz="2000" dirty="0" err="1">
                          <a:solidFill>
                            <a:srgbClr val="0000CC"/>
                          </a:solidFill>
                          <a:effectLst/>
                          <a:latin typeface="Rockwell" panose="02060603020205020403" pitchFamily="18" charset="0"/>
                        </a:rPr>
                        <a:t>cho</a:t>
                      </a:r>
                      <a:r>
                        <a:rPr lang="en-US" sz="2000" dirty="0">
                          <a:solidFill>
                            <a:srgbClr val="0000CC"/>
                          </a:solidFill>
                          <a:effectLst/>
                          <a:latin typeface="Rockwell" panose="02060603020205020403" pitchFamily="18" charset="0"/>
                        </a:rPr>
                        <a:t> server, OS</a:t>
                      </a:r>
                    </a:p>
                    <a:p>
                      <a:pPr>
                        <a:lnSpc>
                          <a:spcPct val="120000"/>
                        </a:lnSpc>
                        <a:spcBef>
                          <a:spcPts val="200"/>
                        </a:spcBef>
                        <a:spcAft>
                          <a:spcPts val="200"/>
                        </a:spcAft>
                      </a:pPr>
                      <a:r>
                        <a:rPr lang="en-US" sz="2000" dirty="0">
                          <a:solidFill>
                            <a:srgbClr val="0000CC"/>
                          </a:solidFill>
                          <a:effectLst/>
                          <a:latin typeface="Rockwell" panose="02060603020205020403" pitchFamily="18" charset="0"/>
                        </a:rPr>
                        <a:t>- </a:t>
                      </a:r>
                      <a:r>
                        <a:rPr lang="en-US" sz="2000" dirty="0" err="1">
                          <a:solidFill>
                            <a:srgbClr val="0000CC"/>
                          </a:solidFill>
                          <a:effectLst/>
                          <a:latin typeface="Rockwell" panose="02060603020205020403" pitchFamily="18" charset="0"/>
                        </a:rPr>
                        <a:t>Cấu</a:t>
                      </a:r>
                      <a:r>
                        <a:rPr lang="en-US" sz="2000" dirty="0">
                          <a:solidFill>
                            <a:srgbClr val="0000CC"/>
                          </a:solidFill>
                          <a:effectLst/>
                          <a:latin typeface="Rockwell" panose="02060603020205020403" pitchFamily="18" charset="0"/>
                        </a:rPr>
                        <a:t> </a:t>
                      </a:r>
                      <a:r>
                        <a:rPr lang="en-US" sz="2000" dirty="0" err="1">
                          <a:solidFill>
                            <a:srgbClr val="0000CC"/>
                          </a:solidFill>
                          <a:effectLst/>
                          <a:latin typeface="Rockwell" panose="02060603020205020403" pitchFamily="18" charset="0"/>
                        </a:rPr>
                        <a:t>hình</a:t>
                      </a:r>
                      <a:r>
                        <a:rPr lang="en-US" sz="2000" dirty="0">
                          <a:solidFill>
                            <a:srgbClr val="0000CC"/>
                          </a:solidFill>
                          <a:effectLst/>
                          <a:latin typeface="Rockwell" panose="02060603020205020403" pitchFamily="18" charset="0"/>
                        </a:rPr>
                        <a:t> an </a:t>
                      </a:r>
                      <a:r>
                        <a:rPr lang="en-US" sz="2000" dirty="0" err="1">
                          <a:solidFill>
                            <a:srgbClr val="0000CC"/>
                          </a:solidFill>
                          <a:effectLst/>
                          <a:latin typeface="Rockwell" panose="02060603020205020403" pitchFamily="18" charset="0"/>
                        </a:rPr>
                        <a:t>toàn</a:t>
                      </a:r>
                      <a:r>
                        <a:rPr lang="en-US" sz="2000" dirty="0">
                          <a:solidFill>
                            <a:srgbClr val="0000CC"/>
                          </a:solidFill>
                          <a:effectLst/>
                          <a:latin typeface="Rockwell" panose="02060603020205020403" pitchFamily="18" charset="0"/>
                        </a:rPr>
                        <a:t> (disable </a:t>
                      </a:r>
                      <a:r>
                        <a:rPr lang="en-US" sz="2000" dirty="0" err="1">
                          <a:solidFill>
                            <a:srgbClr val="0000CC"/>
                          </a:solidFill>
                          <a:effectLst/>
                          <a:latin typeface="Rockwell" panose="02060603020205020403" pitchFamily="18" charset="0"/>
                        </a:rPr>
                        <a:t>dịch</a:t>
                      </a:r>
                      <a:r>
                        <a:rPr lang="en-US" sz="2000" dirty="0">
                          <a:solidFill>
                            <a:srgbClr val="0000CC"/>
                          </a:solidFill>
                          <a:effectLst/>
                          <a:latin typeface="Rockwell" panose="02060603020205020403" pitchFamily="18" charset="0"/>
                        </a:rPr>
                        <a:t> </a:t>
                      </a:r>
                      <a:r>
                        <a:rPr lang="en-US" sz="2000" dirty="0" err="1">
                          <a:solidFill>
                            <a:srgbClr val="0000CC"/>
                          </a:solidFill>
                          <a:effectLst/>
                          <a:latin typeface="Rockwell" panose="02060603020205020403" pitchFamily="18" charset="0"/>
                        </a:rPr>
                        <a:t>vụ</a:t>
                      </a:r>
                      <a:r>
                        <a:rPr lang="en-US" sz="2000" dirty="0">
                          <a:solidFill>
                            <a:srgbClr val="0000CC"/>
                          </a:solidFill>
                          <a:effectLst/>
                          <a:latin typeface="Rockwell" panose="02060603020205020403" pitchFamily="18" charset="0"/>
                        </a:rPr>
                        <a:t> </a:t>
                      </a:r>
                      <a:r>
                        <a:rPr lang="en-US" sz="2000" dirty="0" err="1">
                          <a:solidFill>
                            <a:srgbClr val="0000CC"/>
                          </a:solidFill>
                          <a:effectLst/>
                          <a:latin typeface="Rockwell" panose="02060603020205020403" pitchFamily="18" charset="0"/>
                        </a:rPr>
                        <a:t>không</a:t>
                      </a:r>
                      <a:r>
                        <a:rPr lang="en-US" sz="2000" dirty="0">
                          <a:solidFill>
                            <a:srgbClr val="0000CC"/>
                          </a:solidFill>
                          <a:effectLst/>
                          <a:latin typeface="Rockwell" panose="02060603020205020403" pitchFamily="18" charset="0"/>
                        </a:rPr>
                        <a:t> </a:t>
                      </a:r>
                      <a:r>
                        <a:rPr lang="en-US" sz="2000" dirty="0" err="1">
                          <a:solidFill>
                            <a:srgbClr val="0000CC"/>
                          </a:solidFill>
                          <a:effectLst/>
                          <a:latin typeface="Rockwell" panose="02060603020205020403" pitchFamily="18" charset="0"/>
                        </a:rPr>
                        <a:t>cần</a:t>
                      </a:r>
                      <a:r>
                        <a:rPr lang="en-US" sz="2000" dirty="0">
                          <a:solidFill>
                            <a:srgbClr val="0000CC"/>
                          </a:solidFill>
                          <a:effectLst/>
                          <a:latin typeface="Rockwell" panose="02060603020205020403" pitchFamily="18" charset="0"/>
                        </a:rPr>
                        <a:t>)</a:t>
                      </a:r>
                    </a:p>
                    <a:p>
                      <a:pPr>
                        <a:lnSpc>
                          <a:spcPct val="120000"/>
                        </a:lnSpc>
                        <a:spcBef>
                          <a:spcPts val="200"/>
                        </a:spcBef>
                        <a:spcAft>
                          <a:spcPts val="200"/>
                        </a:spcAft>
                      </a:pPr>
                      <a:r>
                        <a:rPr lang="en-US" sz="2000" dirty="0">
                          <a:solidFill>
                            <a:srgbClr val="0000CC"/>
                          </a:solidFill>
                          <a:effectLst/>
                          <a:latin typeface="Rockwell" panose="02060603020205020403" pitchFamily="18" charset="0"/>
                        </a:rPr>
                        <a:t>- </a:t>
                      </a:r>
                      <a:r>
                        <a:rPr lang="en-US" sz="2000" dirty="0" smtClean="0">
                          <a:solidFill>
                            <a:srgbClr val="0000CC"/>
                          </a:solidFill>
                          <a:effectLst/>
                          <a:latin typeface="Rockwell" panose="02060603020205020403" pitchFamily="18" charset="0"/>
                        </a:rPr>
                        <a:t>IDS/IPS; - </a:t>
                      </a:r>
                      <a:r>
                        <a:rPr lang="en-US" sz="2000" dirty="0">
                          <a:solidFill>
                            <a:srgbClr val="0000CC"/>
                          </a:solidFill>
                          <a:effectLst/>
                          <a:latin typeface="Rockwell" panose="02060603020205020403" pitchFamily="18" charset="0"/>
                        </a:rPr>
                        <a:t>Anti-</a:t>
                      </a:r>
                      <a:r>
                        <a:rPr lang="en-US" sz="2000" dirty="0" err="1">
                          <a:solidFill>
                            <a:srgbClr val="0000CC"/>
                          </a:solidFill>
                          <a:effectLst/>
                          <a:latin typeface="Rockwell" panose="02060603020205020403" pitchFamily="18" charset="0"/>
                        </a:rPr>
                        <a:t>DDoS</a:t>
                      </a:r>
                      <a:endParaRPr lang="en-US" sz="2000" dirty="0">
                        <a:solidFill>
                          <a:srgbClr val="0000CC"/>
                        </a:solidFill>
                        <a:effectLst/>
                        <a:latin typeface="Rockwell" panose="02060603020205020403" pitchFamily="18" charset="0"/>
                      </a:endParaRPr>
                    </a:p>
                    <a:p>
                      <a:pPr>
                        <a:lnSpc>
                          <a:spcPct val="120000"/>
                        </a:lnSpc>
                        <a:spcBef>
                          <a:spcPts val="200"/>
                        </a:spcBef>
                        <a:spcAft>
                          <a:spcPts val="200"/>
                        </a:spcAft>
                      </a:pPr>
                      <a:r>
                        <a:rPr lang="en-US" sz="2000" dirty="0">
                          <a:solidFill>
                            <a:srgbClr val="0000CC"/>
                          </a:solidFill>
                          <a:effectLst/>
                          <a:latin typeface="Rockwell" panose="02060603020205020403" pitchFamily="18" charset="0"/>
                        </a:rPr>
                        <a:t>- </a:t>
                      </a:r>
                      <a:r>
                        <a:rPr lang="en-US" sz="2000" dirty="0" err="1">
                          <a:solidFill>
                            <a:srgbClr val="0000CC"/>
                          </a:solidFill>
                          <a:effectLst/>
                          <a:latin typeface="Rockwell" panose="02060603020205020403" pitchFamily="18" charset="0"/>
                        </a:rPr>
                        <a:t>Giám</a:t>
                      </a:r>
                      <a:r>
                        <a:rPr lang="en-US" sz="2000" dirty="0">
                          <a:solidFill>
                            <a:srgbClr val="0000CC"/>
                          </a:solidFill>
                          <a:effectLst/>
                          <a:latin typeface="Rockwell" panose="02060603020205020403" pitchFamily="18" charset="0"/>
                        </a:rPr>
                        <a:t> </a:t>
                      </a:r>
                      <a:r>
                        <a:rPr lang="en-US" sz="2000" dirty="0" err="1">
                          <a:solidFill>
                            <a:srgbClr val="0000CC"/>
                          </a:solidFill>
                          <a:effectLst/>
                          <a:latin typeface="Rockwell" panose="02060603020205020403" pitchFamily="18" charset="0"/>
                        </a:rPr>
                        <a:t>sát</a:t>
                      </a:r>
                      <a:r>
                        <a:rPr lang="en-US" sz="2000" dirty="0">
                          <a:solidFill>
                            <a:srgbClr val="0000CC"/>
                          </a:solidFill>
                          <a:effectLst/>
                          <a:latin typeface="Rockwell" panose="02060603020205020403" pitchFamily="18" charset="0"/>
                        </a:rPr>
                        <a:t> log &amp; hardening server </a:t>
                      </a:r>
                      <a:endParaRPr lang="en-US" sz="2000" dirty="0">
                        <a:solidFill>
                          <a:srgbClr val="0000CC"/>
                        </a:solidFill>
                        <a:effectLst/>
                        <a:latin typeface="Rockwell" panose="02060603020205020403" pitchFamily="18" charset="0"/>
                        <a:ea typeface="Calibri" panose="020F0502020204030204" pitchFamily="34" charset="0"/>
                        <a:cs typeface="Times New Roman" panose="02020603050405020304" pitchFamily="18" charset="0"/>
                      </a:endParaRPr>
                    </a:p>
                  </a:txBody>
                  <a:tcPr marL="47300" marR="47300" marT="0" marB="0" anchor="ctr"/>
                </a:tc>
                <a:extLst>
                  <a:ext uri="{0D108BD9-81ED-4DB2-BD59-A6C34878D82A}">
                    <a16:rowId xmlns:a16="http://schemas.microsoft.com/office/drawing/2014/main" val="3960209392"/>
                  </a:ext>
                </a:extLst>
              </a:tr>
            </a:tbl>
          </a:graphicData>
        </a:graphic>
      </p:graphicFrame>
    </p:spTree>
    <p:extLst>
      <p:ext uri="{BB962C8B-B14F-4D97-AF65-F5344CB8AC3E}">
        <p14:creationId xmlns:p14="http://schemas.microsoft.com/office/powerpoint/2010/main" val="1652815164"/>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791571" y="611215"/>
            <a:ext cx="10065224" cy="4382729"/>
          </a:xfrm>
        </p:spPr>
        <p:txBody>
          <a:bodyPr/>
          <a:lstStyle/>
          <a:p>
            <a:pPr marL="0" indent="0" algn="just">
              <a:spcBef>
                <a:spcPts val="600"/>
              </a:spcBef>
              <a:spcAft>
                <a:spcPts val="600"/>
              </a:spcAft>
              <a:buNone/>
            </a:pPr>
            <a:endParaRPr lang="en-US" b="1" dirty="0">
              <a:solidFill>
                <a:srgbClr val="0000CC"/>
              </a:solidFill>
              <a:latin typeface="Rockwell" panose="02060603020205020403" pitchFamily="18" charset="0"/>
              <a:ea typeface="Segoe UI Emoji" panose="020B0502040204020203" pitchFamily="34" charset="0"/>
              <a:cs typeface="Tahoma" panose="020B0604030504040204" pitchFamily="34" charset="0"/>
            </a:endParaRPr>
          </a:p>
        </p:txBody>
      </p:sp>
      <p:graphicFrame>
        <p:nvGraphicFramePr>
          <p:cNvPr id="4" name="Table 3"/>
          <p:cNvGraphicFramePr>
            <a:graphicFrameLocks noGrp="1"/>
          </p:cNvGraphicFramePr>
          <p:nvPr>
            <p:extLst>
              <p:ext uri="{D42A27DB-BD31-4B8C-83A1-F6EECF244321}">
                <p14:modId xmlns:p14="http://schemas.microsoft.com/office/powerpoint/2010/main" val="864787068"/>
              </p:ext>
            </p:extLst>
          </p:nvPr>
        </p:nvGraphicFramePr>
        <p:xfrm>
          <a:off x="0" y="-2"/>
          <a:ext cx="12192003" cy="6858000"/>
        </p:xfrm>
        <a:graphic>
          <a:graphicData uri="http://schemas.openxmlformats.org/drawingml/2006/table">
            <a:tbl>
              <a:tblPr firstRow="1" firstCol="1" bandRow="1">
                <a:tableStyleId>{5C22544A-7EE6-4342-B048-85BDC9FD1C3A}</a:tableStyleId>
              </a:tblPr>
              <a:tblGrid>
                <a:gridCol w="2729337">
                  <a:extLst>
                    <a:ext uri="{9D8B030D-6E8A-4147-A177-3AD203B41FA5}">
                      <a16:colId xmlns:a16="http://schemas.microsoft.com/office/drawing/2014/main" val="1530627447"/>
                    </a:ext>
                  </a:extLst>
                </a:gridCol>
                <a:gridCol w="1839017">
                  <a:extLst>
                    <a:ext uri="{9D8B030D-6E8A-4147-A177-3AD203B41FA5}">
                      <a16:colId xmlns:a16="http://schemas.microsoft.com/office/drawing/2014/main" val="3534102088"/>
                    </a:ext>
                  </a:extLst>
                </a:gridCol>
                <a:gridCol w="3984537">
                  <a:extLst>
                    <a:ext uri="{9D8B030D-6E8A-4147-A177-3AD203B41FA5}">
                      <a16:colId xmlns:a16="http://schemas.microsoft.com/office/drawing/2014/main" val="2928617246"/>
                    </a:ext>
                  </a:extLst>
                </a:gridCol>
                <a:gridCol w="3639112">
                  <a:extLst>
                    <a:ext uri="{9D8B030D-6E8A-4147-A177-3AD203B41FA5}">
                      <a16:colId xmlns:a16="http://schemas.microsoft.com/office/drawing/2014/main" val="859863093"/>
                    </a:ext>
                  </a:extLst>
                </a:gridCol>
              </a:tblGrid>
              <a:tr h="685800">
                <a:tc>
                  <a:txBody>
                    <a:bodyPr/>
                    <a:lstStyle/>
                    <a:p>
                      <a:pPr algn="ctr">
                        <a:lnSpc>
                          <a:spcPct val="107000"/>
                        </a:lnSpc>
                        <a:spcAft>
                          <a:spcPts val="0"/>
                        </a:spcAft>
                      </a:pPr>
                      <a:r>
                        <a:rPr lang="en-US" sz="2000" dirty="0" err="1">
                          <a:effectLst/>
                          <a:latin typeface="Rockwell" panose="02060603020205020403" pitchFamily="18" charset="0"/>
                        </a:rPr>
                        <a:t>Lỗ</a:t>
                      </a:r>
                      <a:r>
                        <a:rPr lang="en-US" sz="2000" dirty="0">
                          <a:effectLst/>
                          <a:latin typeface="Rockwell" panose="02060603020205020403" pitchFamily="18" charset="0"/>
                        </a:rPr>
                        <a:t> </a:t>
                      </a:r>
                      <a:r>
                        <a:rPr lang="en-US" sz="2000" dirty="0" err="1">
                          <a:effectLst/>
                          <a:latin typeface="Rockwell" panose="02060603020205020403" pitchFamily="18" charset="0"/>
                        </a:rPr>
                        <a:t>hổng</a:t>
                      </a:r>
                      <a:r>
                        <a:rPr lang="en-US" sz="2000" dirty="0">
                          <a:effectLst/>
                          <a:latin typeface="Rockwell" panose="02060603020205020403" pitchFamily="18" charset="0"/>
                        </a:rPr>
                        <a:t> </a:t>
                      </a:r>
                      <a:r>
                        <a:rPr lang="en-US" sz="2000" dirty="0" smtClean="0">
                          <a:effectLst/>
                          <a:latin typeface="Rockwell" panose="02060603020205020403" pitchFamily="18" charset="0"/>
                        </a:rPr>
                        <a:t>/</a:t>
                      </a:r>
                      <a:br>
                        <a:rPr lang="en-US" sz="2000" dirty="0" smtClean="0">
                          <a:effectLst/>
                          <a:latin typeface="Rockwell" panose="02060603020205020403" pitchFamily="18" charset="0"/>
                        </a:rPr>
                      </a:br>
                      <a:r>
                        <a:rPr lang="en-US" sz="2000" dirty="0" smtClean="0">
                          <a:effectLst/>
                          <a:latin typeface="Rockwell" panose="02060603020205020403" pitchFamily="18" charset="0"/>
                        </a:rPr>
                        <a:t> </a:t>
                      </a:r>
                      <a:r>
                        <a:rPr lang="en-US" sz="2000" dirty="0" err="1">
                          <a:effectLst/>
                          <a:latin typeface="Rockwell" panose="02060603020205020403" pitchFamily="18" charset="0"/>
                        </a:rPr>
                        <a:t>Kiểu</a:t>
                      </a:r>
                      <a:r>
                        <a:rPr lang="en-US" sz="2000" dirty="0">
                          <a:effectLst/>
                          <a:latin typeface="Rockwell" panose="02060603020205020403" pitchFamily="18" charset="0"/>
                        </a:rPr>
                        <a:t> </a:t>
                      </a:r>
                      <a:r>
                        <a:rPr lang="en-US" sz="2000" dirty="0" err="1">
                          <a:effectLst/>
                          <a:latin typeface="Rockwell" panose="02060603020205020403" pitchFamily="18" charset="0"/>
                        </a:rPr>
                        <a:t>tấn</a:t>
                      </a:r>
                      <a:r>
                        <a:rPr lang="en-US" sz="2000" dirty="0">
                          <a:effectLst/>
                          <a:latin typeface="Rockwell" panose="02060603020205020403" pitchFamily="18" charset="0"/>
                        </a:rPr>
                        <a:t> </a:t>
                      </a:r>
                      <a:r>
                        <a:rPr lang="en-US" sz="2000" dirty="0" err="1">
                          <a:effectLst/>
                          <a:latin typeface="Rockwell" panose="02060603020205020403" pitchFamily="18" charset="0"/>
                        </a:rPr>
                        <a:t>công</a:t>
                      </a:r>
                      <a:endParaRPr lang="en-US" sz="2000" dirty="0">
                        <a:effectLst/>
                        <a:latin typeface="Rockwell" panose="02060603020205020403" pitchFamily="18" charset="0"/>
                        <a:ea typeface="Calibri" panose="020F0502020204030204" pitchFamily="34" charset="0"/>
                        <a:cs typeface="Times New Roman" panose="02020603050405020304" pitchFamily="18" charset="0"/>
                      </a:endParaRPr>
                    </a:p>
                  </a:txBody>
                  <a:tcPr marL="66053" marR="66053" marT="0" marB="0" anchor="ctr"/>
                </a:tc>
                <a:tc>
                  <a:txBody>
                    <a:bodyPr/>
                    <a:lstStyle/>
                    <a:p>
                      <a:pPr algn="ctr">
                        <a:lnSpc>
                          <a:spcPct val="107000"/>
                        </a:lnSpc>
                        <a:spcAft>
                          <a:spcPts val="0"/>
                        </a:spcAft>
                      </a:pPr>
                      <a:r>
                        <a:rPr lang="en-US" sz="2000" dirty="0" err="1">
                          <a:effectLst/>
                          <a:latin typeface="Rockwell" panose="02060603020205020403" pitchFamily="18" charset="0"/>
                        </a:rPr>
                        <a:t>Đối</a:t>
                      </a:r>
                      <a:r>
                        <a:rPr lang="en-US" sz="2000" dirty="0">
                          <a:effectLst/>
                          <a:latin typeface="Rockwell" panose="02060603020205020403" pitchFamily="18" charset="0"/>
                        </a:rPr>
                        <a:t> </a:t>
                      </a:r>
                      <a:r>
                        <a:rPr lang="en-US" sz="2000" dirty="0" err="1">
                          <a:effectLst/>
                          <a:latin typeface="Rockwell" panose="02060603020205020403" pitchFamily="18" charset="0"/>
                        </a:rPr>
                        <a:t>tượng</a:t>
                      </a:r>
                      <a:r>
                        <a:rPr lang="en-US" sz="2000" dirty="0">
                          <a:effectLst/>
                          <a:latin typeface="Rockwell" panose="02060603020205020403" pitchFamily="18" charset="0"/>
                        </a:rPr>
                        <a:t> </a:t>
                      </a:r>
                      <a:r>
                        <a:rPr lang="en-US" sz="2000" dirty="0" err="1">
                          <a:effectLst/>
                          <a:latin typeface="Rockwell" panose="02060603020205020403" pitchFamily="18" charset="0"/>
                        </a:rPr>
                        <a:t>bị</a:t>
                      </a:r>
                      <a:r>
                        <a:rPr lang="en-US" sz="2000" dirty="0">
                          <a:effectLst/>
                          <a:latin typeface="Rockwell" panose="02060603020205020403" pitchFamily="18" charset="0"/>
                        </a:rPr>
                        <a:t> </a:t>
                      </a:r>
                      <a:r>
                        <a:rPr lang="en-US" sz="2000" dirty="0" smtClean="0">
                          <a:effectLst/>
                          <a:latin typeface="Rockwell" panose="02060603020205020403" pitchFamily="18" charset="0"/>
                        </a:rPr>
                        <a:t/>
                      </a:r>
                      <a:br>
                        <a:rPr lang="en-US" sz="2000" dirty="0" smtClean="0">
                          <a:effectLst/>
                          <a:latin typeface="Rockwell" panose="02060603020205020403" pitchFamily="18" charset="0"/>
                        </a:rPr>
                      </a:br>
                      <a:r>
                        <a:rPr lang="en-US" sz="2000" dirty="0" err="1" smtClean="0">
                          <a:effectLst/>
                          <a:latin typeface="Rockwell" panose="02060603020205020403" pitchFamily="18" charset="0"/>
                        </a:rPr>
                        <a:t>đe</a:t>
                      </a:r>
                      <a:r>
                        <a:rPr lang="en-US" sz="2000" dirty="0" smtClean="0">
                          <a:effectLst/>
                          <a:latin typeface="Rockwell" panose="02060603020205020403" pitchFamily="18" charset="0"/>
                        </a:rPr>
                        <a:t> </a:t>
                      </a:r>
                      <a:r>
                        <a:rPr lang="en-US" sz="2000" dirty="0" err="1">
                          <a:effectLst/>
                          <a:latin typeface="Rockwell" panose="02060603020205020403" pitchFamily="18" charset="0"/>
                        </a:rPr>
                        <a:t>dọa</a:t>
                      </a:r>
                      <a:endParaRPr lang="en-US" sz="2000" dirty="0">
                        <a:effectLst/>
                        <a:latin typeface="Rockwell" panose="02060603020205020403" pitchFamily="18" charset="0"/>
                        <a:ea typeface="Calibri" panose="020F0502020204030204" pitchFamily="34" charset="0"/>
                        <a:cs typeface="Times New Roman" panose="02020603050405020304" pitchFamily="18" charset="0"/>
                      </a:endParaRPr>
                    </a:p>
                  </a:txBody>
                  <a:tcPr marL="66053" marR="66053" marT="0" marB="0" anchor="ctr"/>
                </a:tc>
                <a:tc>
                  <a:txBody>
                    <a:bodyPr/>
                    <a:lstStyle/>
                    <a:p>
                      <a:pPr algn="ctr">
                        <a:lnSpc>
                          <a:spcPct val="107000"/>
                        </a:lnSpc>
                        <a:spcAft>
                          <a:spcPts val="0"/>
                        </a:spcAft>
                      </a:pPr>
                      <a:r>
                        <a:rPr lang="en-US" sz="2000">
                          <a:effectLst/>
                          <a:latin typeface="Rockwell" panose="02060603020205020403" pitchFamily="18" charset="0"/>
                        </a:rPr>
                        <a:t>Ví dụ thực tế</a:t>
                      </a:r>
                      <a:endParaRPr lang="en-US" sz="2000">
                        <a:effectLst/>
                        <a:latin typeface="Rockwell" panose="02060603020205020403" pitchFamily="18" charset="0"/>
                        <a:ea typeface="Calibri" panose="020F0502020204030204" pitchFamily="34" charset="0"/>
                        <a:cs typeface="Times New Roman" panose="02020603050405020304" pitchFamily="18" charset="0"/>
                      </a:endParaRPr>
                    </a:p>
                  </a:txBody>
                  <a:tcPr marL="66053" marR="66053" marT="0" marB="0" anchor="ctr"/>
                </a:tc>
                <a:tc>
                  <a:txBody>
                    <a:bodyPr/>
                    <a:lstStyle/>
                    <a:p>
                      <a:pPr algn="ctr">
                        <a:lnSpc>
                          <a:spcPct val="107000"/>
                        </a:lnSpc>
                        <a:spcAft>
                          <a:spcPts val="0"/>
                        </a:spcAft>
                      </a:pPr>
                      <a:r>
                        <a:rPr lang="en-US" sz="2000">
                          <a:effectLst/>
                          <a:latin typeface="Rockwell" panose="02060603020205020403" pitchFamily="18" charset="0"/>
                        </a:rPr>
                        <a:t>Hậu quả</a:t>
                      </a:r>
                      <a:endParaRPr lang="en-US" sz="2000">
                        <a:effectLst/>
                        <a:latin typeface="Rockwell" panose="02060603020205020403" pitchFamily="18" charset="0"/>
                        <a:ea typeface="Calibri" panose="020F0502020204030204" pitchFamily="34" charset="0"/>
                        <a:cs typeface="Times New Roman" panose="02020603050405020304" pitchFamily="18" charset="0"/>
                      </a:endParaRPr>
                    </a:p>
                  </a:txBody>
                  <a:tcPr marL="66053" marR="66053" marT="0" marB="0" anchor="ctr"/>
                </a:tc>
                <a:extLst>
                  <a:ext uri="{0D108BD9-81ED-4DB2-BD59-A6C34878D82A}">
                    <a16:rowId xmlns:a16="http://schemas.microsoft.com/office/drawing/2014/main" val="1454363025"/>
                  </a:ext>
                </a:extLst>
              </a:tr>
              <a:tr h="685800">
                <a:tc>
                  <a:txBody>
                    <a:bodyPr/>
                    <a:lstStyle/>
                    <a:p>
                      <a:pPr>
                        <a:lnSpc>
                          <a:spcPct val="107000"/>
                        </a:lnSpc>
                        <a:spcAft>
                          <a:spcPts val="0"/>
                        </a:spcAft>
                      </a:pPr>
                      <a:r>
                        <a:rPr lang="en-US" sz="2000" dirty="0">
                          <a:effectLst/>
                          <a:latin typeface="Rockwell" panose="02060603020205020403" pitchFamily="18" charset="0"/>
                        </a:rPr>
                        <a:t>SQL Injection (</a:t>
                      </a:r>
                      <a:r>
                        <a:rPr lang="en-US" sz="2000" dirty="0" err="1">
                          <a:effectLst/>
                          <a:latin typeface="Rockwell" panose="02060603020205020403" pitchFamily="18" charset="0"/>
                        </a:rPr>
                        <a:t>SQLi</a:t>
                      </a:r>
                      <a:r>
                        <a:rPr lang="en-US" sz="2000" dirty="0">
                          <a:effectLst/>
                          <a:latin typeface="Rockwell" panose="02060603020205020403" pitchFamily="18" charset="0"/>
                        </a:rPr>
                        <a:t>)</a:t>
                      </a:r>
                      <a:endParaRPr lang="en-US" sz="2000" dirty="0">
                        <a:effectLst/>
                        <a:latin typeface="Rockwell" panose="02060603020205020403" pitchFamily="18" charset="0"/>
                        <a:ea typeface="Calibri" panose="020F0502020204030204" pitchFamily="34" charset="0"/>
                        <a:cs typeface="Times New Roman" panose="02020603050405020304" pitchFamily="18" charset="0"/>
                      </a:endParaRPr>
                    </a:p>
                  </a:txBody>
                  <a:tcPr marL="66053" marR="66053" marT="0" marB="0" anchor="ctr"/>
                </a:tc>
                <a:tc>
                  <a:txBody>
                    <a:bodyPr/>
                    <a:lstStyle/>
                    <a:p>
                      <a:pPr algn="ctr">
                        <a:lnSpc>
                          <a:spcPct val="107000"/>
                        </a:lnSpc>
                        <a:spcAft>
                          <a:spcPts val="0"/>
                        </a:spcAft>
                      </a:pPr>
                      <a:r>
                        <a:rPr lang="en-US" sz="2000" dirty="0" err="1">
                          <a:effectLst/>
                          <a:latin typeface="Rockwell" panose="02060603020205020403" pitchFamily="18" charset="0"/>
                        </a:rPr>
                        <a:t>Ứng</a:t>
                      </a:r>
                      <a:r>
                        <a:rPr lang="en-US" sz="2000" dirty="0">
                          <a:effectLst/>
                          <a:latin typeface="Rockwell" panose="02060603020205020403" pitchFamily="18" charset="0"/>
                        </a:rPr>
                        <a:t> </a:t>
                      </a:r>
                      <a:r>
                        <a:rPr lang="en-US" sz="2000" dirty="0" err="1">
                          <a:effectLst/>
                          <a:latin typeface="Rockwell" panose="02060603020205020403" pitchFamily="18" charset="0"/>
                        </a:rPr>
                        <a:t>dụng</a:t>
                      </a:r>
                      <a:r>
                        <a:rPr lang="en-US" sz="2000" dirty="0">
                          <a:effectLst/>
                          <a:latin typeface="Rockwell" panose="02060603020205020403" pitchFamily="18" charset="0"/>
                        </a:rPr>
                        <a:t> Web</a:t>
                      </a:r>
                      <a:endParaRPr lang="en-US" sz="2000" dirty="0">
                        <a:effectLst/>
                        <a:latin typeface="Rockwell" panose="02060603020205020403" pitchFamily="18" charset="0"/>
                        <a:ea typeface="Calibri" panose="020F0502020204030204" pitchFamily="34" charset="0"/>
                        <a:cs typeface="Times New Roman" panose="02020603050405020304" pitchFamily="18" charset="0"/>
                      </a:endParaRPr>
                    </a:p>
                  </a:txBody>
                  <a:tcPr marL="66053" marR="66053" marT="0" marB="0" anchor="ctr"/>
                </a:tc>
                <a:tc>
                  <a:txBody>
                    <a:bodyPr/>
                    <a:lstStyle/>
                    <a:p>
                      <a:pPr>
                        <a:lnSpc>
                          <a:spcPct val="107000"/>
                        </a:lnSpc>
                        <a:spcAft>
                          <a:spcPts val="0"/>
                        </a:spcAft>
                      </a:pPr>
                      <a:r>
                        <a:rPr lang="en-US" sz="2000">
                          <a:effectLst/>
                          <a:latin typeface="Rockwell" panose="02060603020205020403" pitchFamily="18" charset="0"/>
                        </a:rPr>
                        <a:t>Tấn công website thương mại điện tử, lộ dữ liệu khách hàng</a:t>
                      </a:r>
                      <a:endParaRPr lang="en-US" sz="2000">
                        <a:effectLst/>
                        <a:latin typeface="Rockwell" panose="02060603020205020403" pitchFamily="18" charset="0"/>
                        <a:ea typeface="Calibri" panose="020F0502020204030204" pitchFamily="34" charset="0"/>
                        <a:cs typeface="Times New Roman" panose="02020603050405020304" pitchFamily="18" charset="0"/>
                      </a:endParaRPr>
                    </a:p>
                  </a:txBody>
                  <a:tcPr marL="66053" marR="66053" marT="0" marB="0" anchor="ctr"/>
                </a:tc>
                <a:tc>
                  <a:txBody>
                    <a:bodyPr/>
                    <a:lstStyle/>
                    <a:p>
                      <a:pPr>
                        <a:lnSpc>
                          <a:spcPct val="107000"/>
                        </a:lnSpc>
                        <a:spcAft>
                          <a:spcPts val="0"/>
                        </a:spcAft>
                      </a:pPr>
                      <a:r>
                        <a:rPr lang="en-US" sz="2000">
                          <a:effectLst/>
                          <a:latin typeface="Rockwell" panose="02060603020205020403" pitchFamily="18" charset="0"/>
                        </a:rPr>
                        <a:t>Rò rỉ, thay đổi dữ liệu trái phép</a:t>
                      </a:r>
                      <a:endParaRPr lang="en-US" sz="2000">
                        <a:effectLst/>
                        <a:latin typeface="Rockwell" panose="02060603020205020403" pitchFamily="18" charset="0"/>
                        <a:ea typeface="Calibri" panose="020F0502020204030204" pitchFamily="34" charset="0"/>
                        <a:cs typeface="Times New Roman" panose="02020603050405020304" pitchFamily="18" charset="0"/>
                      </a:endParaRPr>
                    </a:p>
                  </a:txBody>
                  <a:tcPr marL="66053" marR="66053" marT="0" marB="0" anchor="ctr"/>
                </a:tc>
                <a:extLst>
                  <a:ext uri="{0D108BD9-81ED-4DB2-BD59-A6C34878D82A}">
                    <a16:rowId xmlns:a16="http://schemas.microsoft.com/office/drawing/2014/main" val="2756973429"/>
                  </a:ext>
                </a:extLst>
              </a:tr>
              <a:tr h="685800">
                <a:tc>
                  <a:txBody>
                    <a:bodyPr/>
                    <a:lstStyle/>
                    <a:p>
                      <a:pPr>
                        <a:lnSpc>
                          <a:spcPct val="107000"/>
                        </a:lnSpc>
                        <a:spcAft>
                          <a:spcPts val="0"/>
                        </a:spcAft>
                      </a:pPr>
                      <a:r>
                        <a:rPr lang="en-US" sz="2000" dirty="0">
                          <a:effectLst/>
                          <a:latin typeface="Rockwell" panose="02060603020205020403" pitchFamily="18" charset="0"/>
                        </a:rPr>
                        <a:t>Cross-Site Scripting (</a:t>
                      </a:r>
                      <a:r>
                        <a:rPr lang="en-US" sz="2000" dirty="0" err="1">
                          <a:effectLst/>
                          <a:latin typeface="Rockwell" panose="02060603020205020403" pitchFamily="18" charset="0"/>
                        </a:rPr>
                        <a:t>XSS</a:t>
                      </a:r>
                      <a:r>
                        <a:rPr lang="en-US" sz="2000" dirty="0">
                          <a:effectLst/>
                          <a:latin typeface="Rockwell" panose="02060603020205020403" pitchFamily="18" charset="0"/>
                        </a:rPr>
                        <a:t>)</a:t>
                      </a:r>
                      <a:endParaRPr lang="en-US" sz="2000" dirty="0">
                        <a:effectLst/>
                        <a:latin typeface="Rockwell" panose="02060603020205020403" pitchFamily="18" charset="0"/>
                        <a:ea typeface="Calibri" panose="020F0502020204030204" pitchFamily="34" charset="0"/>
                        <a:cs typeface="Times New Roman" panose="02020603050405020304" pitchFamily="18" charset="0"/>
                      </a:endParaRPr>
                    </a:p>
                  </a:txBody>
                  <a:tcPr marL="66053" marR="66053" marT="0" marB="0" anchor="ctr"/>
                </a:tc>
                <a:tc>
                  <a:txBody>
                    <a:bodyPr/>
                    <a:lstStyle/>
                    <a:p>
                      <a:pPr algn="ctr">
                        <a:lnSpc>
                          <a:spcPct val="107000"/>
                        </a:lnSpc>
                        <a:spcAft>
                          <a:spcPts val="0"/>
                        </a:spcAft>
                      </a:pPr>
                      <a:r>
                        <a:rPr lang="en-US" sz="2000" dirty="0" err="1">
                          <a:effectLst/>
                          <a:latin typeface="Rockwell" panose="02060603020205020403" pitchFamily="18" charset="0"/>
                        </a:rPr>
                        <a:t>Ứng</a:t>
                      </a:r>
                      <a:r>
                        <a:rPr lang="en-US" sz="2000" dirty="0">
                          <a:effectLst/>
                          <a:latin typeface="Rockwell" panose="02060603020205020403" pitchFamily="18" charset="0"/>
                        </a:rPr>
                        <a:t> </a:t>
                      </a:r>
                      <a:r>
                        <a:rPr lang="en-US" sz="2000" dirty="0" err="1">
                          <a:effectLst/>
                          <a:latin typeface="Rockwell" panose="02060603020205020403" pitchFamily="18" charset="0"/>
                        </a:rPr>
                        <a:t>dụng</a:t>
                      </a:r>
                      <a:r>
                        <a:rPr lang="en-US" sz="2000" dirty="0">
                          <a:effectLst/>
                          <a:latin typeface="Rockwell" panose="02060603020205020403" pitchFamily="18" charset="0"/>
                        </a:rPr>
                        <a:t> Web</a:t>
                      </a:r>
                      <a:endParaRPr lang="en-US" sz="2000" dirty="0">
                        <a:effectLst/>
                        <a:latin typeface="Rockwell" panose="02060603020205020403" pitchFamily="18" charset="0"/>
                        <a:ea typeface="Calibri" panose="020F0502020204030204" pitchFamily="34" charset="0"/>
                        <a:cs typeface="Times New Roman" panose="02020603050405020304" pitchFamily="18" charset="0"/>
                      </a:endParaRPr>
                    </a:p>
                  </a:txBody>
                  <a:tcPr marL="66053" marR="66053" marT="0" marB="0" anchor="ctr"/>
                </a:tc>
                <a:tc>
                  <a:txBody>
                    <a:bodyPr/>
                    <a:lstStyle/>
                    <a:p>
                      <a:pPr>
                        <a:lnSpc>
                          <a:spcPct val="107000"/>
                        </a:lnSpc>
                        <a:spcAft>
                          <a:spcPts val="0"/>
                        </a:spcAft>
                      </a:pPr>
                      <a:r>
                        <a:rPr lang="en-US" sz="2000">
                          <a:effectLst/>
                          <a:latin typeface="Rockwell" panose="02060603020205020403" pitchFamily="18" charset="0"/>
                        </a:rPr>
                        <a:t>Vụ tấn công XSS trên Facebook năm 2014</a:t>
                      </a:r>
                      <a:endParaRPr lang="en-US" sz="2000">
                        <a:effectLst/>
                        <a:latin typeface="Rockwell" panose="02060603020205020403" pitchFamily="18" charset="0"/>
                        <a:ea typeface="Calibri" panose="020F0502020204030204" pitchFamily="34" charset="0"/>
                        <a:cs typeface="Times New Roman" panose="02020603050405020304" pitchFamily="18" charset="0"/>
                      </a:endParaRPr>
                    </a:p>
                  </a:txBody>
                  <a:tcPr marL="66053" marR="66053" marT="0" marB="0" anchor="ctr"/>
                </a:tc>
                <a:tc>
                  <a:txBody>
                    <a:bodyPr/>
                    <a:lstStyle/>
                    <a:p>
                      <a:pPr>
                        <a:lnSpc>
                          <a:spcPct val="107000"/>
                        </a:lnSpc>
                        <a:spcAft>
                          <a:spcPts val="0"/>
                        </a:spcAft>
                      </a:pPr>
                      <a:r>
                        <a:rPr lang="en-US" sz="2000" dirty="0" err="1">
                          <a:effectLst/>
                          <a:latin typeface="Rockwell" panose="02060603020205020403" pitchFamily="18" charset="0"/>
                        </a:rPr>
                        <a:t>Đánh</a:t>
                      </a:r>
                      <a:r>
                        <a:rPr lang="en-US" sz="2000" dirty="0">
                          <a:effectLst/>
                          <a:latin typeface="Rockwell" panose="02060603020205020403" pitchFamily="18" charset="0"/>
                        </a:rPr>
                        <a:t> </a:t>
                      </a:r>
                      <a:r>
                        <a:rPr lang="en-US" sz="2000" dirty="0" err="1">
                          <a:effectLst/>
                          <a:latin typeface="Rockwell" panose="02060603020205020403" pitchFamily="18" charset="0"/>
                        </a:rPr>
                        <a:t>cắp</a:t>
                      </a:r>
                      <a:r>
                        <a:rPr lang="en-US" sz="2000" dirty="0">
                          <a:effectLst/>
                          <a:latin typeface="Rockwell" panose="02060603020205020403" pitchFamily="18" charset="0"/>
                        </a:rPr>
                        <a:t> session, cookie </a:t>
                      </a:r>
                      <a:r>
                        <a:rPr lang="en-US" sz="2000" dirty="0" err="1" smtClean="0">
                          <a:effectLst/>
                          <a:latin typeface="Rockwell" panose="02060603020205020403" pitchFamily="18" charset="0"/>
                        </a:rPr>
                        <a:t>để</a:t>
                      </a:r>
                      <a:r>
                        <a:rPr lang="en-US" sz="2000" dirty="0" smtClean="0">
                          <a:effectLst/>
                          <a:latin typeface="Rockwell" panose="02060603020205020403" pitchFamily="18" charset="0"/>
                        </a:rPr>
                        <a:t> </a:t>
                      </a:r>
                      <a:r>
                        <a:rPr lang="en-US" sz="2000" dirty="0" err="1">
                          <a:effectLst/>
                          <a:latin typeface="Rockwell" panose="02060603020205020403" pitchFamily="18" charset="0"/>
                        </a:rPr>
                        <a:t>chiếm</a:t>
                      </a:r>
                      <a:r>
                        <a:rPr lang="en-US" sz="2000" dirty="0">
                          <a:effectLst/>
                          <a:latin typeface="Rockwell" panose="02060603020205020403" pitchFamily="18" charset="0"/>
                        </a:rPr>
                        <a:t> </a:t>
                      </a:r>
                      <a:r>
                        <a:rPr lang="en-US" sz="2000" dirty="0" err="1">
                          <a:effectLst/>
                          <a:latin typeface="Rockwell" panose="02060603020205020403" pitchFamily="18" charset="0"/>
                        </a:rPr>
                        <a:t>quyền</a:t>
                      </a:r>
                      <a:r>
                        <a:rPr lang="en-US" sz="2000" dirty="0">
                          <a:effectLst/>
                          <a:latin typeface="Rockwell" panose="02060603020205020403" pitchFamily="18" charset="0"/>
                        </a:rPr>
                        <a:t> </a:t>
                      </a:r>
                      <a:r>
                        <a:rPr lang="en-US" sz="2000" dirty="0" err="1">
                          <a:effectLst/>
                          <a:latin typeface="Rockwell" panose="02060603020205020403" pitchFamily="18" charset="0"/>
                        </a:rPr>
                        <a:t>người</a:t>
                      </a:r>
                      <a:r>
                        <a:rPr lang="en-US" sz="2000" dirty="0">
                          <a:effectLst/>
                          <a:latin typeface="Rockwell" panose="02060603020205020403" pitchFamily="18" charset="0"/>
                        </a:rPr>
                        <a:t> </a:t>
                      </a:r>
                      <a:r>
                        <a:rPr lang="en-US" sz="2000" dirty="0" err="1">
                          <a:effectLst/>
                          <a:latin typeface="Rockwell" panose="02060603020205020403" pitchFamily="18" charset="0"/>
                        </a:rPr>
                        <a:t>dùng</a:t>
                      </a:r>
                      <a:endParaRPr lang="en-US" sz="2000" dirty="0">
                        <a:effectLst/>
                        <a:latin typeface="Rockwell" panose="02060603020205020403" pitchFamily="18" charset="0"/>
                        <a:ea typeface="Calibri" panose="020F0502020204030204" pitchFamily="34" charset="0"/>
                        <a:cs typeface="Times New Roman" panose="02020603050405020304" pitchFamily="18" charset="0"/>
                      </a:endParaRPr>
                    </a:p>
                  </a:txBody>
                  <a:tcPr marL="66053" marR="66053" marT="0" marB="0" anchor="ctr"/>
                </a:tc>
                <a:extLst>
                  <a:ext uri="{0D108BD9-81ED-4DB2-BD59-A6C34878D82A}">
                    <a16:rowId xmlns:a16="http://schemas.microsoft.com/office/drawing/2014/main" val="2460338877"/>
                  </a:ext>
                </a:extLst>
              </a:tr>
              <a:tr h="685800">
                <a:tc>
                  <a:txBody>
                    <a:bodyPr/>
                    <a:lstStyle/>
                    <a:p>
                      <a:pPr>
                        <a:lnSpc>
                          <a:spcPct val="107000"/>
                        </a:lnSpc>
                        <a:spcAft>
                          <a:spcPts val="0"/>
                        </a:spcAft>
                      </a:pPr>
                      <a:r>
                        <a:rPr lang="en-US" sz="2000">
                          <a:effectLst/>
                          <a:latin typeface="Rockwell" panose="02060603020205020403" pitchFamily="18" charset="0"/>
                        </a:rPr>
                        <a:t>Cross-Site Request Forgery (CSRF)</a:t>
                      </a:r>
                      <a:endParaRPr lang="en-US" sz="2000">
                        <a:effectLst/>
                        <a:latin typeface="Rockwell" panose="02060603020205020403" pitchFamily="18" charset="0"/>
                        <a:ea typeface="Calibri" panose="020F0502020204030204" pitchFamily="34" charset="0"/>
                        <a:cs typeface="Times New Roman" panose="02020603050405020304" pitchFamily="18" charset="0"/>
                      </a:endParaRPr>
                    </a:p>
                  </a:txBody>
                  <a:tcPr marL="66053" marR="66053" marT="0" marB="0" anchor="ctr"/>
                </a:tc>
                <a:tc>
                  <a:txBody>
                    <a:bodyPr/>
                    <a:lstStyle/>
                    <a:p>
                      <a:pPr algn="ctr">
                        <a:lnSpc>
                          <a:spcPct val="107000"/>
                        </a:lnSpc>
                        <a:spcAft>
                          <a:spcPts val="0"/>
                        </a:spcAft>
                      </a:pPr>
                      <a:r>
                        <a:rPr lang="en-US" sz="2000" dirty="0" err="1">
                          <a:effectLst/>
                          <a:latin typeface="Rockwell" panose="02060603020205020403" pitchFamily="18" charset="0"/>
                        </a:rPr>
                        <a:t>Ứng</a:t>
                      </a:r>
                      <a:r>
                        <a:rPr lang="en-US" sz="2000" dirty="0">
                          <a:effectLst/>
                          <a:latin typeface="Rockwell" panose="02060603020205020403" pitchFamily="18" charset="0"/>
                        </a:rPr>
                        <a:t> </a:t>
                      </a:r>
                      <a:r>
                        <a:rPr lang="en-US" sz="2000" dirty="0" err="1">
                          <a:effectLst/>
                          <a:latin typeface="Rockwell" panose="02060603020205020403" pitchFamily="18" charset="0"/>
                        </a:rPr>
                        <a:t>dụng</a:t>
                      </a:r>
                      <a:r>
                        <a:rPr lang="en-US" sz="2000" dirty="0">
                          <a:effectLst/>
                          <a:latin typeface="Rockwell" panose="02060603020205020403" pitchFamily="18" charset="0"/>
                        </a:rPr>
                        <a:t> Web</a:t>
                      </a:r>
                      <a:endParaRPr lang="en-US" sz="2000" dirty="0">
                        <a:effectLst/>
                        <a:latin typeface="Rockwell" panose="02060603020205020403" pitchFamily="18" charset="0"/>
                        <a:ea typeface="Calibri" panose="020F0502020204030204" pitchFamily="34" charset="0"/>
                        <a:cs typeface="Times New Roman" panose="02020603050405020304" pitchFamily="18" charset="0"/>
                      </a:endParaRPr>
                    </a:p>
                  </a:txBody>
                  <a:tcPr marL="66053" marR="66053" marT="0" marB="0" anchor="ctr"/>
                </a:tc>
                <a:tc>
                  <a:txBody>
                    <a:bodyPr/>
                    <a:lstStyle/>
                    <a:p>
                      <a:pPr>
                        <a:lnSpc>
                          <a:spcPct val="107000"/>
                        </a:lnSpc>
                        <a:spcAft>
                          <a:spcPts val="0"/>
                        </a:spcAft>
                      </a:pPr>
                      <a:r>
                        <a:rPr lang="en-US" sz="2000">
                          <a:effectLst/>
                          <a:latin typeface="Rockwell" panose="02060603020205020403" pitchFamily="18" charset="0"/>
                        </a:rPr>
                        <a:t>Tấn công ngân hàng online bằng link độc hại</a:t>
                      </a:r>
                      <a:endParaRPr lang="en-US" sz="2000">
                        <a:effectLst/>
                        <a:latin typeface="Rockwell" panose="02060603020205020403" pitchFamily="18" charset="0"/>
                        <a:ea typeface="Calibri" panose="020F0502020204030204" pitchFamily="34" charset="0"/>
                        <a:cs typeface="Times New Roman" panose="02020603050405020304" pitchFamily="18" charset="0"/>
                      </a:endParaRPr>
                    </a:p>
                  </a:txBody>
                  <a:tcPr marL="66053" marR="66053" marT="0" marB="0" anchor="ctr"/>
                </a:tc>
                <a:tc>
                  <a:txBody>
                    <a:bodyPr/>
                    <a:lstStyle/>
                    <a:p>
                      <a:pPr>
                        <a:lnSpc>
                          <a:spcPct val="107000"/>
                        </a:lnSpc>
                        <a:spcAft>
                          <a:spcPts val="0"/>
                        </a:spcAft>
                      </a:pPr>
                      <a:r>
                        <a:rPr lang="en-US" sz="2000">
                          <a:effectLst/>
                          <a:latin typeface="Rockwell" panose="02060603020205020403" pitchFamily="18" charset="0"/>
                        </a:rPr>
                        <a:t>Thực hiện giao dịch giả mạo, mất tiền</a:t>
                      </a:r>
                      <a:endParaRPr lang="en-US" sz="2000">
                        <a:effectLst/>
                        <a:latin typeface="Rockwell" panose="02060603020205020403" pitchFamily="18" charset="0"/>
                        <a:ea typeface="Calibri" panose="020F0502020204030204" pitchFamily="34" charset="0"/>
                        <a:cs typeface="Times New Roman" panose="02020603050405020304" pitchFamily="18" charset="0"/>
                      </a:endParaRPr>
                    </a:p>
                  </a:txBody>
                  <a:tcPr marL="66053" marR="66053" marT="0" marB="0" anchor="ctr"/>
                </a:tc>
                <a:extLst>
                  <a:ext uri="{0D108BD9-81ED-4DB2-BD59-A6C34878D82A}">
                    <a16:rowId xmlns:a16="http://schemas.microsoft.com/office/drawing/2014/main" val="663703644"/>
                  </a:ext>
                </a:extLst>
              </a:tr>
              <a:tr h="685800">
                <a:tc>
                  <a:txBody>
                    <a:bodyPr/>
                    <a:lstStyle/>
                    <a:p>
                      <a:pPr>
                        <a:lnSpc>
                          <a:spcPct val="107000"/>
                        </a:lnSpc>
                        <a:spcAft>
                          <a:spcPts val="0"/>
                        </a:spcAft>
                      </a:pPr>
                      <a:r>
                        <a:rPr lang="en-US" sz="2000" dirty="0">
                          <a:effectLst/>
                          <a:latin typeface="Rockwell" panose="02060603020205020403" pitchFamily="18" charset="0"/>
                        </a:rPr>
                        <a:t>Broken </a:t>
                      </a:r>
                      <a:r>
                        <a:rPr lang="en-US" sz="2000" dirty="0" smtClean="0">
                          <a:effectLst/>
                          <a:latin typeface="Rockwell" panose="02060603020205020403" pitchFamily="18" charset="0"/>
                        </a:rPr>
                        <a:t>A. &amp; </a:t>
                      </a:r>
                      <a:r>
                        <a:rPr lang="en-US" sz="2000" dirty="0">
                          <a:effectLst/>
                          <a:latin typeface="Rockwell" panose="02060603020205020403" pitchFamily="18" charset="0"/>
                        </a:rPr>
                        <a:t>Session </a:t>
                      </a:r>
                      <a:r>
                        <a:rPr lang="en-US" sz="2000" dirty="0" smtClean="0">
                          <a:effectLst/>
                          <a:latin typeface="Rockwell" panose="02060603020205020403" pitchFamily="18" charset="0"/>
                        </a:rPr>
                        <a:t>Management</a:t>
                      </a:r>
                      <a:endParaRPr lang="en-US" sz="2000" dirty="0">
                        <a:effectLst/>
                        <a:latin typeface="Rockwell" panose="02060603020205020403" pitchFamily="18" charset="0"/>
                        <a:ea typeface="Calibri" panose="020F0502020204030204" pitchFamily="34" charset="0"/>
                        <a:cs typeface="Times New Roman" panose="02020603050405020304" pitchFamily="18" charset="0"/>
                      </a:endParaRPr>
                    </a:p>
                  </a:txBody>
                  <a:tcPr marL="66053" marR="66053" marT="0" marB="0" anchor="ctr"/>
                </a:tc>
                <a:tc>
                  <a:txBody>
                    <a:bodyPr/>
                    <a:lstStyle/>
                    <a:p>
                      <a:pPr algn="ctr">
                        <a:lnSpc>
                          <a:spcPct val="107000"/>
                        </a:lnSpc>
                        <a:spcAft>
                          <a:spcPts val="0"/>
                        </a:spcAft>
                      </a:pPr>
                      <a:r>
                        <a:rPr lang="en-US" sz="2000" dirty="0" err="1">
                          <a:effectLst/>
                          <a:latin typeface="Rockwell" panose="02060603020205020403" pitchFamily="18" charset="0"/>
                        </a:rPr>
                        <a:t>Ứng</a:t>
                      </a:r>
                      <a:r>
                        <a:rPr lang="en-US" sz="2000" dirty="0">
                          <a:effectLst/>
                          <a:latin typeface="Rockwell" panose="02060603020205020403" pitchFamily="18" charset="0"/>
                        </a:rPr>
                        <a:t> </a:t>
                      </a:r>
                      <a:r>
                        <a:rPr lang="en-US" sz="2000" dirty="0" err="1">
                          <a:effectLst/>
                          <a:latin typeface="Rockwell" panose="02060603020205020403" pitchFamily="18" charset="0"/>
                        </a:rPr>
                        <a:t>dụng</a:t>
                      </a:r>
                      <a:r>
                        <a:rPr lang="en-US" sz="2000" dirty="0">
                          <a:effectLst/>
                          <a:latin typeface="Rockwell" panose="02060603020205020403" pitchFamily="18" charset="0"/>
                        </a:rPr>
                        <a:t> Web</a:t>
                      </a:r>
                      <a:endParaRPr lang="en-US" sz="2000" dirty="0">
                        <a:effectLst/>
                        <a:latin typeface="Rockwell" panose="02060603020205020403" pitchFamily="18" charset="0"/>
                        <a:ea typeface="Calibri" panose="020F0502020204030204" pitchFamily="34" charset="0"/>
                        <a:cs typeface="Times New Roman" panose="02020603050405020304" pitchFamily="18" charset="0"/>
                      </a:endParaRPr>
                    </a:p>
                  </a:txBody>
                  <a:tcPr marL="66053" marR="66053" marT="0" marB="0" anchor="ctr"/>
                </a:tc>
                <a:tc>
                  <a:txBody>
                    <a:bodyPr/>
                    <a:lstStyle/>
                    <a:p>
                      <a:pPr>
                        <a:lnSpc>
                          <a:spcPct val="107000"/>
                        </a:lnSpc>
                        <a:spcAft>
                          <a:spcPts val="0"/>
                        </a:spcAft>
                      </a:pPr>
                      <a:r>
                        <a:rPr lang="en-US" sz="2000" dirty="0">
                          <a:effectLst/>
                          <a:latin typeface="Rockwell" panose="02060603020205020403" pitchFamily="18" charset="0"/>
                        </a:rPr>
                        <a:t>Yahoo </a:t>
                      </a:r>
                      <a:r>
                        <a:rPr lang="en-US" sz="2000" dirty="0" err="1">
                          <a:effectLst/>
                          <a:latin typeface="Rockwell" panose="02060603020205020403" pitchFamily="18" charset="0"/>
                        </a:rPr>
                        <a:t>bị</a:t>
                      </a:r>
                      <a:r>
                        <a:rPr lang="en-US" sz="2000" dirty="0">
                          <a:effectLst/>
                          <a:latin typeface="Rockwell" panose="02060603020205020403" pitchFamily="18" charset="0"/>
                        </a:rPr>
                        <a:t> </a:t>
                      </a:r>
                      <a:r>
                        <a:rPr lang="en-US" sz="2000" dirty="0" err="1">
                          <a:effectLst/>
                          <a:latin typeface="Rockwell" panose="02060603020205020403" pitchFamily="18" charset="0"/>
                        </a:rPr>
                        <a:t>rò</a:t>
                      </a:r>
                      <a:r>
                        <a:rPr lang="en-US" sz="2000" dirty="0">
                          <a:effectLst/>
                          <a:latin typeface="Rockwell" panose="02060603020205020403" pitchFamily="18" charset="0"/>
                        </a:rPr>
                        <a:t> </a:t>
                      </a:r>
                      <a:r>
                        <a:rPr lang="en-US" sz="2000" dirty="0" err="1">
                          <a:effectLst/>
                          <a:latin typeface="Rockwell" panose="02060603020205020403" pitchFamily="18" charset="0"/>
                        </a:rPr>
                        <a:t>rỉ</a:t>
                      </a:r>
                      <a:r>
                        <a:rPr lang="en-US" sz="2000" dirty="0">
                          <a:effectLst/>
                          <a:latin typeface="Rockwell" panose="02060603020205020403" pitchFamily="18" charset="0"/>
                        </a:rPr>
                        <a:t> </a:t>
                      </a:r>
                      <a:r>
                        <a:rPr lang="en-US" sz="2000" dirty="0" err="1">
                          <a:effectLst/>
                          <a:latin typeface="Rockwell" panose="02060603020205020403" pitchFamily="18" charset="0"/>
                        </a:rPr>
                        <a:t>hàng</a:t>
                      </a:r>
                      <a:r>
                        <a:rPr lang="en-US" sz="2000" dirty="0">
                          <a:effectLst/>
                          <a:latin typeface="Rockwell" panose="02060603020205020403" pitchFamily="18" charset="0"/>
                        </a:rPr>
                        <a:t> </a:t>
                      </a:r>
                      <a:r>
                        <a:rPr lang="en-US" sz="2000" dirty="0" err="1">
                          <a:effectLst/>
                          <a:latin typeface="Rockwell" panose="02060603020205020403" pitchFamily="18" charset="0"/>
                        </a:rPr>
                        <a:t>triệu</a:t>
                      </a:r>
                      <a:r>
                        <a:rPr lang="en-US" sz="2000" dirty="0">
                          <a:effectLst/>
                          <a:latin typeface="Rockwell" panose="02060603020205020403" pitchFamily="18" charset="0"/>
                        </a:rPr>
                        <a:t> </a:t>
                      </a:r>
                      <a:r>
                        <a:rPr lang="en-US" sz="2000" dirty="0" err="1">
                          <a:effectLst/>
                          <a:latin typeface="Rockwell" panose="02060603020205020403" pitchFamily="18" charset="0"/>
                        </a:rPr>
                        <a:t>tài</a:t>
                      </a:r>
                      <a:r>
                        <a:rPr lang="en-US" sz="2000" dirty="0">
                          <a:effectLst/>
                          <a:latin typeface="Rockwell" panose="02060603020205020403" pitchFamily="18" charset="0"/>
                        </a:rPr>
                        <a:t> </a:t>
                      </a:r>
                      <a:r>
                        <a:rPr lang="en-US" sz="2000" dirty="0" err="1">
                          <a:effectLst/>
                          <a:latin typeface="Rockwell" panose="02060603020205020403" pitchFamily="18" charset="0"/>
                        </a:rPr>
                        <a:t>khoản</a:t>
                      </a:r>
                      <a:r>
                        <a:rPr lang="en-US" sz="2000" dirty="0">
                          <a:effectLst/>
                          <a:latin typeface="Rockwell" panose="02060603020205020403" pitchFamily="18" charset="0"/>
                        </a:rPr>
                        <a:t> (2013)</a:t>
                      </a:r>
                      <a:endParaRPr lang="en-US" sz="2000" dirty="0">
                        <a:effectLst/>
                        <a:latin typeface="Rockwell" panose="02060603020205020403" pitchFamily="18" charset="0"/>
                        <a:ea typeface="Calibri" panose="020F0502020204030204" pitchFamily="34" charset="0"/>
                        <a:cs typeface="Times New Roman" panose="02020603050405020304" pitchFamily="18" charset="0"/>
                      </a:endParaRPr>
                    </a:p>
                  </a:txBody>
                  <a:tcPr marL="66053" marR="66053" marT="0" marB="0" anchor="ctr"/>
                </a:tc>
                <a:tc>
                  <a:txBody>
                    <a:bodyPr/>
                    <a:lstStyle/>
                    <a:p>
                      <a:pPr>
                        <a:lnSpc>
                          <a:spcPct val="107000"/>
                        </a:lnSpc>
                        <a:spcAft>
                          <a:spcPts val="0"/>
                        </a:spcAft>
                      </a:pPr>
                      <a:r>
                        <a:rPr lang="en-US" sz="2000">
                          <a:effectLst/>
                          <a:latin typeface="Rockwell" panose="02060603020205020403" pitchFamily="18" charset="0"/>
                        </a:rPr>
                        <a:t>Hacker chiếm quyền truy cập tài khoản</a:t>
                      </a:r>
                      <a:endParaRPr lang="en-US" sz="2000">
                        <a:effectLst/>
                        <a:latin typeface="Rockwell" panose="02060603020205020403" pitchFamily="18" charset="0"/>
                        <a:ea typeface="Calibri" panose="020F0502020204030204" pitchFamily="34" charset="0"/>
                        <a:cs typeface="Times New Roman" panose="02020603050405020304" pitchFamily="18" charset="0"/>
                      </a:endParaRPr>
                    </a:p>
                  </a:txBody>
                  <a:tcPr marL="66053" marR="66053" marT="0" marB="0" anchor="ctr"/>
                </a:tc>
                <a:extLst>
                  <a:ext uri="{0D108BD9-81ED-4DB2-BD59-A6C34878D82A}">
                    <a16:rowId xmlns:a16="http://schemas.microsoft.com/office/drawing/2014/main" val="2509762099"/>
                  </a:ext>
                </a:extLst>
              </a:tr>
              <a:tr h="685800">
                <a:tc>
                  <a:txBody>
                    <a:bodyPr/>
                    <a:lstStyle/>
                    <a:p>
                      <a:pPr>
                        <a:lnSpc>
                          <a:spcPct val="107000"/>
                        </a:lnSpc>
                        <a:spcAft>
                          <a:spcPts val="0"/>
                        </a:spcAft>
                      </a:pPr>
                      <a:r>
                        <a:rPr lang="en-US" sz="2000">
                          <a:effectLst/>
                          <a:latin typeface="Rockwell" panose="02060603020205020403" pitchFamily="18" charset="0"/>
                        </a:rPr>
                        <a:t>DDoS Attack</a:t>
                      </a:r>
                      <a:endParaRPr lang="en-US" sz="2000">
                        <a:effectLst/>
                        <a:latin typeface="Rockwell" panose="02060603020205020403" pitchFamily="18" charset="0"/>
                        <a:ea typeface="Calibri" panose="020F0502020204030204" pitchFamily="34" charset="0"/>
                        <a:cs typeface="Times New Roman" panose="02020603050405020304" pitchFamily="18" charset="0"/>
                      </a:endParaRPr>
                    </a:p>
                  </a:txBody>
                  <a:tcPr marL="66053" marR="66053" marT="0" marB="0" anchor="ctr"/>
                </a:tc>
                <a:tc>
                  <a:txBody>
                    <a:bodyPr/>
                    <a:lstStyle/>
                    <a:p>
                      <a:pPr algn="ctr">
                        <a:lnSpc>
                          <a:spcPct val="107000"/>
                        </a:lnSpc>
                        <a:spcAft>
                          <a:spcPts val="0"/>
                        </a:spcAft>
                      </a:pPr>
                      <a:r>
                        <a:rPr lang="en-US" sz="2000">
                          <a:effectLst/>
                          <a:latin typeface="Rockwell" panose="02060603020205020403" pitchFamily="18" charset="0"/>
                        </a:rPr>
                        <a:t>Web Server</a:t>
                      </a:r>
                      <a:endParaRPr lang="en-US" sz="2000">
                        <a:effectLst/>
                        <a:latin typeface="Rockwell" panose="02060603020205020403" pitchFamily="18" charset="0"/>
                        <a:ea typeface="Calibri" panose="020F0502020204030204" pitchFamily="34" charset="0"/>
                        <a:cs typeface="Times New Roman" panose="02020603050405020304" pitchFamily="18" charset="0"/>
                      </a:endParaRPr>
                    </a:p>
                  </a:txBody>
                  <a:tcPr marL="66053" marR="66053" marT="0" marB="0" anchor="ctr"/>
                </a:tc>
                <a:tc>
                  <a:txBody>
                    <a:bodyPr/>
                    <a:lstStyle/>
                    <a:p>
                      <a:pPr>
                        <a:lnSpc>
                          <a:spcPct val="107000"/>
                        </a:lnSpc>
                        <a:spcAft>
                          <a:spcPts val="0"/>
                        </a:spcAft>
                      </a:pPr>
                      <a:r>
                        <a:rPr lang="en-US" sz="2000" dirty="0" err="1">
                          <a:effectLst/>
                          <a:latin typeface="Rockwell" panose="02060603020205020403" pitchFamily="18" charset="0"/>
                        </a:rPr>
                        <a:t>Tấn</a:t>
                      </a:r>
                      <a:r>
                        <a:rPr lang="en-US" sz="2000" dirty="0">
                          <a:effectLst/>
                          <a:latin typeface="Rockwell" panose="02060603020205020403" pitchFamily="18" charset="0"/>
                        </a:rPr>
                        <a:t> </a:t>
                      </a:r>
                      <a:r>
                        <a:rPr lang="en-US" sz="2000" dirty="0" err="1">
                          <a:effectLst/>
                          <a:latin typeface="Rockwell" panose="02060603020205020403" pitchFamily="18" charset="0"/>
                        </a:rPr>
                        <a:t>công</a:t>
                      </a:r>
                      <a:r>
                        <a:rPr lang="en-US" sz="2000" dirty="0">
                          <a:effectLst/>
                          <a:latin typeface="Rockwell" panose="02060603020205020403" pitchFamily="18" charset="0"/>
                        </a:rPr>
                        <a:t> </a:t>
                      </a:r>
                      <a:r>
                        <a:rPr lang="en-US" sz="2000" dirty="0" err="1">
                          <a:effectLst/>
                          <a:latin typeface="Rockwell" panose="02060603020205020403" pitchFamily="18" charset="0"/>
                        </a:rPr>
                        <a:t>Dyn</a:t>
                      </a:r>
                      <a:r>
                        <a:rPr lang="en-US" sz="2000" dirty="0">
                          <a:effectLst/>
                          <a:latin typeface="Rockwell" panose="02060603020205020403" pitchFamily="18" charset="0"/>
                        </a:rPr>
                        <a:t> DNS (2016) </a:t>
                      </a:r>
                      <a:r>
                        <a:rPr lang="en-US" sz="2000" dirty="0" err="1">
                          <a:effectLst/>
                          <a:latin typeface="Rockwell" panose="02060603020205020403" pitchFamily="18" charset="0"/>
                        </a:rPr>
                        <a:t>làm</a:t>
                      </a:r>
                      <a:r>
                        <a:rPr lang="en-US" sz="2000" dirty="0">
                          <a:effectLst/>
                          <a:latin typeface="Rockwell" panose="02060603020205020403" pitchFamily="18" charset="0"/>
                        </a:rPr>
                        <a:t> </a:t>
                      </a:r>
                      <a:r>
                        <a:rPr lang="en-US" sz="2000" dirty="0" err="1">
                          <a:effectLst/>
                          <a:latin typeface="Rockwell" panose="02060603020205020403" pitchFamily="18" charset="0"/>
                        </a:rPr>
                        <a:t>sập</a:t>
                      </a:r>
                      <a:r>
                        <a:rPr lang="en-US" sz="2000" dirty="0">
                          <a:effectLst/>
                          <a:latin typeface="Rockwell" panose="02060603020205020403" pitchFamily="18" charset="0"/>
                        </a:rPr>
                        <a:t> Twitter, Netflix</a:t>
                      </a:r>
                      <a:endParaRPr lang="en-US" sz="2000" dirty="0">
                        <a:effectLst/>
                        <a:latin typeface="Rockwell" panose="02060603020205020403" pitchFamily="18" charset="0"/>
                        <a:ea typeface="Calibri" panose="020F0502020204030204" pitchFamily="34" charset="0"/>
                        <a:cs typeface="Times New Roman" panose="02020603050405020304" pitchFamily="18" charset="0"/>
                      </a:endParaRPr>
                    </a:p>
                  </a:txBody>
                  <a:tcPr marL="66053" marR="66053" marT="0" marB="0" anchor="ctr"/>
                </a:tc>
                <a:tc>
                  <a:txBody>
                    <a:bodyPr/>
                    <a:lstStyle/>
                    <a:p>
                      <a:pPr>
                        <a:lnSpc>
                          <a:spcPct val="107000"/>
                        </a:lnSpc>
                        <a:spcAft>
                          <a:spcPts val="0"/>
                        </a:spcAft>
                      </a:pPr>
                      <a:r>
                        <a:rPr lang="en-US" sz="2000">
                          <a:effectLst/>
                          <a:latin typeface="Rockwell" panose="02060603020205020403" pitchFamily="18" charset="0"/>
                        </a:rPr>
                        <a:t>Gián đoạn dịch vụ, mất khách hàng</a:t>
                      </a:r>
                      <a:endParaRPr lang="en-US" sz="2000">
                        <a:effectLst/>
                        <a:latin typeface="Rockwell" panose="02060603020205020403" pitchFamily="18" charset="0"/>
                        <a:ea typeface="Calibri" panose="020F0502020204030204" pitchFamily="34" charset="0"/>
                        <a:cs typeface="Times New Roman" panose="02020603050405020304" pitchFamily="18" charset="0"/>
                      </a:endParaRPr>
                    </a:p>
                  </a:txBody>
                  <a:tcPr marL="66053" marR="66053" marT="0" marB="0" anchor="ctr"/>
                </a:tc>
                <a:extLst>
                  <a:ext uri="{0D108BD9-81ED-4DB2-BD59-A6C34878D82A}">
                    <a16:rowId xmlns:a16="http://schemas.microsoft.com/office/drawing/2014/main" val="3678486188"/>
                  </a:ext>
                </a:extLst>
              </a:tr>
              <a:tr h="685800">
                <a:tc>
                  <a:txBody>
                    <a:bodyPr/>
                    <a:lstStyle/>
                    <a:p>
                      <a:pPr>
                        <a:lnSpc>
                          <a:spcPct val="107000"/>
                        </a:lnSpc>
                        <a:spcAft>
                          <a:spcPts val="0"/>
                        </a:spcAft>
                      </a:pPr>
                      <a:r>
                        <a:rPr lang="en-US" sz="2000">
                          <a:effectLst/>
                          <a:latin typeface="Rockwell" panose="02060603020205020403" pitchFamily="18" charset="0"/>
                        </a:rPr>
                        <a:t>Exploiting Server Vulnerabilities</a:t>
                      </a:r>
                      <a:endParaRPr lang="en-US" sz="2000">
                        <a:effectLst/>
                        <a:latin typeface="Rockwell" panose="02060603020205020403" pitchFamily="18" charset="0"/>
                        <a:ea typeface="Calibri" panose="020F0502020204030204" pitchFamily="34" charset="0"/>
                        <a:cs typeface="Times New Roman" panose="02020603050405020304" pitchFamily="18" charset="0"/>
                      </a:endParaRPr>
                    </a:p>
                  </a:txBody>
                  <a:tcPr marL="66053" marR="66053" marT="0" marB="0" anchor="ctr"/>
                </a:tc>
                <a:tc>
                  <a:txBody>
                    <a:bodyPr/>
                    <a:lstStyle/>
                    <a:p>
                      <a:pPr algn="ctr">
                        <a:lnSpc>
                          <a:spcPct val="107000"/>
                        </a:lnSpc>
                        <a:spcAft>
                          <a:spcPts val="0"/>
                        </a:spcAft>
                      </a:pPr>
                      <a:r>
                        <a:rPr lang="en-US" sz="2000" dirty="0">
                          <a:effectLst/>
                          <a:latin typeface="Rockwell" panose="02060603020205020403" pitchFamily="18" charset="0"/>
                        </a:rPr>
                        <a:t>Web Server</a:t>
                      </a:r>
                      <a:endParaRPr lang="en-US" sz="2000" dirty="0">
                        <a:effectLst/>
                        <a:latin typeface="Rockwell" panose="02060603020205020403" pitchFamily="18" charset="0"/>
                        <a:ea typeface="Calibri" panose="020F0502020204030204" pitchFamily="34" charset="0"/>
                        <a:cs typeface="Times New Roman" panose="02020603050405020304" pitchFamily="18" charset="0"/>
                      </a:endParaRPr>
                    </a:p>
                  </a:txBody>
                  <a:tcPr marL="66053" marR="66053" marT="0" marB="0" anchor="ctr"/>
                </a:tc>
                <a:tc>
                  <a:txBody>
                    <a:bodyPr/>
                    <a:lstStyle/>
                    <a:p>
                      <a:pPr>
                        <a:lnSpc>
                          <a:spcPct val="107000"/>
                        </a:lnSpc>
                        <a:spcAft>
                          <a:spcPts val="0"/>
                        </a:spcAft>
                      </a:pPr>
                      <a:r>
                        <a:rPr lang="en-US" sz="2000" dirty="0">
                          <a:effectLst/>
                          <a:latin typeface="Rockwell" panose="02060603020205020403" pitchFamily="18" charset="0"/>
                        </a:rPr>
                        <a:t>Equifax 2017 – </a:t>
                      </a:r>
                      <a:r>
                        <a:rPr lang="en-US" sz="2000" dirty="0" err="1">
                          <a:effectLst/>
                          <a:latin typeface="Rockwell" panose="02060603020205020403" pitchFamily="18" charset="0"/>
                        </a:rPr>
                        <a:t>khai</a:t>
                      </a:r>
                      <a:r>
                        <a:rPr lang="en-US" sz="2000" dirty="0">
                          <a:effectLst/>
                          <a:latin typeface="Rockwell" panose="02060603020205020403" pitchFamily="18" charset="0"/>
                        </a:rPr>
                        <a:t> </a:t>
                      </a:r>
                      <a:r>
                        <a:rPr lang="en-US" sz="2000" dirty="0" err="1">
                          <a:effectLst/>
                          <a:latin typeface="Rockwell" panose="02060603020205020403" pitchFamily="18" charset="0"/>
                        </a:rPr>
                        <a:t>thác</a:t>
                      </a:r>
                      <a:r>
                        <a:rPr lang="en-US" sz="2000" dirty="0">
                          <a:effectLst/>
                          <a:latin typeface="Rockwell" panose="02060603020205020403" pitchFamily="18" charset="0"/>
                        </a:rPr>
                        <a:t> </a:t>
                      </a:r>
                      <a:r>
                        <a:rPr lang="en-US" sz="2000" dirty="0" err="1">
                          <a:effectLst/>
                          <a:latin typeface="Rockwell" panose="02060603020205020403" pitchFamily="18" charset="0"/>
                        </a:rPr>
                        <a:t>lỗ</a:t>
                      </a:r>
                      <a:r>
                        <a:rPr lang="en-US" sz="2000" dirty="0">
                          <a:effectLst/>
                          <a:latin typeface="Rockwell" panose="02060603020205020403" pitchFamily="18" charset="0"/>
                        </a:rPr>
                        <a:t> </a:t>
                      </a:r>
                      <a:r>
                        <a:rPr lang="en-US" sz="2000" dirty="0" err="1">
                          <a:effectLst/>
                          <a:latin typeface="Rockwell" panose="02060603020205020403" pitchFamily="18" charset="0"/>
                        </a:rPr>
                        <a:t>hổng</a:t>
                      </a:r>
                      <a:r>
                        <a:rPr lang="en-US" sz="2000" dirty="0">
                          <a:effectLst/>
                          <a:latin typeface="Rockwell" panose="02060603020205020403" pitchFamily="18" charset="0"/>
                        </a:rPr>
                        <a:t> Apache Struts</a:t>
                      </a:r>
                      <a:endParaRPr lang="en-US" sz="2000" dirty="0">
                        <a:effectLst/>
                        <a:latin typeface="Rockwell" panose="02060603020205020403" pitchFamily="18" charset="0"/>
                        <a:ea typeface="Calibri" panose="020F0502020204030204" pitchFamily="34" charset="0"/>
                        <a:cs typeface="Times New Roman" panose="02020603050405020304" pitchFamily="18" charset="0"/>
                      </a:endParaRPr>
                    </a:p>
                  </a:txBody>
                  <a:tcPr marL="66053" marR="66053" marT="0" marB="0" anchor="ctr"/>
                </a:tc>
                <a:tc>
                  <a:txBody>
                    <a:bodyPr/>
                    <a:lstStyle/>
                    <a:p>
                      <a:pPr>
                        <a:lnSpc>
                          <a:spcPct val="107000"/>
                        </a:lnSpc>
                        <a:spcAft>
                          <a:spcPts val="0"/>
                        </a:spcAft>
                      </a:pPr>
                      <a:r>
                        <a:rPr lang="en-US" sz="2000">
                          <a:effectLst/>
                          <a:latin typeface="Rockwell" panose="02060603020205020403" pitchFamily="18" charset="0"/>
                        </a:rPr>
                        <a:t>Chiếm quyền server, rò rỉ dữ liệu nhạy cảm</a:t>
                      </a:r>
                      <a:endParaRPr lang="en-US" sz="2000">
                        <a:effectLst/>
                        <a:latin typeface="Rockwell" panose="02060603020205020403" pitchFamily="18" charset="0"/>
                        <a:ea typeface="Calibri" panose="020F0502020204030204" pitchFamily="34" charset="0"/>
                        <a:cs typeface="Times New Roman" panose="02020603050405020304" pitchFamily="18" charset="0"/>
                      </a:endParaRPr>
                    </a:p>
                  </a:txBody>
                  <a:tcPr marL="66053" marR="66053" marT="0" marB="0" anchor="ctr"/>
                </a:tc>
                <a:extLst>
                  <a:ext uri="{0D108BD9-81ED-4DB2-BD59-A6C34878D82A}">
                    <a16:rowId xmlns:a16="http://schemas.microsoft.com/office/drawing/2014/main" val="1526651772"/>
                  </a:ext>
                </a:extLst>
              </a:tr>
              <a:tr h="685800">
                <a:tc>
                  <a:txBody>
                    <a:bodyPr/>
                    <a:lstStyle/>
                    <a:p>
                      <a:pPr>
                        <a:lnSpc>
                          <a:spcPct val="107000"/>
                        </a:lnSpc>
                        <a:spcAft>
                          <a:spcPts val="0"/>
                        </a:spcAft>
                      </a:pPr>
                      <a:r>
                        <a:rPr lang="en-US" sz="2000">
                          <a:effectLst/>
                          <a:latin typeface="Rockwell" panose="02060603020205020403" pitchFamily="18" charset="0"/>
                        </a:rPr>
                        <a:t>Defacement</a:t>
                      </a:r>
                      <a:endParaRPr lang="en-US" sz="2000">
                        <a:effectLst/>
                        <a:latin typeface="Rockwell" panose="02060603020205020403" pitchFamily="18" charset="0"/>
                        <a:ea typeface="Calibri" panose="020F0502020204030204" pitchFamily="34" charset="0"/>
                        <a:cs typeface="Times New Roman" panose="02020603050405020304" pitchFamily="18" charset="0"/>
                      </a:endParaRPr>
                    </a:p>
                  </a:txBody>
                  <a:tcPr marL="66053" marR="66053" marT="0" marB="0" anchor="ctr"/>
                </a:tc>
                <a:tc>
                  <a:txBody>
                    <a:bodyPr/>
                    <a:lstStyle/>
                    <a:p>
                      <a:pPr algn="ctr">
                        <a:lnSpc>
                          <a:spcPct val="107000"/>
                        </a:lnSpc>
                        <a:spcAft>
                          <a:spcPts val="0"/>
                        </a:spcAft>
                      </a:pPr>
                      <a:r>
                        <a:rPr lang="en-US" sz="2000" dirty="0">
                          <a:effectLst/>
                          <a:latin typeface="Rockwell" panose="02060603020205020403" pitchFamily="18" charset="0"/>
                        </a:rPr>
                        <a:t>Web Server</a:t>
                      </a:r>
                      <a:endParaRPr lang="en-US" sz="2000" dirty="0">
                        <a:effectLst/>
                        <a:latin typeface="Rockwell" panose="02060603020205020403" pitchFamily="18" charset="0"/>
                        <a:ea typeface="Calibri" panose="020F0502020204030204" pitchFamily="34" charset="0"/>
                        <a:cs typeface="Times New Roman" panose="02020603050405020304" pitchFamily="18" charset="0"/>
                      </a:endParaRPr>
                    </a:p>
                  </a:txBody>
                  <a:tcPr marL="66053" marR="66053" marT="0" marB="0" anchor="ctr"/>
                </a:tc>
                <a:tc>
                  <a:txBody>
                    <a:bodyPr/>
                    <a:lstStyle/>
                    <a:p>
                      <a:pPr>
                        <a:lnSpc>
                          <a:spcPct val="107000"/>
                        </a:lnSpc>
                        <a:spcAft>
                          <a:spcPts val="0"/>
                        </a:spcAft>
                      </a:pPr>
                      <a:r>
                        <a:rPr lang="en-US" sz="2000" dirty="0" err="1">
                          <a:effectLst/>
                          <a:latin typeface="Rockwell" panose="02060603020205020403" pitchFamily="18" charset="0"/>
                        </a:rPr>
                        <a:t>Nhiều</a:t>
                      </a:r>
                      <a:r>
                        <a:rPr lang="en-US" sz="2000" dirty="0">
                          <a:effectLst/>
                          <a:latin typeface="Rockwell" panose="02060603020205020403" pitchFamily="18" charset="0"/>
                        </a:rPr>
                        <a:t> website .</a:t>
                      </a:r>
                      <a:r>
                        <a:rPr lang="en-US" sz="2000" dirty="0" err="1">
                          <a:effectLst/>
                          <a:latin typeface="Rockwell" panose="02060603020205020403" pitchFamily="18" charset="0"/>
                        </a:rPr>
                        <a:t>gov</a:t>
                      </a:r>
                      <a:r>
                        <a:rPr lang="en-US" sz="2000" dirty="0">
                          <a:effectLst/>
                          <a:latin typeface="Rockwell" panose="02060603020205020403" pitchFamily="18" charset="0"/>
                        </a:rPr>
                        <a:t> </a:t>
                      </a:r>
                      <a:r>
                        <a:rPr lang="en-US" sz="2000" dirty="0" err="1">
                          <a:effectLst/>
                          <a:latin typeface="Rockwell" panose="02060603020205020403" pitchFamily="18" charset="0"/>
                        </a:rPr>
                        <a:t>bị</a:t>
                      </a:r>
                      <a:r>
                        <a:rPr lang="en-US" sz="2000" dirty="0">
                          <a:effectLst/>
                          <a:latin typeface="Rockwell" panose="02060603020205020403" pitchFamily="18" charset="0"/>
                        </a:rPr>
                        <a:t> hacker </a:t>
                      </a:r>
                      <a:r>
                        <a:rPr lang="en-US" sz="2000" dirty="0" err="1">
                          <a:effectLst/>
                          <a:latin typeface="Rockwell" panose="02060603020205020403" pitchFamily="18" charset="0"/>
                        </a:rPr>
                        <a:t>thay</a:t>
                      </a:r>
                      <a:r>
                        <a:rPr lang="en-US" sz="2000" dirty="0">
                          <a:effectLst/>
                          <a:latin typeface="Rockwell" panose="02060603020205020403" pitchFamily="18" charset="0"/>
                        </a:rPr>
                        <a:t> </a:t>
                      </a:r>
                      <a:r>
                        <a:rPr lang="en-US" sz="2000" dirty="0" err="1">
                          <a:effectLst/>
                          <a:latin typeface="Rockwell" panose="02060603020205020403" pitchFamily="18" charset="0"/>
                        </a:rPr>
                        <a:t>đổi</a:t>
                      </a:r>
                      <a:r>
                        <a:rPr lang="en-US" sz="2000" dirty="0">
                          <a:effectLst/>
                          <a:latin typeface="Rockwell" panose="02060603020205020403" pitchFamily="18" charset="0"/>
                        </a:rPr>
                        <a:t> </a:t>
                      </a:r>
                      <a:r>
                        <a:rPr lang="en-US" sz="2000" dirty="0" err="1">
                          <a:effectLst/>
                          <a:latin typeface="Rockwell" panose="02060603020205020403" pitchFamily="18" charset="0"/>
                        </a:rPr>
                        <a:t>giao</a:t>
                      </a:r>
                      <a:r>
                        <a:rPr lang="en-US" sz="2000" dirty="0">
                          <a:effectLst/>
                          <a:latin typeface="Rockwell" panose="02060603020205020403" pitchFamily="18" charset="0"/>
                        </a:rPr>
                        <a:t> </a:t>
                      </a:r>
                      <a:r>
                        <a:rPr lang="en-US" sz="2000" dirty="0" err="1">
                          <a:effectLst/>
                          <a:latin typeface="Rockwell" panose="02060603020205020403" pitchFamily="18" charset="0"/>
                        </a:rPr>
                        <a:t>diện</a:t>
                      </a:r>
                      <a:endParaRPr lang="en-US" sz="2000" dirty="0">
                        <a:effectLst/>
                        <a:latin typeface="Rockwell" panose="02060603020205020403" pitchFamily="18" charset="0"/>
                        <a:ea typeface="Calibri" panose="020F0502020204030204" pitchFamily="34" charset="0"/>
                        <a:cs typeface="Times New Roman" panose="02020603050405020304" pitchFamily="18" charset="0"/>
                      </a:endParaRPr>
                    </a:p>
                  </a:txBody>
                  <a:tcPr marL="66053" marR="66053" marT="0" marB="0" anchor="ctr"/>
                </a:tc>
                <a:tc>
                  <a:txBody>
                    <a:bodyPr/>
                    <a:lstStyle/>
                    <a:p>
                      <a:pPr>
                        <a:lnSpc>
                          <a:spcPct val="107000"/>
                        </a:lnSpc>
                        <a:spcAft>
                          <a:spcPts val="0"/>
                        </a:spcAft>
                      </a:pPr>
                      <a:r>
                        <a:rPr lang="en-US" sz="2000" dirty="0" err="1">
                          <a:effectLst/>
                          <a:latin typeface="Rockwell" panose="02060603020205020403" pitchFamily="18" charset="0"/>
                        </a:rPr>
                        <a:t>Mất</a:t>
                      </a:r>
                      <a:r>
                        <a:rPr lang="en-US" sz="2000" dirty="0">
                          <a:effectLst/>
                          <a:latin typeface="Rockwell" panose="02060603020205020403" pitchFamily="18" charset="0"/>
                        </a:rPr>
                        <a:t> </a:t>
                      </a:r>
                      <a:r>
                        <a:rPr lang="en-US" sz="2000" dirty="0" err="1">
                          <a:effectLst/>
                          <a:latin typeface="Rockwell" panose="02060603020205020403" pitchFamily="18" charset="0"/>
                        </a:rPr>
                        <a:t>uy</a:t>
                      </a:r>
                      <a:r>
                        <a:rPr lang="en-US" sz="2000" dirty="0">
                          <a:effectLst/>
                          <a:latin typeface="Rockwell" panose="02060603020205020403" pitchFamily="18" charset="0"/>
                        </a:rPr>
                        <a:t> </a:t>
                      </a:r>
                      <a:r>
                        <a:rPr lang="en-US" sz="2000" dirty="0" err="1">
                          <a:effectLst/>
                          <a:latin typeface="Rockwell" panose="02060603020205020403" pitchFamily="18" charset="0"/>
                        </a:rPr>
                        <a:t>tín</a:t>
                      </a:r>
                      <a:r>
                        <a:rPr lang="en-US" sz="2000" dirty="0">
                          <a:effectLst/>
                          <a:latin typeface="Rockwell" panose="02060603020205020403" pitchFamily="18" charset="0"/>
                        </a:rPr>
                        <a:t>, </a:t>
                      </a:r>
                      <a:r>
                        <a:rPr lang="en-US" sz="2000" dirty="0" err="1">
                          <a:effectLst/>
                          <a:latin typeface="Rockwell" panose="02060603020205020403" pitchFamily="18" charset="0"/>
                        </a:rPr>
                        <a:t>bị</a:t>
                      </a:r>
                      <a:r>
                        <a:rPr lang="en-US" sz="2000" dirty="0">
                          <a:effectLst/>
                          <a:latin typeface="Rockwell" panose="02060603020205020403" pitchFamily="18" charset="0"/>
                        </a:rPr>
                        <a:t> </a:t>
                      </a:r>
                      <a:r>
                        <a:rPr lang="en-US" sz="2000" dirty="0" err="1">
                          <a:effectLst/>
                          <a:latin typeface="Rockwell" panose="02060603020205020403" pitchFamily="18" charset="0"/>
                        </a:rPr>
                        <a:t>bôi</a:t>
                      </a:r>
                      <a:r>
                        <a:rPr lang="en-US" sz="2000" dirty="0">
                          <a:effectLst/>
                          <a:latin typeface="Rockwell" panose="02060603020205020403" pitchFamily="18" charset="0"/>
                        </a:rPr>
                        <a:t> </a:t>
                      </a:r>
                      <a:r>
                        <a:rPr lang="en-US" sz="2000" dirty="0" err="1">
                          <a:effectLst/>
                          <a:latin typeface="Rockwell" panose="02060603020205020403" pitchFamily="18" charset="0"/>
                        </a:rPr>
                        <a:t>nhọ</a:t>
                      </a:r>
                      <a:r>
                        <a:rPr lang="en-US" sz="2000" dirty="0">
                          <a:effectLst/>
                          <a:latin typeface="Rockwell" panose="02060603020205020403" pitchFamily="18" charset="0"/>
                        </a:rPr>
                        <a:t> </a:t>
                      </a:r>
                      <a:r>
                        <a:rPr lang="en-US" sz="2000" dirty="0" err="1">
                          <a:effectLst/>
                          <a:latin typeface="Rockwell" panose="02060603020205020403" pitchFamily="18" charset="0"/>
                        </a:rPr>
                        <a:t>thương</a:t>
                      </a:r>
                      <a:r>
                        <a:rPr lang="en-US" sz="2000" dirty="0">
                          <a:effectLst/>
                          <a:latin typeface="Rockwell" panose="02060603020205020403" pitchFamily="18" charset="0"/>
                        </a:rPr>
                        <a:t> </a:t>
                      </a:r>
                      <a:r>
                        <a:rPr lang="en-US" sz="2000" dirty="0" err="1">
                          <a:effectLst/>
                          <a:latin typeface="Rockwell" panose="02060603020205020403" pitchFamily="18" charset="0"/>
                        </a:rPr>
                        <a:t>hiệu</a:t>
                      </a:r>
                      <a:endParaRPr lang="en-US" sz="2000" dirty="0">
                        <a:effectLst/>
                        <a:latin typeface="Rockwell" panose="02060603020205020403" pitchFamily="18" charset="0"/>
                        <a:ea typeface="Calibri" panose="020F0502020204030204" pitchFamily="34" charset="0"/>
                        <a:cs typeface="Times New Roman" panose="02020603050405020304" pitchFamily="18" charset="0"/>
                      </a:endParaRPr>
                    </a:p>
                  </a:txBody>
                  <a:tcPr marL="66053" marR="66053" marT="0" marB="0" anchor="ctr"/>
                </a:tc>
                <a:extLst>
                  <a:ext uri="{0D108BD9-81ED-4DB2-BD59-A6C34878D82A}">
                    <a16:rowId xmlns:a16="http://schemas.microsoft.com/office/drawing/2014/main" val="2112440856"/>
                  </a:ext>
                </a:extLst>
              </a:tr>
              <a:tr h="685800">
                <a:tc>
                  <a:txBody>
                    <a:bodyPr/>
                    <a:lstStyle/>
                    <a:p>
                      <a:pPr>
                        <a:lnSpc>
                          <a:spcPct val="107000"/>
                        </a:lnSpc>
                        <a:spcAft>
                          <a:spcPts val="0"/>
                        </a:spcAft>
                      </a:pPr>
                      <a:r>
                        <a:rPr lang="en-US" sz="2000">
                          <a:effectLst/>
                          <a:latin typeface="Rockwell" panose="02060603020205020403" pitchFamily="18" charset="0"/>
                        </a:rPr>
                        <a:t>Privilege Escalation</a:t>
                      </a:r>
                      <a:endParaRPr lang="en-US" sz="2000">
                        <a:effectLst/>
                        <a:latin typeface="Rockwell" panose="02060603020205020403" pitchFamily="18" charset="0"/>
                        <a:ea typeface="Calibri" panose="020F0502020204030204" pitchFamily="34" charset="0"/>
                        <a:cs typeface="Times New Roman" panose="02020603050405020304" pitchFamily="18" charset="0"/>
                      </a:endParaRPr>
                    </a:p>
                  </a:txBody>
                  <a:tcPr marL="66053" marR="66053" marT="0" marB="0" anchor="ctr"/>
                </a:tc>
                <a:tc>
                  <a:txBody>
                    <a:bodyPr/>
                    <a:lstStyle/>
                    <a:p>
                      <a:pPr algn="ctr">
                        <a:lnSpc>
                          <a:spcPct val="107000"/>
                        </a:lnSpc>
                        <a:spcAft>
                          <a:spcPts val="0"/>
                        </a:spcAft>
                      </a:pPr>
                      <a:r>
                        <a:rPr lang="en-US" sz="2000" dirty="0">
                          <a:effectLst/>
                          <a:latin typeface="Rockwell" panose="02060603020205020403" pitchFamily="18" charset="0"/>
                        </a:rPr>
                        <a:t>Web Server</a:t>
                      </a:r>
                      <a:endParaRPr lang="en-US" sz="2000" dirty="0">
                        <a:effectLst/>
                        <a:latin typeface="Rockwell" panose="02060603020205020403" pitchFamily="18" charset="0"/>
                        <a:ea typeface="Calibri" panose="020F0502020204030204" pitchFamily="34" charset="0"/>
                        <a:cs typeface="Times New Roman" panose="02020603050405020304" pitchFamily="18" charset="0"/>
                      </a:endParaRPr>
                    </a:p>
                  </a:txBody>
                  <a:tcPr marL="66053" marR="66053" marT="0" marB="0" anchor="ctr"/>
                </a:tc>
                <a:tc>
                  <a:txBody>
                    <a:bodyPr/>
                    <a:lstStyle/>
                    <a:p>
                      <a:pPr>
                        <a:lnSpc>
                          <a:spcPct val="107000"/>
                        </a:lnSpc>
                        <a:spcAft>
                          <a:spcPts val="0"/>
                        </a:spcAft>
                      </a:pPr>
                      <a:r>
                        <a:rPr lang="en-US" sz="2000" dirty="0" err="1">
                          <a:effectLst/>
                          <a:latin typeface="Rockwell" panose="02060603020205020403" pitchFamily="18" charset="0"/>
                        </a:rPr>
                        <a:t>Khai</a:t>
                      </a:r>
                      <a:r>
                        <a:rPr lang="en-US" sz="2000" dirty="0">
                          <a:effectLst/>
                          <a:latin typeface="Rockwell" panose="02060603020205020403" pitchFamily="18" charset="0"/>
                        </a:rPr>
                        <a:t> </a:t>
                      </a:r>
                      <a:r>
                        <a:rPr lang="en-US" sz="2000" dirty="0" err="1">
                          <a:effectLst/>
                          <a:latin typeface="Rockwell" panose="02060603020205020403" pitchFamily="18" charset="0"/>
                        </a:rPr>
                        <a:t>thác</a:t>
                      </a:r>
                      <a:r>
                        <a:rPr lang="en-US" sz="2000" dirty="0">
                          <a:effectLst/>
                          <a:latin typeface="Rockwell" panose="02060603020205020403" pitchFamily="18" charset="0"/>
                        </a:rPr>
                        <a:t> </a:t>
                      </a:r>
                      <a:r>
                        <a:rPr lang="en-US" sz="2000" dirty="0" err="1">
                          <a:effectLst/>
                          <a:latin typeface="Rockwell" panose="02060603020205020403" pitchFamily="18" charset="0"/>
                        </a:rPr>
                        <a:t>lỗi</a:t>
                      </a:r>
                      <a:r>
                        <a:rPr lang="en-US" sz="2000" dirty="0">
                          <a:effectLst/>
                          <a:latin typeface="Rockwell" panose="02060603020205020403" pitchFamily="18" charset="0"/>
                        </a:rPr>
                        <a:t> kernel </a:t>
                      </a:r>
                      <a:r>
                        <a:rPr lang="en-US" sz="2000" dirty="0" smtClean="0">
                          <a:effectLst/>
                          <a:latin typeface="Rockwell" panose="02060603020205020403" pitchFamily="18" charset="0"/>
                        </a:rPr>
                        <a:t>Linux </a:t>
                      </a:r>
                      <a:r>
                        <a:rPr lang="en-US" sz="2000" dirty="0" err="1" smtClean="0">
                          <a:effectLst/>
                          <a:latin typeface="Rockwell" panose="02060603020205020403" pitchFamily="18" charset="0"/>
                        </a:rPr>
                        <a:t>để</a:t>
                      </a:r>
                      <a:r>
                        <a:rPr lang="en-US" sz="2000" dirty="0" smtClean="0">
                          <a:effectLst/>
                          <a:latin typeface="Rockwell" panose="02060603020205020403" pitchFamily="18" charset="0"/>
                        </a:rPr>
                        <a:t> </a:t>
                      </a:r>
                      <a:r>
                        <a:rPr lang="en-US" sz="2000" dirty="0" err="1">
                          <a:effectLst/>
                          <a:latin typeface="Rockwell" panose="02060603020205020403" pitchFamily="18" charset="0"/>
                        </a:rPr>
                        <a:t>leo</a:t>
                      </a:r>
                      <a:r>
                        <a:rPr lang="en-US" sz="2000" dirty="0">
                          <a:effectLst/>
                          <a:latin typeface="Rockwell" panose="02060603020205020403" pitchFamily="18" charset="0"/>
                        </a:rPr>
                        <a:t> thang </a:t>
                      </a:r>
                      <a:r>
                        <a:rPr lang="en-US" sz="2000" dirty="0" err="1">
                          <a:effectLst/>
                          <a:latin typeface="Rockwell" panose="02060603020205020403" pitchFamily="18" charset="0"/>
                        </a:rPr>
                        <a:t>đặc</a:t>
                      </a:r>
                      <a:r>
                        <a:rPr lang="en-US" sz="2000" dirty="0">
                          <a:effectLst/>
                          <a:latin typeface="Rockwell" panose="02060603020205020403" pitchFamily="18" charset="0"/>
                        </a:rPr>
                        <a:t> </a:t>
                      </a:r>
                      <a:r>
                        <a:rPr lang="en-US" sz="2000" dirty="0" err="1">
                          <a:effectLst/>
                          <a:latin typeface="Rockwell" panose="02060603020205020403" pitchFamily="18" charset="0"/>
                        </a:rPr>
                        <a:t>quyền</a:t>
                      </a:r>
                      <a:endParaRPr lang="en-US" sz="2000" dirty="0">
                        <a:effectLst/>
                        <a:latin typeface="Rockwell" panose="02060603020205020403" pitchFamily="18" charset="0"/>
                        <a:ea typeface="Calibri" panose="020F0502020204030204" pitchFamily="34" charset="0"/>
                        <a:cs typeface="Times New Roman" panose="02020603050405020304" pitchFamily="18" charset="0"/>
                      </a:endParaRPr>
                    </a:p>
                  </a:txBody>
                  <a:tcPr marL="66053" marR="66053" marT="0" marB="0" anchor="ctr"/>
                </a:tc>
                <a:tc>
                  <a:txBody>
                    <a:bodyPr/>
                    <a:lstStyle/>
                    <a:p>
                      <a:pPr>
                        <a:lnSpc>
                          <a:spcPct val="107000"/>
                        </a:lnSpc>
                        <a:spcAft>
                          <a:spcPts val="0"/>
                        </a:spcAft>
                      </a:pPr>
                      <a:r>
                        <a:rPr lang="en-US" sz="2000" dirty="0">
                          <a:effectLst/>
                          <a:latin typeface="Rockwell" panose="02060603020205020403" pitchFamily="18" charset="0"/>
                        </a:rPr>
                        <a:t>Hacker </a:t>
                      </a:r>
                      <a:r>
                        <a:rPr lang="en-US" sz="2000" dirty="0" err="1">
                          <a:effectLst/>
                          <a:latin typeface="Rockwell" panose="02060603020205020403" pitchFamily="18" charset="0"/>
                        </a:rPr>
                        <a:t>kiểm</a:t>
                      </a:r>
                      <a:r>
                        <a:rPr lang="en-US" sz="2000" dirty="0">
                          <a:effectLst/>
                          <a:latin typeface="Rockwell" panose="02060603020205020403" pitchFamily="18" charset="0"/>
                        </a:rPr>
                        <a:t> </a:t>
                      </a:r>
                      <a:r>
                        <a:rPr lang="en-US" sz="2000" dirty="0" err="1">
                          <a:effectLst/>
                          <a:latin typeface="Rockwell" panose="02060603020205020403" pitchFamily="18" charset="0"/>
                        </a:rPr>
                        <a:t>soát</a:t>
                      </a:r>
                      <a:r>
                        <a:rPr lang="en-US" sz="2000" dirty="0">
                          <a:effectLst/>
                          <a:latin typeface="Rockwell" panose="02060603020205020403" pitchFamily="18" charset="0"/>
                        </a:rPr>
                        <a:t> </a:t>
                      </a:r>
                      <a:r>
                        <a:rPr lang="en-US" sz="2000" dirty="0" err="1">
                          <a:effectLst/>
                          <a:latin typeface="Rockwell" panose="02060603020205020403" pitchFamily="18" charset="0"/>
                        </a:rPr>
                        <a:t>toàn</a:t>
                      </a:r>
                      <a:r>
                        <a:rPr lang="en-US" sz="2000" dirty="0">
                          <a:effectLst/>
                          <a:latin typeface="Rockwell" panose="02060603020205020403" pitchFamily="18" charset="0"/>
                        </a:rPr>
                        <a:t> </a:t>
                      </a:r>
                      <a:r>
                        <a:rPr lang="en-US" sz="2000" dirty="0" err="1">
                          <a:effectLst/>
                          <a:latin typeface="Rockwell" panose="02060603020205020403" pitchFamily="18" charset="0"/>
                        </a:rPr>
                        <a:t>bộ</a:t>
                      </a:r>
                      <a:r>
                        <a:rPr lang="en-US" sz="2000" dirty="0">
                          <a:effectLst/>
                          <a:latin typeface="Rockwell" panose="02060603020205020403" pitchFamily="18" charset="0"/>
                        </a:rPr>
                        <a:t> server</a:t>
                      </a:r>
                      <a:endParaRPr lang="en-US" sz="2000" dirty="0">
                        <a:effectLst/>
                        <a:latin typeface="Rockwell" panose="02060603020205020403" pitchFamily="18" charset="0"/>
                        <a:ea typeface="Calibri" panose="020F0502020204030204" pitchFamily="34" charset="0"/>
                        <a:cs typeface="Times New Roman" panose="02020603050405020304" pitchFamily="18" charset="0"/>
                      </a:endParaRPr>
                    </a:p>
                  </a:txBody>
                  <a:tcPr marL="66053" marR="66053" marT="0" marB="0" anchor="ctr"/>
                </a:tc>
                <a:extLst>
                  <a:ext uri="{0D108BD9-81ED-4DB2-BD59-A6C34878D82A}">
                    <a16:rowId xmlns:a16="http://schemas.microsoft.com/office/drawing/2014/main" val="1360002711"/>
                  </a:ext>
                </a:extLst>
              </a:tr>
              <a:tr h="685800">
                <a:tc>
                  <a:txBody>
                    <a:bodyPr/>
                    <a:lstStyle/>
                    <a:p>
                      <a:pPr>
                        <a:lnSpc>
                          <a:spcPct val="107000"/>
                        </a:lnSpc>
                        <a:spcAft>
                          <a:spcPts val="0"/>
                        </a:spcAft>
                      </a:pPr>
                      <a:r>
                        <a:rPr lang="en-US" sz="2000" dirty="0">
                          <a:effectLst/>
                          <a:latin typeface="Rockwell" panose="02060603020205020403" pitchFamily="18" charset="0"/>
                        </a:rPr>
                        <a:t>Malware </a:t>
                      </a:r>
                      <a:r>
                        <a:rPr lang="en-US" sz="2000" dirty="0" smtClean="0">
                          <a:effectLst/>
                          <a:latin typeface="Rockwell" panose="02060603020205020403" pitchFamily="18" charset="0"/>
                        </a:rPr>
                        <a:t>Injection</a:t>
                      </a:r>
                      <a:endParaRPr lang="en-US" sz="2000" dirty="0">
                        <a:effectLst/>
                        <a:latin typeface="Rockwell" panose="02060603020205020403" pitchFamily="18" charset="0"/>
                        <a:ea typeface="Calibri" panose="020F0502020204030204" pitchFamily="34" charset="0"/>
                        <a:cs typeface="Times New Roman" panose="02020603050405020304" pitchFamily="18" charset="0"/>
                      </a:endParaRPr>
                    </a:p>
                  </a:txBody>
                  <a:tcPr marL="66053" marR="66053" marT="0" marB="0" anchor="ctr"/>
                </a:tc>
                <a:tc>
                  <a:txBody>
                    <a:bodyPr/>
                    <a:lstStyle/>
                    <a:p>
                      <a:pPr algn="ctr">
                        <a:lnSpc>
                          <a:spcPct val="107000"/>
                        </a:lnSpc>
                        <a:spcAft>
                          <a:spcPts val="0"/>
                        </a:spcAft>
                      </a:pPr>
                      <a:r>
                        <a:rPr lang="en-US" sz="2000" dirty="0">
                          <a:effectLst/>
                          <a:latin typeface="Rockwell" panose="02060603020205020403" pitchFamily="18" charset="0"/>
                        </a:rPr>
                        <a:t>Web Server</a:t>
                      </a:r>
                      <a:endParaRPr lang="en-US" sz="2000" dirty="0">
                        <a:effectLst/>
                        <a:latin typeface="Rockwell" panose="02060603020205020403" pitchFamily="18" charset="0"/>
                        <a:ea typeface="Calibri" panose="020F0502020204030204" pitchFamily="34" charset="0"/>
                        <a:cs typeface="Times New Roman" panose="02020603050405020304" pitchFamily="18" charset="0"/>
                      </a:endParaRPr>
                    </a:p>
                  </a:txBody>
                  <a:tcPr marL="66053" marR="66053" marT="0" marB="0" anchor="ctr"/>
                </a:tc>
                <a:tc>
                  <a:txBody>
                    <a:bodyPr/>
                    <a:lstStyle/>
                    <a:p>
                      <a:pPr>
                        <a:lnSpc>
                          <a:spcPct val="107000"/>
                        </a:lnSpc>
                        <a:spcAft>
                          <a:spcPts val="0"/>
                        </a:spcAft>
                      </a:pPr>
                      <a:r>
                        <a:rPr lang="en-US" sz="2000" dirty="0" err="1">
                          <a:effectLst/>
                          <a:latin typeface="Rockwell" panose="02060603020205020403" pitchFamily="18" charset="0"/>
                        </a:rPr>
                        <a:t>Webshell</a:t>
                      </a:r>
                      <a:r>
                        <a:rPr lang="en-US" sz="2000" dirty="0">
                          <a:effectLst/>
                          <a:latin typeface="Rockwell" panose="02060603020205020403" pitchFamily="18" charset="0"/>
                        </a:rPr>
                        <a:t> </a:t>
                      </a:r>
                      <a:r>
                        <a:rPr lang="en-US" sz="2000" dirty="0" err="1">
                          <a:effectLst/>
                          <a:latin typeface="Rockwell" panose="02060603020205020403" pitchFamily="18" charset="0"/>
                        </a:rPr>
                        <a:t>C99</a:t>
                      </a:r>
                      <a:r>
                        <a:rPr lang="en-US" sz="2000" dirty="0">
                          <a:effectLst/>
                          <a:latin typeface="Rockwell" panose="02060603020205020403" pitchFamily="18" charset="0"/>
                        </a:rPr>
                        <a:t>, </a:t>
                      </a:r>
                      <a:r>
                        <a:rPr lang="en-US" sz="2000" dirty="0" err="1">
                          <a:effectLst/>
                          <a:latin typeface="Rockwell" panose="02060603020205020403" pitchFamily="18" charset="0"/>
                        </a:rPr>
                        <a:t>R57</a:t>
                      </a:r>
                      <a:r>
                        <a:rPr lang="en-US" sz="2000" dirty="0">
                          <a:effectLst/>
                          <a:latin typeface="Rockwell" panose="02060603020205020403" pitchFamily="18" charset="0"/>
                        </a:rPr>
                        <a:t> </a:t>
                      </a:r>
                      <a:r>
                        <a:rPr lang="en-US" sz="2000" dirty="0" err="1">
                          <a:effectLst/>
                          <a:latin typeface="Rockwell" panose="02060603020205020403" pitchFamily="18" charset="0"/>
                        </a:rPr>
                        <a:t>cài</a:t>
                      </a:r>
                      <a:r>
                        <a:rPr lang="en-US" sz="2000" dirty="0">
                          <a:effectLst/>
                          <a:latin typeface="Rockwell" panose="02060603020205020403" pitchFamily="18" charset="0"/>
                        </a:rPr>
                        <a:t> </a:t>
                      </a:r>
                      <a:r>
                        <a:rPr lang="en-US" sz="2000" dirty="0" err="1">
                          <a:effectLst/>
                          <a:latin typeface="Rockwell" panose="02060603020205020403" pitchFamily="18" charset="0"/>
                        </a:rPr>
                        <a:t>trên</a:t>
                      </a:r>
                      <a:r>
                        <a:rPr lang="en-US" sz="2000" dirty="0">
                          <a:effectLst/>
                          <a:latin typeface="Rockwell" panose="02060603020205020403" pitchFamily="18" charset="0"/>
                        </a:rPr>
                        <a:t> server</a:t>
                      </a:r>
                      <a:endParaRPr lang="en-US" sz="2000" dirty="0">
                        <a:effectLst/>
                        <a:latin typeface="Rockwell" panose="02060603020205020403" pitchFamily="18" charset="0"/>
                        <a:ea typeface="Calibri" panose="020F0502020204030204" pitchFamily="34" charset="0"/>
                        <a:cs typeface="Times New Roman" panose="02020603050405020304" pitchFamily="18" charset="0"/>
                      </a:endParaRPr>
                    </a:p>
                  </a:txBody>
                  <a:tcPr marL="66053" marR="66053" marT="0" marB="0" anchor="ctr"/>
                </a:tc>
                <a:tc>
                  <a:txBody>
                    <a:bodyPr/>
                    <a:lstStyle/>
                    <a:p>
                      <a:pPr>
                        <a:lnSpc>
                          <a:spcPct val="107000"/>
                        </a:lnSpc>
                        <a:spcAft>
                          <a:spcPts val="0"/>
                        </a:spcAft>
                      </a:pPr>
                      <a:r>
                        <a:rPr lang="en-US" sz="2000" dirty="0">
                          <a:effectLst/>
                          <a:latin typeface="Rockwell" panose="02060603020205020403" pitchFamily="18" charset="0"/>
                        </a:rPr>
                        <a:t>Hacker </a:t>
                      </a:r>
                      <a:r>
                        <a:rPr lang="en-US" sz="2000" dirty="0" err="1">
                          <a:effectLst/>
                          <a:latin typeface="Rockwell" panose="02060603020205020403" pitchFamily="18" charset="0"/>
                        </a:rPr>
                        <a:t>duy</a:t>
                      </a:r>
                      <a:r>
                        <a:rPr lang="en-US" sz="2000" dirty="0">
                          <a:effectLst/>
                          <a:latin typeface="Rockwell" panose="02060603020205020403" pitchFamily="18" charset="0"/>
                        </a:rPr>
                        <a:t> </a:t>
                      </a:r>
                      <a:r>
                        <a:rPr lang="en-US" sz="2000" dirty="0" err="1">
                          <a:effectLst/>
                          <a:latin typeface="Rockwell" panose="02060603020205020403" pitchFamily="18" charset="0"/>
                        </a:rPr>
                        <a:t>trì</a:t>
                      </a:r>
                      <a:r>
                        <a:rPr lang="en-US" sz="2000" dirty="0">
                          <a:effectLst/>
                          <a:latin typeface="Rockwell" panose="02060603020205020403" pitchFamily="18" charset="0"/>
                        </a:rPr>
                        <a:t> </a:t>
                      </a:r>
                      <a:r>
                        <a:rPr lang="en-US" sz="2000" dirty="0" err="1">
                          <a:effectLst/>
                          <a:latin typeface="Rockwell" panose="02060603020205020403" pitchFamily="18" charset="0"/>
                        </a:rPr>
                        <a:t>truy</a:t>
                      </a:r>
                      <a:r>
                        <a:rPr lang="en-US" sz="2000" dirty="0">
                          <a:effectLst/>
                          <a:latin typeface="Rockwell" panose="02060603020205020403" pitchFamily="18" charset="0"/>
                        </a:rPr>
                        <a:t> </a:t>
                      </a:r>
                      <a:r>
                        <a:rPr lang="en-US" sz="2000" dirty="0" err="1">
                          <a:effectLst/>
                          <a:latin typeface="Rockwell" panose="02060603020205020403" pitchFamily="18" charset="0"/>
                        </a:rPr>
                        <a:t>cập</a:t>
                      </a:r>
                      <a:r>
                        <a:rPr lang="en-US" sz="2000" dirty="0">
                          <a:effectLst/>
                          <a:latin typeface="Rockwell" panose="02060603020205020403" pitchFamily="18" charset="0"/>
                        </a:rPr>
                        <a:t>, </a:t>
                      </a:r>
                      <a:r>
                        <a:rPr lang="en-US" sz="2000" dirty="0" err="1">
                          <a:effectLst/>
                          <a:latin typeface="Rockwell" panose="02060603020205020403" pitchFamily="18" charset="0"/>
                        </a:rPr>
                        <a:t>đánh</a:t>
                      </a:r>
                      <a:r>
                        <a:rPr lang="en-US" sz="2000" dirty="0">
                          <a:effectLst/>
                          <a:latin typeface="Rockwell" panose="02060603020205020403" pitchFamily="18" charset="0"/>
                        </a:rPr>
                        <a:t> </a:t>
                      </a:r>
                      <a:r>
                        <a:rPr lang="en-US" sz="2000" dirty="0" err="1">
                          <a:effectLst/>
                          <a:latin typeface="Rockwell" panose="02060603020205020403" pitchFamily="18" charset="0"/>
                        </a:rPr>
                        <a:t>cắp</a:t>
                      </a:r>
                      <a:r>
                        <a:rPr lang="en-US" sz="2000" dirty="0">
                          <a:effectLst/>
                          <a:latin typeface="Rockwell" panose="02060603020205020403" pitchFamily="18" charset="0"/>
                        </a:rPr>
                        <a:t> </a:t>
                      </a:r>
                      <a:r>
                        <a:rPr lang="en-US" sz="2000" dirty="0" err="1">
                          <a:effectLst/>
                          <a:latin typeface="Rockwell" panose="02060603020205020403" pitchFamily="18" charset="0"/>
                        </a:rPr>
                        <a:t>dữ</a:t>
                      </a:r>
                      <a:r>
                        <a:rPr lang="en-US" sz="2000" dirty="0">
                          <a:effectLst/>
                          <a:latin typeface="Rockwell" panose="02060603020205020403" pitchFamily="18" charset="0"/>
                        </a:rPr>
                        <a:t> </a:t>
                      </a:r>
                      <a:r>
                        <a:rPr lang="en-US" sz="2000" dirty="0" err="1">
                          <a:effectLst/>
                          <a:latin typeface="Rockwell" panose="02060603020205020403" pitchFamily="18" charset="0"/>
                        </a:rPr>
                        <a:t>liệu</a:t>
                      </a:r>
                      <a:endParaRPr lang="en-US" sz="2000" dirty="0">
                        <a:effectLst/>
                        <a:latin typeface="Rockwell" panose="02060603020205020403" pitchFamily="18" charset="0"/>
                        <a:ea typeface="Calibri" panose="020F0502020204030204" pitchFamily="34" charset="0"/>
                        <a:cs typeface="Times New Roman" panose="02020603050405020304" pitchFamily="18" charset="0"/>
                      </a:endParaRPr>
                    </a:p>
                  </a:txBody>
                  <a:tcPr marL="66053" marR="66053" marT="0" marB="0" anchor="ctr"/>
                </a:tc>
                <a:extLst>
                  <a:ext uri="{0D108BD9-81ED-4DB2-BD59-A6C34878D82A}">
                    <a16:rowId xmlns:a16="http://schemas.microsoft.com/office/drawing/2014/main" val="2248471854"/>
                  </a:ext>
                </a:extLst>
              </a:tr>
            </a:tbl>
          </a:graphicData>
        </a:graphic>
      </p:graphicFrame>
    </p:spTree>
    <p:extLst>
      <p:ext uri="{BB962C8B-B14F-4D97-AF65-F5344CB8AC3E}">
        <p14:creationId xmlns:p14="http://schemas.microsoft.com/office/powerpoint/2010/main" val="3835075023"/>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385246" y="584397"/>
            <a:ext cx="10242645" cy="422603"/>
          </a:xfrm>
        </p:spPr>
        <p:txBody>
          <a:bodyPr/>
          <a:lstStyle/>
          <a:p>
            <a:r>
              <a:rPr lang="en-US" sz="2800" b="1" dirty="0" smtClean="0">
                <a:solidFill>
                  <a:srgbClr val="0000CC"/>
                </a:solidFill>
                <a:latin typeface="Rockwell" panose="02060603020205020403" pitchFamily="18" charset="0"/>
              </a:rPr>
              <a:t>3.1.7. </a:t>
            </a:r>
            <a:r>
              <a:rPr lang="en-US" sz="2800" b="1" dirty="0" err="1" smtClean="0">
                <a:solidFill>
                  <a:srgbClr val="0000CC"/>
                </a:solidFill>
                <a:latin typeface="Rockwell" panose="02060603020205020403" pitchFamily="18" charset="0"/>
              </a:rPr>
              <a:t>Thảo</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luận</a:t>
            </a:r>
            <a:endParaRPr lang="en-US" sz="2800" b="1" dirty="0">
              <a:solidFill>
                <a:srgbClr val="0000CC"/>
              </a:solidFill>
              <a:latin typeface="Rockwell" panose="020606030202050204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385246" y="1007000"/>
            <a:ext cx="10065225" cy="4382729"/>
          </a:xfrm>
        </p:spPr>
        <p:txBody>
          <a:bodyPr/>
          <a:lstStyle/>
          <a:p>
            <a:pPr marL="0" indent="0">
              <a:buNone/>
            </a:pPr>
            <a:r>
              <a:rPr lang="en-US" b="1" dirty="0" err="1" smtClean="0">
                <a:solidFill>
                  <a:srgbClr val="0000CC"/>
                </a:solidFill>
                <a:latin typeface="Rockwell" panose="02060603020205020403" pitchFamily="18" charset="0"/>
                <a:ea typeface="+mj-ea"/>
                <a:cs typeface="+mj-cs"/>
              </a:rPr>
              <a:t>Câu</a:t>
            </a:r>
            <a:r>
              <a:rPr lang="en-US" b="1" dirty="0" smtClean="0">
                <a:solidFill>
                  <a:srgbClr val="0000CC"/>
                </a:solidFill>
                <a:latin typeface="Rockwell" panose="02060603020205020403" pitchFamily="18" charset="0"/>
                <a:ea typeface="+mj-ea"/>
                <a:cs typeface="+mj-cs"/>
              </a:rPr>
              <a:t> </a:t>
            </a:r>
            <a:r>
              <a:rPr lang="en-US" b="1" dirty="0" err="1" smtClean="0">
                <a:solidFill>
                  <a:srgbClr val="0000CC"/>
                </a:solidFill>
                <a:latin typeface="Rockwell" panose="02060603020205020403" pitchFamily="18" charset="0"/>
                <a:ea typeface="+mj-ea"/>
                <a:cs typeface="+mj-cs"/>
              </a:rPr>
              <a:t>hỏi</a:t>
            </a:r>
            <a:r>
              <a:rPr lang="en-US" b="1" dirty="0" smtClean="0">
                <a:solidFill>
                  <a:srgbClr val="0000CC"/>
                </a:solidFill>
                <a:latin typeface="Rockwell" panose="02060603020205020403" pitchFamily="18" charset="0"/>
                <a:ea typeface="+mj-ea"/>
                <a:cs typeface="+mj-cs"/>
              </a:rPr>
              <a:t> </a:t>
            </a:r>
            <a:r>
              <a:rPr lang="en-US" b="1" dirty="0" err="1" smtClean="0">
                <a:solidFill>
                  <a:srgbClr val="0000CC"/>
                </a:solidFill>
                <a:latin typeface="Rockwell" panose="02060603020205020403" pitchFamily="18" charset="0"/>
                <a:ea typeface="+mj-ea"/>
                <a:cs typeface="+mj-cs"/>
              </a:rPr>
              <a:t>thảo</a:t>
            </a:r>
            <a:r>
              <a:rPr lang="en-US" b="1" dirty="0" smtClean="0">
                <a:solidFill>
                  <a:srgbClr val="0000CC"/>
                </a:solidFill>
                <a:latin typeface="Rockwell" panose="02060603020205020403" pitchFamily="18" charset="0"/>
                <a:ea typeface="+mj-ea"/>
                <a:cs typeface="+mj-cs"/>
              </a:rPr>
              <a:t> </a:t>
            </a:r>
            <a:r>
              <a:rPr lang="en-US" b="1" dirty="0" err="1" smtClean="0">
                <a:solidFill>
                  <a:srgbClr val="0000CC"/>
                </a:solidFill>
                <a:latin typeface="Rockwell" panose="02060603020205020403" pitchFamily="18" charset="0"/>
                <a:ea typeface="+mj-ea"/>
                <a:cs typeface="+mj-cs"/>
              </a:rPr>
              <a:t>luận</a:t>
            </a:r>
            <a:r>
              <a:rPr lang="en-US" b="1" dirty="0" smtClean="0">
                <a:solidFill>
                  <a:srgbClr val="0000CC"/>
                </a:solidFill>
                <a:latin typeface="Rockwell" panose="02060603020205020403" pitchFamily="18" charset="0"/>
                <a:ea typeface="+mj-ea"/>
                <a:cs typeface="+mj-cs"/>
              </a:rPr>
              <a:t>:</a:t>
            </a:r>
          </a:p>
          <a:p>
            <a:pPr marL="457200" indent="-457200">
              <a:buFont typeface="+mj-lt"/>
              <a:buAutoNum type="arabicPeriod"/>
            </a:pPr>
            <a:r>
              <a:rPr lang="vi-VN" dirty="0">
                <a:solidFill>
                  <a:srgbClr val="0000CC"/>
                </a:solidFill>
                <a:latin typeface="Rockwell" panose="02060603020205020403" pitchFamily="18" charset="0"/>
                <a:ea typeface="+mj-ea"/>
                <a:cs typeface="+mj-cs"/>
              </a:rPr>
              <a:t>Nếu phát hiện website của bạn có lỗ hổng SQL Injection, </a:t>
            </a:r>
            <a:r>
              <a:rPr lang="en-US" dirty="0" err="1" smtClean="0">
                <a:solidFill>
                  <a:srgbClr val="0000CC"/>
                </a:solidFill>
                <a:latin typeface="Rockwell" panose="02060603020205020403" pitchFamily="18" charset="0"/>
                <a:ea typeface="+mj-ea"/>
                <a:cs typeface="+mj-cs"/>
              </a:rPr>
              <a:t>SV</a:t>
            </a:r>
            <a:r>
              <a:rPr lang="vi-VN" dirty="0" smtClean="0">
                <a:solidFill>
                  <a:srgbClr val="0000CC"/>
                </a:solidFill>
                <a:latin typeface="Rockwell" panose="02060603020205020403" pitchFamily="18" charset="0"/>
                <a:ea typeface="+mj-ea"/>
                <a:cs typeface="+mj-cs"/>
              </a:rPr>
              <a:t> </a:t>
            </a:r>
            <a:r>
              <a:rPr lang="vi-VN" dirty="0">
                <a:solidFill>
                  <a:srgbClr val="0000CC"/>
                </a:solidFill>
                <a:latin typeface="Rockwell" panose="02060603020205020403" pitchFamily="18" charset="0"/>
                <a:ea typeface="+mj-ea"/>
                <a:cs typeface="+mj-cs"/>
              </a:rPr>
              <a:t>sẽ xử lý theo thứ tự ưu tiên như thế nào?</a:t>
            </a:r>
          </a:p>
          <a:p>
            <a:pPr marL="457200" indent="-457200">
              <a:buFont typeface="+mj-lt"/>
              <a:buAutoNum type="arabicPeriod"/>
            </a:pPr>
            <a:r>
              <a:rPr lang="vi-VN" dirty="0" smtClean="0">
                <a:solidFill>
                  <a:srgbClr val="0000CC"/>
                </a:solidFill>
                <a:latin typeface="Rockwell" panose="02060603020205020403" pitchFamily="18" charset="0"/>
                <a:ea typeface="+mj-ea"/>
                <a:cs typeface="+mj-cs"/>
              </a:rPr>
              <a:t>Trong </a:t>
            </a:r>
            <a:r>
              <a:rPr lang="vi-VN" dirty="0">
                <a:solidFill>
                  <a:srgbClr val="0000CC"/>
                </a:solidFill>
                <a:latin typeface="Rockwell" panose="02060603020205020403" pitchFamily="18" charset="0"/>
                <a:ea typeface="+mj-ea"/>
                <a:cs typeface="+mj-cs"/>
              </a:rPr>
              <a:t>các kỹ thuật tấn công: XSS, CSRF, Brute Force, Session Hijacking – theo </a:t>
            </a:r>
            <a:r>
              <a:rPr lang="en-US" dirty="0" err="1" smtClean="0">
                <a:solidFill>
                  <a:srgbClr val="0000CC"/>
                </a:solidFill>
                <a:latin typeface="Rockwell" panose="02060603020205020403" pitchFamily="18" charset="0"/>
                <a:ea typeface="+mj-ea"/>
                <a:cs typeface="+mj-cs"/>
              </a:rPr>
              <a:t>SV</a:t>
            </a:r>
            <a:r>
              <a:rPr lang="vi-VN" dirty="0" smtClean="0">
                <a:solidFill>
                  <a:srgbClr val="0000CC"/>
                </a:solidFill>
                <a:latin typeface="Rockwell" panose="02060603020205020403" pitchFamily="18" charset="0"/>
                <a:ea typeface="+mj-ea"/>
                <a:cs typeface="+mj-cs"/>
              </a:rPr>
              <a:t>, </a:t>
            </a:r>
            <a:r>
              <a:rPr lang="vi-VN" dirty="0">
                <a:solidFill>
                  <a:srgbClr val="0000CC"/>
                </a:solidFill>
                <a:latin typeface="Rockwell" panose="02060603020205020403" pitchFamily="18" charset="0"/>
                <a:ea typeface="+mj-ea"/>
                <a:cs typeface="+mj-cs"/>
              </a:rPr>
              <a:t>kỹ thuật nào nguy hiểm nhất với E-Commerce và vì sao?</a:t>
            </a:r>
          </a:p>
          <a:p>
            <a:pPr marL="457200" indent="-457200">
              <a:buFont typeface="+mj-lt"/>
              <a:buAutoNum type="arabicPeriod"/>
            </a:pPr>
            <a:r>
              <a:rPr lang="vi-VN" dirty="0" smtClean="0">
                <a:solidFill>
                  <a:srgbClr val="0000CC"/>
                </a:solidFill>
                <a:latin typeface="Rockwell" panose="02060603020205020403" pitchFamily="18" charset="0"/>
                <a:ea typeface="+mj-ea"/>
                <a:cs typeface="+mj-cs"/>
              </a:rPr>
              <a:t>Giữa </a:t>
            </a:r>
            <a:r>
              <a:rPr lang="vi-VN" dirty="0">
                <a:solidFill>
                  <a:srgbClr val="0000CC"/>
                </a:solidFill>
                <a:latin typeface="Rockwell" panose="02060603020205020403" pitchFamily="18" charset="0"/>
                <a:ea typeface="+mj-ea"/>
                <a:cs typeface="+mj-cs"/>
              </a:rPr>
              <a:t>biện pháp kỹ thuật (WAF, mã hóa, xác thực mạnh) và biện pháp quản trị (chính sách, đào tạo nhân viên, DevSecOps), yếu tố nào quan trọng hơn để bảo mật ứng dụng web?</a:t>
            </a:r>
          </a:p>
          <a:p>
            <a:pPr marL="457200" indent="-457200">
              <a:buFont typeface="+mj-lt"/>
              <a:buAutoNum type="arabicPeriod"/>
            </a:pPr>
            <a:r>
              <a:rPr lang="en-US" dirty="0" err="1" smtClean="0">
                <a:solidFill>
                  <a:srgbClr val="0000CC"/>
                </a:solidFill>
                <a:latin typeface="Rockwell" panose="02060603020205020403" pitchFamily="18" charset="0"/>
                <a:ea typeface="+mj-ea"/>
                <a:cs typeface="+mj-cs"/>
              </a:rPr>
              <a:t>SV</a:t>
            </a:r>
            <a:r>
              <a:rPr lang="vi-VN" dirty="0" smtClean="0">
                <a:solidFill>
                  <a:srgbClr val="0000CC"/>
                </a:solidFill>
                <a:latin typeface="Rockwell" panose="02060603020205020403" pitchFamily="18" charset="0"/>
                <a:ea typeface="+mj-ea"/>
                <a:cs typeface="+mj-cs"/>
              </a:rPr>
              <a:t> </a:t>
            </a:r>
            <a:r>
              <a:rPr lang="vi-VN" dirty="0">
                <a:solidFill>
                  <a:srgbClr val="0000CC"/>
                </a:solidFill>
                <a:latin typeface="Rockwell" panose="02060603020205020403" pitchFamily="18" charset="0"/>
                <a:ea typeface="+mj-ea"/>
                <a:cs typeface="+mj-cs"/>
              </a:rPr>
              <a:t>nghĩ vì sao nhiều doanh nghiệp nhỏ thường bỏ qua việc Penetration Testing định kỳ, và hậu quả thực tế có thể là gì?</a:t>
            </a:r>
          </a:p>
          <a:p>
            <a:pPr marL="457200" indent="-457200">
              <a:buFont typeface="+mj-lt"/>
              <a:buAutoNum type="arabicPeriod"/>
            </a:pPr>
            <a:r>
              <a:rPr lang="vi-VN" dirty="0" smtClean="0">
                <a:solidFill>
                  <a:srgbClr val="0000CC"/>
                </a:solidFill>
                <a:latin typeface="Rockwell" panose="02060603020205020403" pitchFamily="18" charset="0"/>
                <a:ea typeface="+mj-ea"/>
                <a:cs typeface="+mj-cs"/>
              </a:rPr>
              <a:t>Nếu </a:t>
            </a:r>
            <a:r>
              <a:rPr lang="vi-VN" dirty="0">
                <a:solidFill>
                  <a:srgbClr val="0000CC"/>
                </a:solidFill>
                <a:latin typeface="Rockwell" panose="02060603020205020403" pitchFamily="18" charset="0"/>
                <a:ea typeface="+mj-ea"/>
                <a:cs typeface="+mj-cs"/>
              </a:rPr>
              <a:t>một Web server bị tấn công DDoS làm gián đoạn dịch vụ, </a:t>
            </a:r>
            <a:r>
              <a:rPr lang="en-US" dirty="0" err="1" smtClean="0">
                <a:solidFill>
                  <a:srgbClr val="0000CC"/>
                </a:solidFill>
                <a:latin typeface="Rockwell" panose="02060603020205020403" pitchFamily="18" charset="0"/>
                <a:ea typeface="+mj-ea"/>
                <a:cs typeface="+mj-cs"/>
              </a:rPr>
              <a:t>SV</a:t>
            </a:r>
            <a:r>
              <a:rPr lang="vi-VN" dirty="0" smtClean="0">
                <a:solidFill>
                  <a:srgbClr val="0000CC"/>
                </a:solidFill>
                <a:latin typeface="Rockwell" panose="02060603020205020403" pitchFamily="18" charset="0"/>
                <a:ea typeface="+mj-ea"/>
                <a:cs typeface="+mj-cs"/>
              </a:rPr>
              <a:t> </a:t>
            </a:r>
            <a:r>
              <a:rPr lang="vi-VN" dirty="0">
                <a:solidFill>
                  <a:srgbClr val="0000CC"/>
                </a:solidFill>
                <a:latin typeface="Rockwell" panose="02060603020205020403" pitchFamily="18" charset="0"/>
                <a:ea typeface="+mj-ea"/>
                <a:cs typeface="+mj-cs"/>
              </a:rPr>
              <a:t>sẽ áp dụng giải pháp phòng thủ nào trước mắt và lâu dài?</a:t>
            </a:r>
            <a:r>
              <a:rPr lang="en-US" dirty="0" smtClean="0">
                <a:solidFill>
                  <a:srgbClr val="0000CC"/>
                </a:solidFill>
                <a:latin typeface="Rockwell" panose="02060603020205020403" pitchFamily="18" charset="0"/>
                <a:ea typeface="+mj-ea"/>
                <a:cs typeface="+mj-cs"/>
              </a:rPr>
              <a:t> </a:t>
            </a:r>
            <a:endParaRPr lang="vi-VN" dirty="0">
              <a:solidFill>
                <a:srgbClr val="0000CC"/>
              </a:solidFill>
              <a:latin typeface="Rockwell" panose="02060603020205020403" pitchFamily="18" charset="0"/>
              <a:ea typeface="+mj-ea"/>
              <a:cs typeface="+mj-cs"/>
            </a:endParaRPr>
          </a:p>
          <a:p>
            <a:endParaRPr lang="en-US" dirty="0"/>
          </a:p>
        </p:txBody>
      </p:sp>
    </p:spTree>
    <p:extLst>
      <p:ext uri="{BB962C8B-B14F-4D97-AF65-F5344CB8AC3E}">
        <p14:creationId xmlns:p14="http://schemas.microsoft.com/office/powerpoint/2010/main" val="1977410991"/>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385246" y="584397"/>
            <a:ext cx="10242645" cy="422603"/>
          </a:xfrm>
        </p:spPr>
        <p:txBody>
          <a:bodyPr/>
          <a:lstStyle/>
          <a:p>
            <a:r>
              <a:rPr lang="en-US" sz="2800" b="1" dirty="0" smtClean="0">
                <a:solidFill>
                  <a:srgbClr val="0000CC"/>
                </a:solidFill>
                <a:latin typeface="Rockwell" panose="02060603020205020403" pitchFamily="18" charset="0"/>
              </a:rPr>
              <a:t>3.1.7. </a:t>
            </a:r>
            <a:r>
              <a:rPr lang="en-US" sz="2800" b="1" dirty="0" err="1" smtClean="0">
                <a:solidFill>
                  <a:srgbClr val="0000CC"/>
                </a:solidFill>
                <a:latin typeface="Rockwell" panose="02060603020205020403" pitchFamily="18" charset="0"/>
              </a:rPr>
              <a:t>Thảo</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luận</a:t>
            </a:r>
            <a:endParaRPr lang="en-US" sz="2800" b="1" dirty="0">
              <a:solidFill>
                <a:srgbClr val="0000CC"/>
              </a:solidFill>
              <a:latin typeface="Rockwell" panose="020606030202050204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385246" y="1007000"/>
            <a:ext cx="10065225" cy="4382729"/>
          </a:xfrm>
        </p:spPr>
        <p:txBody>
          <a:bodyPr/>
          <a:lstStyle/>
          <a:p>
            <a:pPr marL="0" indent="0">
              <a:spcBef>
                <a:spcPts val="600"/>
              </a:spcBef>
              <a:spcAft>
                <a:spcPts val="600"/>
              </a:spcAft>
              <a:buNone/>
            </a:pPr>
            <a:r>
              <a:rPr lang="en-US" b="1" dirty="0" err="1" smtClean="0">
                <a:solidFill>
                  <a:srgbClr val="0000CC"/>
                </a:solidFill>
                <a:latin typeface="Rockwell" panose="02060603020205020403" pitchFamily="18" charset="0"/>
                <a:ea typeface="+mj-ea"/>
                <a:cs typeface="+mj-cs"/>
              </a:rPr>
              <a:t>Trả</a:t>
            </a:r>
            <a:r>
              <a:rPr lang="en-US" b="1" dirty="0" smtClean="0">
                <a:solidFill>
                  <a:srgbClr val="0000CC"/>
                </a:solidFill>
                <a:latin typeface="Rockwell" panose="02060603020205020403" pitchFamily="18" charset="0"/>
                <a:ea typeface="+mj-ea"/>
                <a:cs typeface="+mj-cs"/>
              </a:rPr>
              <a:t> </a:t>
            </a:r>
            <a:r>
              <a:rPr lang="en-US" b="1" dirty="0" err="1" smtClean="0">
                <a:solidFill>
                  <a:srgbClr val="0000CC"/>
                </a:solidFill>
                <a:latin typeface="Rockwell" panose="02060603020205020403" pitchFamily="18" charset="0"/>
                <a:ea typeface="+mj-ea"/>
                <a:cs typeface="+mj-cs"/>
              </a:rPr>
              <a:t>lời</a:t>
            </a:r>
            <a:r>
              <a:rPr lang="en-US" b="1" dirty="0" smtClean="0">
                <a:solidFill>
                  <a:srgbClr val="0000CC"/>
                </a:solidFill>
                <a:latin typeface="Rockwell" panose="02060603020205020403" pitchFamily="18" charset="0"/>
                <a:ea typeface="+mj-ea"/>
                <a:cs typeface="+mj-cs"/>
              </a:rPr>
              <a:t>:</a:t>
            </a:r>
          </a:p>
          <a:p>
            <a:pPr marL="0" indent="0">
              <a:spcBef>
                <a:spcPts val="600"/>
              </a:spcBef>
              <a:spcAft>
                <a:spcPts val="600"/>
              </a:spcAft>
              <a:buNone/>
            </a:pPr>
            <a:r>
              <a:rPr lang="vi-VN" dirty="0">
                <a:solidFill>
                  <a:srgbClr val="0000CC"/>
                </a:solidFill>
                <a:latin typeface="Rockwell" panose="02060603020205020403" pitchFamily="18" charset="0"/>
                <a:ea typeface="+mj-ea"/>
                <a:cs typeface="+mj-cs"/>
              </a:rPr>
              <a:t>1. Nếu phát hiện website có lỗ hổng SQL Injection, xử lý theo thứ tự ưu tiên thế nào?</a:t>
            </a:r>
          </a:p>
          <a:p>
            <a:pPr marL="0" indent="0">
              <a:spcBef>
                <a:spcPts val="600"/>
              </a:spcBef>
              <a:spcAft>
                <a:spcPts val="600"/>
              </a:spcAft>
              <a:buNone/>
            </a:pPr>
            <a:r>
              <a:rPr lang="en-US" dirty="0">
                <a:solidFill>
                  <a:srgbClr val="0000CC"/>
                </a:solidFill>
                <a:latin typeface="Rockwell" panose="02060603020205020403" pitchFamily="18" charset="0"/>
                <a:ea typeface="+mj-ea"/>
                <a:cs typeface="+mj-cs"/>
              </a:rPr>
              <a:t>G</a:t>
            </a:r>
            <a:r>
              <a:rPr lang="vi-VN" dirty="0" smtClean="0">
                <a:solidFill>
                  <a:srgbClr val="0000CC"/>
                </a:solidFill>
                <a:latin typeface="Rockwell" panose="02060603020205020403" pitchFamily="18" charset="0"/>
                <a:ea typeface="+mj-ea"/>
                <a:cs typeface="+mj-cs"/>
              </a:rPr>
              <a:t>ợi </a:t>
            </a:r>
            <a:r>
              <a:rPr lang="vi-VN" dirty="0">
                <a:solidFill>
                  <a:srgbClr val="0000CC"/>
                </a:solidFill>
                <a:latin typeface="Rockwell" panose="02060603020205020403" pitchFamily="18" charset="0"/>
                <a:ea typeface="+mj-ea"/>
                <a:cs typeface="+mj-cs"/>
              </a:rPr>
              <a:t>ý:</a:t>
            </a:r>
          </a:p>
          <a:p>
            <a:pPr>
              <a:spcBef>
                <a:spcPts val="600"/>
              </a:spcBef>
              <a:spcAft>
                <a:spcPts val="600"/>
              </a:spcAft>
            </a:pPr>
            <a:r>
              <a:rPr lang="vi-VN" dirty="0">
                <a:solidFill>
                  <a:srgbClr val="0000CC"/>
                </a:solidFill>
                <a:latin typeface="Rockwell" panose="02060603020205020403" pitchFamily="18" charset="0"/>
                <a:ea typeface="+mj-ea"/>
                <a:cs typeface="+mj-cs"/>
              </a:rPr>
              <a:t>Ngắt kết nối hoặc tạm ngưng dịch vụ bị ảnh hưởng.</a:t>
            </a:r>
          </a:p>
          <a:p>
            <a:pPr>
              <a:spcBef>
                <a:spcPts val="600"/>
              </a:spcBef>
              <a:spcAft>
                <a:spcPts val="600"/>
              </a:spcAft>
            </a:pPr>
            <a:r>
              <a:rPr lang="vi-VN" dirty="0">
                <a:solidFill>
                  <a:srgbClr val="0000CC"/>
                </a:solidFill>
                <a:latin typeface="Rockwell" panose="02060603020205020403" pitchFamily="18" charset="0"/>
                <a:ea typeface="+mj-ea"/>
                <a:cs typeface="+mj-cs"/>
              </a:rPr>
              <a:t>Vá lỗi ngay (sử dụng Prepared Statement, ORM).</a:t>
            </a:r>
          </a:p>
          <a:p>
            <a:pPr>
              <a:spcBef>
                <a:spcPts val="600"/>
              </a:spcBef>
              <a:spcAft>
                <a:spcPts val="600"/>
              </a:spcAft>
            </a:pPr>
            <a:r>
              <a:rPr lang="vi-VN" dirty="0">
                <a:solidFill>
                  <a:srgbClr val="0000CC"/>
                </a:solidFill>
                <a:latin typeface="Rockwell" panose="02060603020205020403" pitchFamily="18" charset="0"/>
                <a:ea typeface="+mj-ea"/>
                <a:cs typeface="+mj-cs"/>
              </a:rPr>
              <a:t>Kiểm tra log để phát hiện truy cập bất thường.</a:t>
            </a:r>
          </a:p>
          <a:p>
            <a:pPr>
              <a:spcBef>
                <a:spcPts val="600"/>
              </a:spcBef>
              <a:spcAft>
                <a:spcPts val="600"/>
              </a:spcAft>
            </a:pPr>
            <a:r>
              <a:rPr lang="vi-VN" dirty="0">
                <a:solidFill>
                  <a:srgbClr val="0000CC"/>
                </a:solidFill>
                <a:latin typeface="Rockwell" panose="02060603020205020403" pitchFamily="18" charset="0"/>
                <a:ea typeface="+mj-ea"/>
                <a:cs typeface="+mj-cs"/>
              </a:rPr>
              <a:t>Kiểm thử lại toàn bộ hệ thống trước khi khôi phục.</a:t>
            </a:r>
            <a:endParaRPr lang="en-US" dirty="0">
              <a:solidFill>
                <a:srgbClr val="0000CC"/>
              </a:solidFill>
              <a:latin typeface="Rockwell" panose="02060603020205020403" pitchFamily="18" charset="0"/>
              <a:ea typeface="+mj-ea"/>
              <a:cs typeface="+mj-cs"/>
            </a:endParaRPr>
          </a:p>
        </p:txBody>
      </p:sp>
    </p:spTree>
    <p:extLst>
      <p:ext uri="{BB962C8B-B14F-4D97-AF65-F5344CB8AC3E}">
        <p14:creationId xmlns:p14="http://schemas.microsoft.com/office/powerpoint/2010/main" val="1004722534"/>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385246" y="584397"/>
            <a:ext cx="10242645" cy="422603"/>
          </a:xfrm>
        </p:spPr>
        <p:txBody>
          <a:bodyPr/>
          <a:lstStyle/>
          <a:p>
            <a:r>
              <a:rPr lang="en-US" sz="2800" b="1" dirty="0" smtClean="0">
                <a:solidFill>
                  <a:srgbClr val="0000CC"/>
                </a:solidFill>
                <a:latin typeface="Rockwell" panose="02060603020205020403" pitchFamily="18" charset="0"/>
              </a:rPr>
              <a:t>3.1.7. </a:t>
            </a:r>
            <a:r>
              <a:rPr lang="en-US" sz="2800" b="1" dirty="0" err="1" smtClean="0">
                <a:solidFill>
                  <a:srgbClr val="0000CC"/>
                </a:solidFill>
                <a:latin typeface="Rockwell" panose="02060603020205020403" pitchFamily="18" charset="0"/>
              </a:rPr>
              <a:t>Thảo</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luận</a:t>
            </a:r>
            <a:endParaRPr lang="en-US" sz="2800" b="1" dirty="0">
              <a:solidFill>
                <a:srgbClr val="0000CC"/>
              </a:solidFill>
              <a:latin typeface="Rockwell" panose="020606030202050204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385246" y="1007000"/>
            <a:ext cx="10065225" cy="4382729"/>
          </a:xfrm>
        </p:spPr>
        <p:txBody>
          <a:bodyPr/>
          <a:lstStyle/>
          <a:p>
            <a:pPr marL="0" indent="0">
              <a:spcBef>
                <a:spcPts val="600"/>
              </a:spcBef>
              <a:spcAft>
                <a:spcPts val="600"/>
              </a:spcAft>
              <a:buNone/>
            </a:pPr>
            <a:r>
              <a:rPr lang="en-US" b="1" dirty="0" err="1" smtClean="0">
                <a:solidFill>
                  <a:srgbClr val="0000CC"/>
                </a:solidFill>
                <a:latin typeface="Rockwell" panose="02060603020205020403" pitchFamily="18" charset="0"/>
                <a:ea typeface="+mj-ea"/>
                <a:cs typeface="+mj-cs"/>
              </a:rPr>
              <a:t>Trả</a:t>
            </a:r>
            <a:r>
              <a:rPr lang="en-US" b="1" dirty="0" smtClean="0">
                <a:solidFill>
                  <a:srgbClr val="0000CC"/>
                </a:solidFill>
                <a:latin typeface="Rockwell" panose="02060603020205020403" pitchFamily="18" charset="0"/>
                <a:ea typeface="+mj-ea"/>
                <a:cs typeface="+mj-cs"/>
              </a:rPr>
              <a:t> </a:t>
            </a:r>
            <a:r>
              <a:rPr lang="en-US" b="1" dirty="0" err="1" smtClean="0">
                <a:solidFill>
                  <a:srgbClr val="0000CC"/>
                </a:solidFill>
                <a:latin typeface="Rockwell" panose="02060603020205020403" pitchFamily="18" charset="0"/>
                <a:ea typeface="+mj-ea"/>
                <a:cs typeface="+mj-cs"/>
              </a:rPr>
              <a:t>lời</a:t>
            </a:r>
            <a:r>
              <a:rPr lang="en-US" b="1" dirty="0" smtClean="0">
                <a:solidFill>
                  <a:srgbClr val="0000CC"/>
                </a:solidFill>
                <a:latin typeface="Rockwell" panose="02060603020205020403" pitchFamily="18" charset="0"/>
                <a:ea typeface="+mj-ea"/>
                <a:cs typeface="+mj-cs"/>
              </a:rPr>
              <a:t>:</a:t>
            </a:r>
          </a:p>
          <a:p>
            <a:pPr marL="0" indent="0">
              <a:spcBef>
                <a:spcPts val="600"/>
              </a:spcBef>
              <a:spcAft>
                <a:spcPts val="600"/>
              </a:spcAft>
              <a:buNone/>
            </a:pPr>
            <a:r>
              <a:rPr lang="vi-VN" dirty="0" smtClean="0">
                <a:solidFill>
                  <a:srgbClr val="0000CC"/>
                </a:solidFill>
                <a:latin typeface="Rockwell" panose="02060603020205020403" pitchFamily="18" charset="0"/>
                <a:ea typeface="+mj-ea"/>
                <a:cs typeface="+mj-cs"/>
              </a:rPr>
              <a:t>2</a:t>
            </a:r>
            <a:r>
              <a:rPr lang="vi-VN" dirty="0">
                <a:solidFill>
                  <a:srgbClr val="0000CC"/>
                </a:solidFill>
                <a:latin typeface="Rockwell" panose="02060603020205020403" pitchFamily="18" charset="0"/>
                <a:ea typeface="+mj-ea"/>
                <a:cs typeface="+mj-cs"/>
              </a:rPr>
              <a:t>. Trong XSS, CSRF, Brute Force, Session Hijacking – kỹ thuật nào nguy hiểm nhất với E-Commerce và vì sao?</a:t>
            </a:r>
          </a:p>
          <a:p>
            <a:pPr marL="0" indent="0">
              <a:spcBef>
                <a:spcPts val="600"/>
              </a:spcBef>
              <a:spcAft>
                <a:spcPts val="600"/>
              </a:spcAft>
              <a:buNone/>
            </a:pPr>
            <a:r>
              <a:rPr lang="en-US" dirty="0">
                <a:solidFill>
                  <a:srgbClr val="0000CC"/>
                </a:solidFill>
                <a:latin typeface="Rockwell" panose="02060603020205020403" pitchFamily="18" charset="0"/>
                <a:ea typeface="+mj-ea"/>
                <a:cs typeface="+mj-cs"/>
              </a:rPr>
              <a:t>G</a:t>
            </a:r>
            <a:r>
              <a:rPr lang="vi-VN" dirty="0" smtClean="0">
                <a:solidFill>
                  <a:srgbClr val="0000CC"/>
                </a:solidFill>
                <a:latin typeface="Rockwell" panose="02060603020205020403" pitchFamily="18" charset="0"/>
                <a:ea typeface="+mj-ea"/>
                <a:cs typeface="+mj-cs"/>
              </a:rPr>
              <a:t>ợi </a:t>
            </a:r>
            <a:r>
              <a:rPr lang="vi-VN" dirty="0">
                <a:solidFill>
                  <a:srgbClr val="0000CC"/>
                </a:solidFill>
                <a:latin typeface="Rockwell" panose="02060603020205020403" pitchFamily="18" charset="0"/>
                <a:ea typeface="+mj-ea"/>
                <a:cs typeface="+mj-cs"/>
              </a:rPr>
              <a:t>ý:</a:t>
            </a:r>
          </a:p>
          <a:p>
            <a:pPr>
              <a:spcBef>
                <a:spcPts val="600"/>
              </a:spcBef>
              <a:spcAft>
                <a:spcPts val="600"/>
              </a:spcAft>
            </a:pPr>
            <a:r>
              <a:rPr lang="vi-VN" dirty="0">
                <a:solidFill>
                  <a:srgbClr val="0000CC"/>
                </a:solidFill>
                <a:latin typeface="Rockwell" panose="02060603020205020403" pitchFamily="18" charset="0"/>
                <a:ea typeface="+mj-ea"/>
                <a:cs typeface="+mj-cs"/>
              </a:rPr>
              <a:t>Session Hijacking thường nguy hiểm nhất vì chiếm quyền tài khoản khách hàng/admin </a:t>
            </a:r>
            <a:r>
              <a:rPr lang="en-US" dirty="0" err="1" smtClean="0">
                <a:solidFill>
                  <a:srgbClr val="0000CC"/>
                </a:solidFill>
                <a:latin typeface="Rockwell" panose="02060603020205020403" pitchFamily="18" charset="0"/>
                <a:ea typeface="+mj-ea"/>
                <a:cs typeface="+mj-cs"/>
              </a:rPr>
              <a:t>và</a:t>
            </a:r>
            <a:r>
              <a:rPr lang="en-US" dirty="0" smtClean="0">
                <a:solidFill>
                  <a:srgbClr val="0000CC"/>
                </a:solidFill>
                <a:latin typeface="Rockwell" panose="02060603020205020403" pitchFamily="18" charset="0"/>
                <a:ea typeface="+mj-ea"/>
                <a:cs typeface="+mj-cs"/>
              </a:rPr>
              <a:t> </a:t>
            </a:r>
            <a:r>
              <a:rPr lang="vi-VN" dirty="0" smtClean="0">
                <a:solidFill>
                  <a:srgbClr val="0000CC"/>
                </a:solidFill>
                <a:latin typeface="Rockwell" panose="02060603020205020403" pitchFamily="18" charset="0"/>
                <a:ea typeface="+mj-ea"/>
                <a:cs typeface="+mj-cs"/>
              </a:rPr>
              <a:t>có </a:t>
            </a:r>
            <a:r>
              <a:rPr lang="vi-VN" dirty="0">
                <a:solidFill>
                  <a:srgbClr val="0000CC"/>
                </a:solidFill>
                <a:latin typeface="Rockwell" panose="02060603020205020403" pitchFamily="18" charset="0"/>
                <a:ea typeface="+mj-ea"/>
                <a:cs typeface="+mj-cs"/>
              </a:rPr>
              <a:t>thể thao túng giao dịch, lộ thông tin thanh toán.</a:t>
            </a:r>
          </a:p>
          <a:p>
            <a:pPr>
              <a:spcBef>
                <a:spcPts val="600"/>
              </a:spcBef>
              <a:spcAft>
                <a:spcPts val="600"/>
              </a:spcAft>
            </a:pPr>
            <a:r>
              <a:rPr lang="vi-VN" dirty="0">
                <a:solidFill>
                  <a:srgbClr val="0000CC"/>
                </a:solidFill>
                <a:latin typeface="Rockwell" panose="02060603020205020403" pitchFamily="18" charset="0"/>
                <a:ea typeface="+mj-ea"/>
                <a:cs typeface="+mj-cs"/>
              </a:rPr>
              <a:t>Tuy nhiên, còn tùy vào mục tiêu: Brute Force thì gây rò rỉ tài khoản hàng loạt, XSS/CSRF có thể đánh cắp dữ liệu khách hàng.</a:t>
            </a:r>
            <a:endParaRPr lang="en-US" dirty="0">
              <a:solidFill>
                <a:srgbClr val="0000CC"/>
              </a:solidFill>
              <a:latin typeface="Rockwell" panose="02060603020205020403" pitchFamily="18" charset="0"/>
              <a:ea typeface="+mj-ea"/>
              <a:cs typeface="+mj-cs"/>
            </a:endParaRPr>
          </a:p>
        </p:txBody>
      </p:sp>
    </p:spTree>
    <p:extLst>
      <p:ext uri="{BB962C8B-B14F-4D97-AF65-F5344CB8AC3E}">
        <p14:creationId xmlns:p14="http://schemas.microsoft.com/office/powerpoint/2010/main" val="3427105877"/>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385246" y="584397"/>
            <a:ext cx="10242645" cy="422603"/>
          </a:xfrm>
        </p:spPr>
        <p:txBody>
          <a:bodyPr/>
          <a:lstStyle/>
          <a:p>
            <a:r>
              <a:rPr lang="en-US" sz="2800" b="1" dirty="0" smtClean="0">
                <a:solidFill>
                  <a:srgbClr val="0000CC"/>
                </a:solidFill>
                <a:latin typeface="Rockwell" panose="02060603020205020403" pitchFamily="18" charset="0"/>
              </a:rPr>
              <a:t>3.1.7. </a:t>
            </a:r>
            <a:r>
              <a:rPr lang="en-US" sz="2800" b="1" dirty="0" err="1" smtClean="0">
                <a:solidFill>
                  <a:srgbClr val="0000CC"/>
                </a:solidFill>
                <a:latin typeface="Rockwell" panose="02060603020205020403" pitchFamily="18" charset="0"/>
              </a:rPr>
              <a:t>Thảo</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luận</a:t>
            </a:r>
            <a:endParaRPr lang="en-US" sz="2800" b="1" dirty="0">
              <a:solidFill>
                <a:srgbClr val="0000CC"/>
              </a:solidFill>
              <a:latin typeface="Rockwell" panose="020606030202050204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385246" y="1007000"/>
            <a:ext cx="10065225" cy="4382729"/>
          </a:xfrm>
        </p:spPr>
        <p:txBody>
          <a:bodyPr/>
          <a:lstStyle/>
          <a:p>
            <a:pPr marL="0" indent="0">
              <a:spcBef>
                <a:spcPts val="600"/>
              </a:spcBef>
              <a:spcAft>
                <a:spcPts val="600"/>
              </a:spcAft>
              <a:buNone/>
            </a:pPr>
            <a:r>
              <a:rPr lang="en-US" b="1" dirty="0" err="1" smtClean="0">
                <a:solidFill>
                  <a:srgbClr val="0000CC"/>
                </a:solidFill>
                <a:latin typeface="Rockwell" panose="02060603020205020403" pitchFamily="18" charset="0"/>
                <a:ea typeface="+mj-ea"/>
                <a:cs typeface="+mj-cs"/>
              </a:rPr>
              <a:t>Trả</a:t>
            </a:r>
            <a:r>
              <a:rPr lang="en-US" b="1" dirty="0" smtClean="0">
                <a:solidFill>
                  <a:srgbClr val="0000CC"/>
                </a:solidFill>
                <a:latin typeface="Rockwell" panose="02060603020205020403" pitchFamily="18" charset="0"/>
                <a:ea typeface="+mj-ea"/>
                <a:cs typeface="+mj-cs"/>
              </a:rPr>
              <a:t> </a:t>
            </a:r>
            <a:r>
              <a:rPr lang="en-US" b="1" dirty="0" err="1" smtClean="0">
                <a:solidFill>
                  <a:srgbClr val="0000CC"/>
                </a:solidFill>
                <a:latin typeface="Rockwell" panose="02060603020205020403" pitchFamily="18" charset="0"/>
                <a:ea typeface="+mj-ea"/>
                <a:cs typeface="+mj-cs"/>
              </a:rPr>
              <a:t>lời</a:t>
            </a:r>
            <a:r>
              <a:rPr lang="en-US" b="1" dirty="0" smtClean="0">
                <a:solidFill>
                  <a:srgbClr val="0000CC"/>
                </a:solidFill>
                <a:latin typeface="Rockwell" panose="02060603020205020403" pitchFamily="18" charset="0"/>
                <a:ea typeface="+mj-ea"/>
                <a:cs typeface="+mj-cs"/>
              </a:rPr>
              <a:t>:</a:t>
            </a:r>
          </a:p>
          <a:p>
            <a:pPr marL="0" indent="0">
              <a:spcBef>
                <a:spcPts val="600"/>
              </a:spcBef>
              <a:spcAft>
                <a:spcPts val="600"/>
              </a:spcAft>
              <a:buNone/>
            </a:pPr>
            <a:r>
              <a:rPr lang="vi-VN" dirty="0" smtClean="0">
                <a:solidFill>
                  <a:srgbClr val="0000CC"/>
                </a:solidFill>
                <a:latin typeface="Rockwell" panose="02060603020205020403" pitchFamily="18" charset="0"/>
                <a:ea typeface="+mj-ea"/>
                <a:cs typeface="+mj-cs"/>
              </a:rPr>
              <a:t>3</a:t>
            </a:r>
            <a:r>
              <a:rPr lang="vi-VN" dirty="0">
                <a:solidFill>
                  <a:srgbClr val="0000CC"/>
                </a:solidFill>
                <a:latin typeface="Rockwell" panose="02060603020205020403" pitchFamily="18" charset="0"/>
                <a:ea typeface="+mj-ea"/>
                <a:cs typeface="+mj-cs"/>
              </a:rPr>
              <a:t>. Giữa biện pháp kỹ thuật và biện pháp quản trị, yếu tố nào quan trọng hơn để bảo mật ứng dụng web?</a:t>
            </a:r>
          </a:p>
          <a:p>
            <a:pPr marL="0" indent="0">
              <a:spcBef>
                <a:spcPts val="600"/>
              </a:spcBef>
              <a:spcAft>
                <a:spcPts val="600"/>
              </a:spcAft>
              <a:buNone/>
            </a:pPr>
            <a:r>
              <a:rPr lang="en-US" dirty="0" smtClean="0">
                <a:solidFill>
                  <a:srgbClr val="0000CC"/>
                </a:solidFill>
                <a:latin typeface="Rockwell" panose="02060603020205020403" pitchFamily="18" charset="0"/>
                <a:ea typeface="+mj-ea"/>
                <a:cs typeface="+mj-cs"/>
              </a:rPr>
              <a:t>G</a:t>
            </a:r>
            <a:r>
              <a:rPr lang="vi-VN" dirty="0" smtClean="0">
                <a:solidFill>
                  <a:srgbClr val="0000CC"/>
                </a:solidFill>
                <a:latin typeface="Rockwell" panose="02060603020205020403" pitchFamily="18" charset="0"/>
                <a:ea typeface="+mj-ea"/>
                <a:cs typeface="+mj-cs"/>
              </a:rPr>
              <a:t>ợi </a:t>
            </a:r>
            <a:r>
              <a:rPr lang="vi-VN" dirty="0">
                <a:solidFill>
                  <a:srgbClr val="0000CC"/>
                </a:solidFill>
                <a:latin typeface="Rockwell" panose="02060603020205020403" pitchFamily="18" charset="0"/>
                <a:ea typeface="+mj-ea"/>
                <a:cs typeface="+mj-cs"/>
              </a:rPr>
              <a:t>ý:</a:t>
            </a:r>
          </a:p>
          <a:p>
            <a:pPr>
              <a:spcBef>
                <a:spcPts val="600"/>
              </a:spcBef>
              <a:spcAft>
                <a:spcPts val="600"/>
              </a:spcAft>
            </a:pPr>
            <a:r>
              <a:rPr lang="vi-VN" dirty="0">
                <a:solidFill>
                  <a:srgbClr val="0000CC"/>
                </a:solidFill>
                <a:latin typeface="Rockwell" panose="02060603020205020403" pitchFamily="18" charset="0"/>
                <a:ea typeface="+mj-ea"/>
                <a:cs typeface="+mj-cs"/>
              </a:rPr>
              <a:t>Cả hai đều quan trọng, nhưng biện pháp quản trị (DevSecOps, chính sách, đào tạo nhân viên) giúp tạo nền tảng bền vững.</a:t>
            </a:r>
          </a:p>
          <a:p>
            <a:pPr>
              <a:spcBef>
                <a:spcPts val="600"/>
              </a:spcBef>
              <a:spcAft>
                <a:spcPts val="600"/>
              </a:spcAft>
            </a:pPr>
            <a:r>
              <a:rPr lang="vi-VN" dirty="0">
                <a:solidFill>
                  <a:srgbClr val="0000CC"/>
                </a:solidFill>
                <a:latin typeface="Rockwell" panose="02060603020205020403" pitchFamily="18" charset="0"/>
                <a:ea typeface="+mj-ea"/>
                <a:cs typeface="+mj-cs"/>
              </a:rPr>
              <a:t>Biện pháp kỹ thuật (WAF, mã hóa, 2FA) là lớp phòng thủ trực tiếp.</a:t>
            </a:r>
          </a:p>
          <a:p>
            <a:pPr>
              <a:spcBef>
                <a:spcPts val="600"/>
              </a:spcBef>
              <a:spcAft>
                <a:spcPts val="600"/>
              </a:spcAft>
            </a:pPr>
            <a:r>
              <a:rPr lang="vi-VN" dirty="0">
                <a:solidFill>
                  <a:srgbClr val="0000CC"/>
                </a:solidFill>
                <a:latin typeface="Rockwell" panose="02060603020205020403" pitchFamily="18" charset="0"/>
                <a:ea typeface="+mj-ea"/>
                <a:cs typeface="+mj-cs"/>
              </a:rPr>
              <a:t>Tốt nhất: </a:t>
            </a:r>
            <a:r>
              <a:rPr lang="en-US" dirty="0" smtClean="0">
                <a:solidFill>
                  <a:srgbClr val="0000CC"/>
                </a:solidFill>
                <a:latin typeface="Rockwell" panose="02060603020205020403" pitchFamily="18" charset="0"/>
                <a:ea typeface="+mj-ea"/>
                <a:cs typeface="+mj-cs"/>
              </a:rPr>
              <a:t>K</a:t>
            </a:r>
            <a:r>
              <a:rPr lang="vi-VN" dirty="0" smtClean="0">
                <a:solidFill>
                  <a:srgbClr val="0000CC"/>
                </a:solidFill>
                <a:latin typeface="Rockwell" panose="02060603020205020403" pitchFamily="18" charset="0"/>
                <a:ea typeface="+mj-ea"/>
                <a:cs typeface="+mj-cs"/>
              </a:rPr>
              <a:t>ết </a:t>
            </a:r>
            <a:r>
              <a:rPr lang="vi-VN" dirty="0">
                <a:solidFill>
                  <a:srgbClr val="0000CC"/>
                </a:solidFill>
                <a:latin typeface="Rockwell" panose="02060603020205020403" pitchFamily="18" charset="0"/>
                <a:ea typeface="+mj-ea"/>
                <a:cs typeface="+mj-cs"/>
              </a:rPr>
              <a:t>hợp cả hai theo nguyên tắc defense-in-depth (phòng thủ nhiều lớp).</a:t>
            </a:r>
            <a:endParaRPr lang="en-US" dirty="0">
              <a:solidFill>
                <a:srgbClr val="0000CC"/>
              </a:solidFill>
              <a:latin typeface="Rockwell" panose="02060603020205020403" pitchFamily="18" charset="0"/>
              <a:ea typeface="+mj-ea"/>
              <a:cs typeface="+mj-cs"/>
            </a:endParaRPr>
          </a:p>
        </p:txBody>
      </p:sp>
    </p:spTree>
    <p:extLst>
      <p:ext uri="{BB962C8B-B14F-4D97-AF65-F5344CB8AC3E}">
        <p14:creationId xmlns:p14="http://schemas.microsoft.com/office/powerpoint/2010/main" val="3212768906"/>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385246" y="584397"/>
            <a:ext cx="10242645" cy="422603"/>
          </a:xfrm>
        </p:spPr>
        <p:txBody>
          <a:bodyPr/>
          <a:lstStyle/>
          <a:p>
            <a:r>
              <a:rPr lang="en-US" sz="2800" b="1" dirty="0" smtClean="0">
                <a:solidFill>
                  <a:srgbClr val="0000CC"/>
                </a:solidFill>
                <a:latin typeface="Rockwell" panose="02060603020205020403" pitchFamily="18" charset="0"/>
              </a:rPr>
              <a:t>3.1.7. </a:t>
            </a:r>
            <a:r>
              <a:rPr lang="en-US" sz="2800" b="1" dirty="0" err="1" smtClean="0">
                <a:solidFill>
                  <a:srgbClr val="0000CC"/>
                </a:solidFill>
                <a:latin typeface="Rockwell" panose="02060603020205020403" pitchFamily="18" charset="0"/>
              </a:rPr>
              <a:t>Thảo</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luận</a:t>
            </a:r>
            <a:endParaRPr lang="en-US" sz="2800" b="1" dirty="0">
              <a:solidFill>
                <a:srgbClr val="0000CC"/>
              </a:solidFill>
              <a:latin typeface="Rockwell" panose="020606030202050204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385246" y="1007000"/>
            <a:ext cx="10065225" cy="4382729"/>
          </a:xfrm>
        </p:spPr>
        <p:txBody>
          <a:bodyPr/>
          <a:lstStyle/>
          <a:p>
            <a:pPr marL="0" indent="0">
              <a:spcBef>
                <a:spcPts val="600"/>
              </a:spcBef>
              <a:spcAft>
                <a:spcPts val="600"/>
              </a:spcAft>
              <a:buNone/>
            </a:pPr>
            <a:r>
              <a:rPr lang="en-US" b="1" dirty="0" err="1" smtClean="0">
                <a:solidFill>
                  <a:srgbClr val="0000CC"/>
                </a:solidFill>
                <a:latin typeface="Rockwell" panose="02060603020205020403" pitchFamily="18" charset="0"/>
                <a:ea typeface="+mj-ea"/>
                <a:cs typeface="+mj-cs"/>
              </a:rPr>
              <a:t>Trả</a:t>
            </a:r>
            <a:r>
              <a:rPr lang="en-US" b="1" dirty="0" smtClean="0">
                <a:solidFill>
                  <a:srgbClr val="0000CC"/>
                </a:solidFill>
                <a:latin typeface="Rockwell" panose="02060603020205020403" pitchFamily="18" charset="0"/>
                <a:ea typeface="+mj-ea"/>
                <a:cs typeface="+mj-cs"/>
              </a:rPr>
              <a:t> </a:t>
            </a:r>
            <a:r>
              <a:rPr lang="en-US" b="1" dirty="0" err="1" smtClean="0">
                <a:solidFill>
                  <a:srgbClr val="0000CC"/>
                </a:solidFill>
                <a:latin typeface="Rockwell" panose="02060603020205020403" pitchFamily="18" charset="0"/>
                <a:ea typeface="+mj-ea"/>
                <a:cs typeface="+mj-cs"/>
              </a:rPr>
              <a:t>lời</a:t>
            </a:r>
            <a:r>
              <a:rPr lang="en-US" b="1" dirty="0" smtClean="0">
                <a:solidFill>
                  <a:srgbClr val="0000CC"/>
                </a:solidFill>
                <a:latin typeface="Rockwell" panose="02060603020205020403" pitchFamily="18" charset="0"/>
                <a:ea typeface="+mj-ea"/>
                <a:cs typeface="+mj-cs"/>
              </a:rPr>
              <a:t>:</a:t>
            </a:r>
          </a:p>
          <a:p>
            <a:pPr marL="0" indent="0">
              <a:spcBef>
                <a:spcPts val="600"/>
              </a:spcBef>
              <a:spcAft>
                <a:spcPts val="600"/>
              </a:spcAft>
              <a:buNone/>
            </a:pPr>
            <a:r>
              <a:rPr lang="vi-VN" dirty="0" smtClean="0">
                <a:solidFill>
                  <a:srgbClr val="0000CC"/>
                </a:solidFill>
                <a:latin typeface="Rockwell" panose="02060603020205020403" pitchFamily="18" charset="0"/>
                <a:ea typeface="+mj-ea"/>
                <a:cs typeface="+mj-cs"/>
              </a:rPr>
              <a:t>4</a:t>
            </a:r>
            <a:r>
              <a:rPr lang="vi-VN" dirty="0">
                <a:solidFill>
                  <a:srgbClr val="0000CC"/>
                </a:solidFill>
                <a:latin typeface="Rockwell" panose="02060603020205020403" pitchFamily="18" charset="0"/>
                <a:ea typeface="+mj-ea"/>
                <a:cs typeface="+mj-cs"/>
              </a:rPr>
              <a:t>. Vì sao doanh nghiệp nhỏ thường bỏ qua Penetration Testing định kỳ, và hậu quả là gì?</a:t>
            </a:r>
          </a:p>
          <a:p>
            <a:pPr marL="0" indent="0">
              <a:spcBef>
                <a:spcPts val="600"/>
              </a:spcBef>
              <a:spcAft>
                <a:spcPts val="600"/>
              </a:spcAft>
              <a:buNone/>
            </a:pPr>
            <a:r>
              <a:rPr lang="en-US" dirty="0">
                <a:solidFill>
                  <a:srgbClr val="0000CC"/>
                </a:solidFill>
                <a:latin typeface="Rockwell" panose="02060603020205020403" pitchFamily="18" charset="0"/>
                <a:ea typeface="+mj-ea"/>
                <a:cs typeface="+mj-cs"/>
              </a:rPr>
              <a:t>G</a:t>
            </a:r>
            <a:r>
              <a:rPr lang="vi-VN" dirty="0" smtClean="0">
                <a:solidFill>
                  <a:srgbClr val="0000CC"/>
                </a:solidFill>
                <a:latin typeface="Rockwell" panose="02060603020205020403" pitchFamily="18" charset="0"/>
                <a:ea typeface="+mj-ea"/>
                <a:cs typeface="+mj-cs"/>
              </a:rPr>
              <a:t>ợi </a:t>
            </a:r>
            <a:r>
              <a:rPr lang="vi-VN" dirty="0">
                <a:solidFill>
                  <a:srgbClr val="0000CC"/>
                </a:solidFill>
                <a:latin typeface="Rockwell" panose="02060603020205020403" pitchFamily="18" charset="0"/>
                <a:ea typeface="+mj-ea"/>
                <a:cs typeface="+mj-cs"/>
              </a:rPr>
              <a:t>ý:</a:t>
            </a:r>
          </a:p>
          <a:p>
            <a:pPr>
              <a:spcBef>
                <a:spcPts val="600"/>
              </a:spcBef>
              <a:spcAft>
                <a:spcPts val="600"/>
              </a:spcAft>
            </a:pPr>
            <a:r>
              <a:rPr lang="vi-VN" dirty="0">
                <a:solidFill>
                  <a:srgbClr val="0000CC"/>
                </a:solidFill>
                <a:latin typeface="Rockwell" panose="02060603020205020403" pitchFamily="18" charset="0"/>
                <a:ea typeface="+mj-ea"/>
                <a:cs typeface="+mj-cs"/>
              </a:rPr>
              <a:t>Do hạn chế chi phí, thiếu nhân sự bảo mật chuyên trách, hoặc chưa nhận thức đúng mức độ rủi ro.</a:t>
            </a:r>
          </a:p>
          <a:p>
            <a:pPr>
              <a:spcBef>
                <a:spcPts val="600"/>
              </a:spcBef>
              <a:spcAft>
                <a:spcPts val="600"/>
              </a:spcAft>
            </a:pPr>
            <a:r>
              <a:rPr lang="vi-VN" dirty="0">
                <a:solidFill>
                  <a:srgbClr val="0000CC"/>
                </a:solidFill>
                <a:latin typeface="Rockwell" panose="02060603020205020403" pitchFamily="18" charset="0"/>
                <a:ea typeface="+mj-ea"/>
                <a:cs typeface="+mj-cs"/>
              </a:rPr>
              <a:t>Hậu quả: </a:t>
            </a:r>
            <a:r>
              <a:rPr lang="en-US" dirty="0" smtClean="0">
                <a:solidFill>
                  <a:srgbClr val="0000CC"/>
                </a:solidFill>
                <a:latin typeface="Rockwell" panose="02060603020205020403" pitchFamily="18" charset="0"/>
                <a:ea typeface="+mj-ea"/>
                <a:cs typeface="+mj-cs"/>
              </a:rPr>
              <a:t>D</a:t>
            </a:r>
            <a:r>
              <a:rPr lang="vi-VN" dirty="0" smtClean="0">
                <a:solidFill>
                  <a:srgbClr val="0000CC"/>
                </a:solidFill>
                <a:latin typeface="Rockwell" panose="02060603020205020403" pitchFamily="18" charset="0"/>
                <a:ea typeface="+mj-ea"/>
                <a:cs typeface="+mj-cs"/>
              </a:rPr>
              <a:t>ễ </a:t>
            </a:r>
            <a:r>
              <a:rPr lang="vi-VN" dirty="0">
                <a:solidFill>
                  <a:srgbClr val="0000CC"/>
                </a:solidFill>
                <a:latin typeface="Rockwell" panose="02060603020205020403" pitchFamily="18" charset="0"/>
                <a:ea typeface="+mj-ea"/>
                <a:cs typeface="+mj-cs"/>
              </a:rPr>
              <a:t>bị khai thác lỗ hổng cũ, mất dữ liệu khách hàng, mất uy tín, thiệt hại tài chính.</a:t>
            </a:r>
            <a:endParaRPr lang="en-US" dirty="0">
              <a:solidFill>
                <a:srgbClr val="0000CC"/>
              </a:solidFill>
              <a:latin typeface="Rockwell" panose="02060603020205020403" pitchFamily="18" charset="0"/>
              <a:ea typeface="+mj-ea"/>
              <a:cs typeface="+mj-cs"/>
            </a:endParaRPr>
          </a:p>
        </p:txBody>
      </p:sp>
    </p:spTree>
    <p:extLst>
      <p:ext uri="{BB962C8B-B14F-4D97-AF65-F5344CB8AC3E}">
        <p14:creationId xmlns:p14="http://schemas.microsoft.com/office/powerpoint/2010/main" val="1964539484"/>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385246" y="584397"/>
            <a:ext cx="10242645" cy="422603"/>
          </a:xfrm>
        </p:spPr>
        <p:txBody>
          <a:bodyPr/>
          <a:lstStyle/>
          <a:p>
            <a:r>
              <a:rPr lang="en-US" sz="2800" b="1" dirty="0" smtClean="0">
                <a:solidFill>
                  <a:srgbClr val="0000CC"/>
                </a:solidFill>
                <a:latin typeface="Rockwell" panose="02060603020205020403" pitchFamily="18" charset="0"/>
              </a:rPr>
              <a:t>3.1.7. </a:t>
            </a:r>
            <a:r>
              <a:rPr lang="en-US" sz="2800" b="1" dirty="0" err="1" smtClean="0">
                <a:solidFill>
                  <a:srgbClr val="0000CC"/>
                </a:solidFill>
                <a:latin typeface="Rockwell" panose="02060603020205020403" pitchFamily="18" charset="0"/>
              </a:rPr>
              <a:t>Thảo</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luận</a:t>
            </a:r>
            <a:endParaRPr lang="en-US" sz="2800" b="1" dirty="0">
              <a:solidFill>
                <a:srgbClr val="0000CC"/>
              </a:solidFill>
              <a:latin typeface="Rockwell" panose="020606030202050204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385246" y="1007000"/>
            <a:ext cx="10065225" cy="4382729"/>
          </a:xfrm>
        </p:spPr>
        <p:txBody>
          <a:bodyPr/>
          <a:lstStyle/>
          <a:p>
            <a:pPr marL="0" indent="0">
              <a:spcBef>
                <a:spcPts val="600"/>
              </a:spcBef>
              <a:spcAft>
                <a:spcPts val="600"/>
              </a:spcAft>
              <a:buNone/>
            </a:pPr>
            <a:r>
              <a:rPr lang="en-US" b="1" dirty="0" err="1" smtClean="0">
                <a:solidFill>
                  <a:srgbClr val="0000CC"/>
                </a:solidFill>
                <a:latin typeface="Rockwell" panose="02060603020205020403" pitchFamily="18" charset="0"/>
                <a:ea typeface="+mj-ea"/>
                <a:cs typeface="+mj-cs"/>
              </a:rPr>
              <a:t>Trả</a:t>
            </a:r>
            <a:r>
              <a:rPr lang="en-US" b="1" dirty="0" smtClean="0">
                <a:solidFill>
                  <a:srgbClr val="0000CC"/>
                </a:solidFill>
                <a:latin typeface="Rockwell" panose="02060603020205020403" pitchFamily="18" charset="0"/>
                <a:ea typeface="+mj-ea"/>
                <a:cs typeface="+mj-cs"/>
              </a:rPr>
              <a:t> </a:t>
            </a:r>
            <a:r>
              <a:rPr lang="en-US" b="1" dirty="0" err="1" smtClean="0">
                <a:solidFill>
                  <a:srgbClr val="0000CC"/>
                </a:solidFill>
                <a:latin typeface="Rockwell" panose="02060603020205020403" pitchFamily="18" charset="0"/>
                <a:ea typeface="+mj-ea"/>
                <a:cs typeface="+mj-cs"/>
              </a:rPr>
              <a:t>lời</a:t>
            </a:r>
            <a:r>
              <a:rPr lang="en-US" b="1" dirty="0" smtClean="0">
                <a:solidFill>
                  <a:srgbClr val="0000CC"/>
                </a:solidFill>
                <a:latin typeface="Rockwell" panose="02060603020205020403" pitchFamily="18" charset="0"/>
                <a:ea typeface="+mj-ea"/>
                <a:cs typeface="+mj-cs"/>
              </a:rPr>
              <a:t>:</a:t>
            </a:r>
          </a:p>
          <a:p>
            <a:pPr marL="0" indent="0">
              <a:spcBef>
                <a:spcPts val="600"/>
              </a:spcBef>
              <a:spcAft>
                <a:spcPts val="600"/>
              </a:spcAft>
              <a:buNone/>
            </a:pPr>
            <a:r>
              <a:rPr lang="vi-VN" dirty="0" smtClean="0">
                <a:solidFill>
                  <a:srgbClr val="0000CC"/>
                </a:solidFill>
                <a:latin typeface="Rockwell" panose="02060603020205020403" pitchFamily="18" charset="0"/>
                <a:ea typeface="+mj-ea"/>
                <a:cs typeface="+mj-cs"/>
              </a:rPr>
              <a:t>5</a:t>
            </a:r>
            <a:r>
              <a:rPr lang="vi-VN" dirty="0">
                <a:solidFill>
                  <a:srgbClr val="0000CC"/>
                </a:solidFill>
                <a:latin typeface="Rockwell" panose="02060603020205020403" pitchFamily="18" charset="0"/>
                <a:ea typeface="+mj-ea"/>
                <a:cs typeface="+mj-cs"/>
              </a:rPr>
              <a:t>. Nếu Web server bị tấn công DDoS, giải pháp trước mắt và lâu dài là gì?</a:t>
            </a:r>
          </a:p>
          <a:p>
            <a:pPr marL="0" indent="0">
              <a:spcBef>
                <a:spcPts val="600"/>
              </a:spcBef>
              <a:spcAft>
                <a:spcPts val="600"/>
              </a:spcAft>
              <a:buNone/>
            </a:pPr>
            <a:r>
              <a:rPr lang="en-US" dirty="0">
                <a:solidFill>
                  <a:srgbClr val="0000CC"/>
                </a:solidFill>
                <a:latin typeface="Rockwell" panose="02060603020205020403" pitchFamily="18" charset="0"/>
                <a:ea typeface="+mj-ea"/>
                <a:cs typeface="+mj-cs"/>
              </a:rPr>
              <a:t>G</a:t>
            </a:r>
            <a:r>
              <a:rPr lang="vi-VN" dirty="0" smtClean="0">
                <a:solidFill>
                  <a:srgbClr val="0000CC"/>
                </a:solidFill>
                <a:latin typeface="Rockwell" panose="02060603020205020403" pitchFamily="18" charset="0"/>
                <a:ea typeface="+mj-ea"/>
                <a:cs typeface="+mj-cs"/>
              </a:rPr>
              <a:t>ợi </a:t>
            </a:r>
            <a:r>
              <a:rPr lang="vi-VN" dirty="0">
                <a:solidFill>
                  <a:srgbClr val="0000CC"/>
                </a:solidFill>
                <a:latin typeface="Rockwell" panose="02060603020205020403" pitchFamily="18" charset="0"/>
                <a:ea typeface="+mj-ea"/>
                <a:cs typeface="+mj-cs"/>
              </a:rPr>
              <a:t>ý:</a:t>
            </a:r>
          </a:p>
          <a:p>
            <a:pPr>
              <a:spcBef>
                <a:spcPts val="600"/>
              </a:spcBef>
              <a:spcAft>
                <a:spcPts val="600"/>
              </a:spcAft>
            </a:pPr>
            <a:r>
              <a:rPr lang="vi-VN" dirty="0">
                <a:solidFill>
                  <a:srgbClr val="0000CC"/>
                </a:solidFill>
                <a:latin typeface="Rockwell" panose="02060603020205020403" pitchFamily="18" charset="0"/>
                <a:ea typeface="+mj-ea"/>
                <a:cs typeface="+mj-cs"/>
              </a:rPr>
              <a:t>Trước mắt: dùng CDN, dịch vụ chống DDoS (Cloudflare, Akamai), lọc IP bất thường, rate limiting.</a:t>
            </a:r>
          </a:p>
          <a:p>
            <a:pPr>
              <a:spcBef>
                <a:spcPts val="600"/>
              </a:spcBef>
              <a:spcAft>
                <a:spcPts val="600"/>
              </a:spcAft>
            </a:pPr>
            <a:r>
              <a:rPr lang="vi-VN" dirty="0">
                <a:solidFill>
                  <a:srgbClr val="0000CC"/>
                </a:solidFill>
                <a:latin typeface="Rockwell" panose="02060603020205020403" pitchFamily="18" charset="0"/>
                <a:ea typeface="+mj-ea"/>
                <a:cs typeface="+mj-cs"/>
              </a:rPr>
              <a:t>Lâu dài: </a:t>
            </a:r>
            <a:r>
              <a:rPr lang="en-US" dirty="0" smtClean="0">
                <a:solidFill>
                  <a:srgbClr val="0000CC"/>
                </a:solidFill>
                <a:latin typeface="Rockwell" panose="02060603020205020403" pitchFamily="18" charset="0"/>
                <a:ea typeface="+mj-ea"/>
                <a:cs typeface="+mj-cs"/>
              </a:rPr>
              <a:t>T</a:t>
            </a:r>
            <a:r>
              <a:rPr lang="vi-VN" dirty="0" smtClean="0">
                <a:solidFill>
                  <a:srgbClr val="0000CC"/>
                </a:solidFill>
                <a:latin typeface="Rockwell" panose="02060603020205020403" pitchFamily="18" charset="0"/>
                <a:ea typeface="+mj-ea"/>
                <a:cs typeface="+mj-cs"/>
              </a:rPr>
              <a:t>riển </a:t>
            </a:r>
            <a:r>
              <a:rPr lang="vi-VN" dirty="0">
                <a:solidFill>
                  <a:srgbClr val="0000CC"/>
                </a:solidFill>
                <a:latin typeface="Rockwell" panose="02060603020205020403" pitchFamily="18" charset="0"/>
                <a:ea typeface="+mj-ea"/>
                <a:cs typeface="+mj-cs"/>
              </a:rPr>
              <a:t>khai kiến trúc phân tán, tăng cường khả năng mở rộng (scalability), lập kế hoạch ứng phó sự cố.</a:t>
            </a:r>
            <a:endParaRPr lang="en-US" dirty="0">
              <a:solidFill>
                <a:srgbClr val="0000CC"/>
              </a:solidFill>
              <a:latin typeface="Rockwell" panose="02060603020205020403" pitchFamily="18" charset="0"/>
              <a:ea typeface="+mj-ea"/>
              <a:cs typeface="+mj-cs"/>
            </a:endParaRPr>
          </a:p>
        </p:txBody>
      </p:sp>
    </p:spTree>
    <p:extLst>
      <p:ext uri="{BB962C8B-B14F-4D97-AF65-F5344CB8AC3E}">
        <p14:creationId xmlns:p14="http://schemas.microsoft.com/office/powerpoint/2010/main" val="2976833254"/>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385246" y="584397"/>
            <a:ext cx="10242645" cy="422603"/>
          </a:xfrm>
        </p:spPr>
        <p:txBody>
          <a:bodyPr/>
          <a:lstStyle/>
          <a:p>
            <a:r>
              <a:rPr lang="en-US" sz="2800" b="1" dirty="0" smtClean="0">
                <a:solidFill>
                  <a:srgbClr val="0000CC"/>
                </a:solidFill>
                <a:latin typeface="Rockwell" panose="02060603020205020403" pitchFamily="18" charset="0"/>
              </a:rPr>
              <a:t>3.1.7. </a:t>
            </a:r>
            <a:r>
              <a:rPr lang="en-US" sz="2800" b="1" dirty="0" err="1" smtClean="0">
                <a:solidFill>
                  <a:srgbClr val="0000CC"/>
                </a:solidFill>
                <a:latin typeface="Rockwell" panose="02060603020205020403" pitchFamily="18" charset="0"/>
              </a:rPr>
              <a:t>Thảo</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luận</a:t>
            </a:r>
            <a:endParaRPr lang="en-US" sz="2800" b="1" dirty="0">
              <a:solidFill>
                <a:srgbClr val="0000CC"/>
              </a:solidFill>
              <a:latin typeface="Rockwell" panose="020606030202050204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385246" y="1007000"/>
            <a:ext cx="10065225" cy="4382729"/>
          </a:xfrm>
        </p:spPr>
        <p:txBody>
          <a:bodyPr/>
          <a:lstStyle/>
          <a:p>
            <a:pPr marL="0" indent="0">
              <a:buNone/>
            </a:pPr>
            <a:r>
              <a:rPr lang="en-US" b="1" dirty="0" err="1" smtClean="0">
                <a:solidFill>
                  <a:srgbClr val="0000CC"/>
                </a:solidFill>
                <a:latin typeface="Rockwell" panose="02060603020205020403" pitchFamily="18" charset="0"/>
                <a:ea typeface="+mj-ea"/>
                <a:cs typeface="+mj-cs"/>
              </a:rPr>
              <a:t>Tình</a:t>
            </a:r>
            <a:r>
              <a:rPr lang="en-US" b="1" dirty="0" smtClean="0">
                <a:solidFill>
                  <a:srgbClr val="0000CC"/>
                </a:solidFill>
                <a:latin typeface="Rockwell" panose="02060603020205020403" pitchFamily="18" charset="0"/>
                <a:ea typeface="+mj-ea"/>
                <a:cs typeface="+mj-cs"/>
              </a:rPr>
              <a:t> </a:t>
            </a:r>
            <a:r>
              <a:rPr lang="en-US" b="1" dirty="0" err="1" smtClean="0">
                <a:solidFill>
                  <a:srgbClr val="0000CC"/>
                </a:solidFill>
                <a:latin typeface="Rockwell" panose="02060603020205020403" pitchFamily="18" charset="0"/>
                <a:ea typeface="+mj-ea"/>
                <a:cs typeface="+mj-cs"/>
              </a:rPr>
              <a:t>huống</a:t>
            </a:r>
            <a:r>
              <a:rPr lang="en-US" b="1" dirty="0" smtClean="0">
                <a:solidFill>
                  <a:srgbClr val="0000CC"/>
                </a:solidFill>
                <a:latin typeface="Rockwell" panose="02060603020205020403" pitchFamily="18" charset="0"/>
                <a:ea typeface="+mj-ea"/>
                <a:cs typeface="+mj-cs"/>
              </a:rPr>
              <a:t> </a:t>
            </a:r>
            <a:r>
              <a:rPr lang="en-US" b="1" dirty="0" err="1" smtClean="0">
                <a:solidFill>
                  <a:srgbClr val="0000CC"/>
                </a:solidFill>
                <a:latin typeface="Rockwell" panose="02060603020205020403" pitchFamily="18" charset="0"/>
                <a:ea typeface="+mj-ea"/>
                <a:cs typeface="+mj-cs"/>
              </a:rPr>
              <a:t>thảo</a:t>
            </a:r>
            <a:r>
              <a:rPr lang="en-US" b="1" dirty="0" smtClean="0">
                <a:solidFill>
                  <a:srgbClr val="0000CC"/>
                </a:solidFill>
                <a:latin typeface="Rockwell" panose="02060603020205020403" pitchFamily="18" charset="0"/>
                <a:ea typeface="+mj-ea"/>
                <a:cs typeface="+mj-cs"/>
              </a:rPr>
              <a:t> </a:t>
            </a:r>
            <a:r>
              <a:rPr lang="en-US" b="1" dirty="0" err="1" smtClean="0">
                <a:solidFill>
                  <a:srgbClr val="0000CC"/>
                </a:solidFill>
                <a:latin typeface="Rockwell" panose="02060603020205020403" pitchFamily="18" charset="0"/>
                <a:ea typeface="+mj-ea"/>
                <a:cs typeface="+mj-cs"/>
              </a:rPr>
              <a:t>luận</a:t>
            </a:r>
            <a:r>
              <a:rPr lang="en-US" b="1" dirty="0" smtClean="0">
                <a:solidFill>
                  <a:srgbClr val="0000CC"/>
                </a:solidFill>
                <a:latin typeface="Rockwell" panose="02060603020205020403" pitchFamily="18" charset="0"/>
                <a:ea typeface="+mj-ea"/>
                <a:cs typeface="+mj-cs"/>
              </a:rPr>
              <a:t>:</a:t>
            </a:r>
          </a:p>
          <a:p>
            <a:endParaRPr lang="en-US" dirty="0"/>
          </a:p>
        </p:txBody>
      </p:sp>
    </p:spTree>
    <p:extLst>
      <p:ext uri="{BB962C8B-B14F-4D97-AF65-F5344CB8AC3E}">
        <p14:creationId xmlns:p14="http://schemas.microsoft.com/office/powerpoint/2010/main" val="2100303900"/>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bg>
      <p:bgPr>
        <a:solidFill>
          <a:schemeClr val="accent5">
            <a:lumMod val="5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B5F415-7490-4054-85B4-10F7AE6D3385}"/>
              </a:ext>
            </a:extLst>
          </p:cNvPr>
          <p:cNvSpPr>
            <a:spLocks noGrp="1"/>
          </p:cNvSpPr>
          <p:nvPr>
            <p:ph type="ctrTitle"/>
          </p:nvPr>
        </p:nvSpPr>
        <p:spPr>
          <a:xfrm>
            <a:off x="1580351" y="94189"/>
            <a:ext cx="9403307" cy="944020"/>
          </a:xfrm>
        </p:spPr>
        <p:txBody>
          <a:bodyPr>
            <a:normAutofit/>
          </a:bodyPr>
          <a:lstStyle/>
          <a:p>
            <a:pPr algn="l"/>
            <a:r>
              <a:rPr lang="en-US" sz="3000" dirty="0" err="1" smtClean="0">
                <a:solidFill>
                  <a:schemeClr val="bg1"/>
                </a:solidFill>
                <a:latin typeface="Rockwell" panose="02060603020205020403" pitchFamily="18" charset="0"/>
              </a:rPr>
              <a:t>Những</a:t>
            </a:r>
            <a:r>
              <a:rPr lang="en-US" sz="3000" dirty="0" smtClean="0">
                <a:solidFill>
                  <a:schemeClr val="bg1"/>
                </a:solidFill>
                <a:latin typeface="Rockwell" panose="02060603020205020403" pitchFamily="18" charset="0"/>
              </a:rPr>
              <a:t> </a:t>
            </a:r>
            <a:r>
              <a:rPr lang="en-US" sz="3000" dirty="0" err="1" smtClean="0">
                <a:solidFill>
                  <a:schemeClr val="bg1"/>
                </a:solidFill>
                <a:latin typeface="Rockwell" panose="02060603020205020403" pitchFamily="18" charset="0"/>
              </a:rPr>
              <a:t>nội</a:t>
            </a:r>
            <a:r>
              <a:rPr lang="en-US" sz="3000" dirty="0" smtClean="0">
                <a:solidFill>
                  <a:schemeClr val="bg1"/>
                </a:solidFill>
                <a:latin typeface="Rockwell" panose="02060603020205020403" pitchFamily="18" charset="0"/>
              </a:rPr>
              <a:t> dung </a:t>
            </a:r>
            <a:r>
              <a:rPr lang="en-US" sz="3000" dirty="0" err="1" smtClean="0">
                <a:solidFill>
                  <a:schemeClr val="bg1"/>
                </a:solidFill>
                <a:latin typeface="Rockwell" panose="02060603020205020403" pitchFamily="18" charset="0"/>
              </a:rPr>
              <a:t>cần</a:t>
            </a:r>
            <a:r>
              <a:rPr lang="en-US" sz="3000" dirty="0" smtClean="0">
                <a:solidFill>
                  <a:schemeClr val="bg1"/>
                </a:solidFill>
                <a:latin typeface="Rockwell" panose="02060603020205020403" pitchFamily="18" charset="0"/>
              </a:rPr>
              <a:t> </a:t>
            </a:r>
            <a:r>
              <a:rPr lang="en-US" sz="3000" dirty="0" err="1" smtClean="0">
                <a:solidFill>
                  <a:schemeClr val="bg1"/>
                </a:solidFill>
                <a:latin typeface="Rockwell" panose="02060603020205020403" pitchFamily="18" charset="0"/>
              </a:rPr>
              <a:t>lưu</a:t>
            </a:r>
            <a:r>
              <a:rPr lang="en-US" sz="3000" dirty="0" smtClean="0">
                <a:solidFill>
                  <a:schemeClr val="bg1"/>
                </a:solidFill>
                <a:latin typeface="Rockwell" panose="02060603020205020403" pitchFamily="18" charset="0"/>
              </a:rPr>
              <a:t> </a:t>
            </a:r>
            <a:r>
              <a:rPr lang="en-US" sz="3000" dirty="0" smtClean="0">
                <a:solidFill>
                  <a:schemeClr val="bg1"/>
                </a:solidFill>
                <a:latin typeface="Rockwell" panose="02060603020205020403" pitchFamily="18" charset="0"/>
              </a:rPr>
              <a:t>ý:</a:t>
            </a:r>
            <a:endParaRPr lang="en-US" sz="3000" dirty="0">
              <a:solidFill>
                <a:schemeClr val="bg1"/>
              </a:solidFill>
              <a:latin typeface="Rockwell" panose="02060603020205020403" pitchFamily="18" charset="0"/>
            </a:endParaRPr>
          </a:p>
        </p:txBody>
      </p:sp>
      <p:sp>
        <p:nvSpPr>
          <p:cNvPr id="3" name="Subtitle 2">
            <a:extLst>
              <a:ext uri="{FF2B5EF4-FFF2-40B4-BE49-F238E27FC236}">
                <a16:creationId xmlns:a16="http://schemas.microsoft.com/office/drawing/2014/main" id="{D05F6415-1E7C-453D-B6B7-DBF76BDA691B}"/>
              </a:ext>
            </a:extLst>
          </p:cNvPr>
          <p:cNvSpPr>
            <a:spLocks noGrp="1"/>
          </p:cNvSpPr>
          <p:nvPr>
            <p:ph type="subTitle" idx="1"/>
          </p:nvPr>
        </p:nvSpPr>
        <p:spPr>
          <a:xfrm>
            <a:off x="1580351" y="1038209"/>
            <a:ext cx="9870121" cy="4372169"/>
          </a:xfrm>
        </p:spPr>
        <p:txBody>
          <a:bodyPr>
            <a:noAutofit/>
          </a:bodyPr>
          <a:lstStyle/>
          <a:p>
            <a:pPr algn="l">
              <a:spcBef>
                <a:spcPts val="600"/>
              </a:spcBef>
              <a:spcAft>
                <a:spcPts val="600"/>
              </a:spcAft>
            </a:pPr>
            <a:r>
              <a:rPr lang="vi-VN" sz="2600" dirty="0" smtClean="0">
                <a:solidFill>
                  <a:schemeClr val="bg1"/>
                </a:solidFill>
                <a:latin typeface="Rockwell" panose="02060603020205020403" pitchFamily="18" charset="0"/>
                <a:ea typeface="+mj-ea"/>
                <a:cs typeface="+mj-cs"/>
              </a:rPr>
              <a:t>1</a:t>
            </a:r>
            <a:r>
              <a:rPr lang="vi-VN" sz="2600" dirty="0">
                <a:solidFill>
                  <a:schemeClr val="bg1"/>
                </a:solidFill>
                <a:latin typeface="Rockwell" panose="02060603020205020403" pitchFamily="18" charset="0"/>
                <a:ea typeface="+mj-ea"/>
                <a:cs typeface="+mj-cs"/>
              </a:rPr>
              <a:t>. Ứng dụng web luôn tiềm ẩn nhiều rủi ro do đặc thù mở công khai trên Internet và thường xuyên bị tin tặc khai thác.</a:t>
            </a:r>
          </a:p>
          <a:p>
            <a:pPr algn="l">
              <a:spcBef>
                <a:spcPts val="600"/>
              </a:spcBef>
              <a:spcAft>
                <a:spcPts val="600"/>
              </a:spcAft>
            </a:pPr>
            <a:r>
              <a:rPr lang="vi-VN" sz="2600" dirty="0">
                <a:solidFill>
                  <a:schemeClr val="bg1"/>
                </a:solidFill>
                <a:latin typeface="Rockwell" panose="02060603020205020403" pitchFamily="18" charset="0"/>
                <a:ea typeface="+mj-ea"/>
                <a:cs typeface="+mj-cs"/>
              </a:rPr>
              <a:t>2. Các lỗ hổng phổ biến như SQLi, XSS, CSRF, Broken Authentication, hay lỗi cấu hình sai, v.v. là nguyên nhân chính dẫn đến mất dữ liệu và xâm nhập trái phép.</a:t>
            </a:r>
          </a:p>
          <a:p>
            <a:pPr algn="l">
              <a:spcBef>
                <a:spcPts val="600"/>
              </a:spcBef>
              <a:spcAft>
                <a:spcPts val="600"/>
              </a:spcAft>
            </a:pPr>
            <a:r>
              <a:rPr lang="vi-VN" sz="2600" dirty="0">
                <a:solidFill>
                  <a:schemeClr val="bg1"/>
                </a:solidFill>
                <a:latin typeface="Rockwell" panose="02060603020205020403" pitchFamily="18" charset="0"/>
                <a:ea typeface="+mj-ea"/>
                <a:cs typeface="+mj-cs"/>
              </a:rPr>
              <a:t>3. Các kỹ thuật tấn công ngày càng tinh vi: Từ Injection, Session Hijacking, MITM cho đến phishing: Nên cần phòng thủ đa lớp</a:t>
            </a:r>
            <a:r>
              <a:rPr lang="vi-VN" sz="2600" dirty="0" smtClean="0">
                <a:solidFill>
                  <a:schemeClr val="bg1"/>
                </a:solidFill>
                <a:latin typeface="Rockwell" panose="02060603020205020403" pitchFamily="18" charset="0"/>
                <a:ea typeface="+mj-ea"/>
                <a:cs typeface="+mj-cs"/>
              </a:rPr>
              <a:t>.</a:t>
            </a:r>
            <a:endParaRPr lang="en-US" sz="2600" dirty="0" smtClean="0">
              <a:solidFill>
                <a:schemeClr val="bg1"/>
              </a:solidFill>
              <a:latin typeface="Rockwell" panose="02060603020205020403" pitchFamily="18" charset="0"/>
              <a:ea typeface="+mj-ea"/>
              <a:cs typeface="+mj-cs"/>
            </a:endParaRPr>
          </a:p>
          <a:p>
            <a:pPr algn="l">
              <a:spcBef>
                <a:spcPts val="600"/>
              </a:spcBef>
              <a:spcAft>
                <a:spcPts val="600"/>
              </a:spcAft>
            </a:pPr>
            <a:r>
              <a:rPr lang="en-US" sz="2600" dirty="0">
                <a:solidFill>
                  <a:schemeClr val="bg1"/>
                </a:solidFill>
                <a:latin typeface="Rockwell" panose="02060603020205020403" pitchFamily="18" charset="0"/>
                <a:ea typeface="+mj-ea"/>
                <a:cs typeface="+mj-cs"/>
              </a:rPr>
              <a:t>4. </a:t>
            </a:r>
            <a:r>
              <a:rPr lang="en-US" sz="2600" dirty="0" err="1">
                <a:solidFill>
                  <a:schemeClr val="bg1"/>
                </a:solidFill>
                <a:latin typeface="Rockwell" panose="02060603020205020403" pitchFamily="18" charset="0"/>
                <a:ea typeface="+mj-ea"/>
                <a:cs typeface="+mj-cs"/>
              </a:rPr>
              <a:t>Biện</a:t>
            </a:r>
            <a:r>
              <a:rPr lang="en-US" sz="2600" dirty="0">
                <a:solidFill>
                  <a:schemeClr val="bg1"/>
                </a:solidFill>
                <a:latin typeface="Rockwell" panose="02060603020205020403" pitchFamily="18" charset="0"/>
                <a:ea typeface="+mj-ea"/>
                <a:cs typeface="+mj-cs"/>
              </a:rPr>
              <a:t> </a:t>
            </a:r>
            <a:r>
              <a:rPr lang="en-US" sz="2600" dirty="0" err="1">
                <a:solidFill>
                  <a:schemeClr val="bg1"/>
                </a:solidFill>
                <a:latin typeface="Rockwell" panose="02060603020205020403" pitchFamily="18" charset="0"/>
                <a:ea typeface="+mj-ea"/>
                <a:cs typeface="+mj-cs"/>
              </a:rPr>
              <a:t>pháp</a:t>
            </a:r>
            <a:r>
              <a:rPr lang="en-US" sz="2600" dirty="0">
                <a:solidFill>
                  <a:schemeClr val="bg1"/>
                </a:solidFill>
                <a:latin typeface="Rockwell" panose="02060603020205020403" pitchFamily="18" charset="0"/>
                <a:ea typeface="+mj-ea"/>
                <a:cs typeface="+mj-cs"/>
              </a:rPr>
              <a:t> </a:t>
            </a:r>
            <a:r>
              <a:rPr lang="en-US" sz="2600" dirty="0" err="1">
                <a:solidFill>
                  <a:schemeClr val="bg1"/>
                </a:solidFill>
                <a:latin typeface="Rockwell" panose="02060603020205020403" pitchFamily="18" charset="0"/>
                <a:ea typeface="+mj-ea"/>
                <a:cs typeface="+mj-cs"/>
              </a:rPr>
              <a:t>bảo</a:t>
            </a:r>
            <a:r>
              <a:rPr lang="en-US" sz="2600" dirty="0">
                <a:solidFill>
                  <a:schemeClr val="bg1"/>
                </a:solidFill>
                <a:latin typeface="Rockwell" panose="02060603020205020403" pitchFamily="18" charset="0"/>
                <a:ea typeface="+mj-ea"/>
                <a:cs typeface="+mj-cs"/>
              </a:rPr>
              <a:t> </a:t>
            </a:r>
            <a:r>
              <a:rPr lang="en-US" sz="2600" dirty="0" err="1">
                <a:solidFill>
                  <a:schemeClr val="bg1"/>
                </a:solidFill>
                <a:latin typeface="Rockwell" panose="02060603020205020403" pitchFamily="18" charset="0"/>
                <a:ea typeface="+mj-ea"/>
                <a:cs typeface="+mj-cs"/>
              </a:rPr>
              <a:t>mật</a:t>
            </a:r>
            <a:r>
              <a:rPr lang="en-US" sz="2600" dirty="0">
                <a:solidFill>
                  <a:schemeClr val="bg1"/>
                </a:solidFill>
                <a:latin typeface="Rockwell" panose="02060603020205020403" pitchFamily="18" charset="0"/>
                <a:ea typeface="+mj-ea"/>
                <a:cs typeface="+mj-cs"/>
              </a:rPr>
              <a:t> </a:t>
            </a:r>
            <a:r>
              <a:rPr lang="en-US" sz="2600" dirty="0" err="1">
                <a:solidFill>
                  <a:schemeClr val="bg1"/>
                </a:solidFill>
                <a:latin typeface="Rockwell" panose="02060603020205020403" pitchFamily="18" charset="0"/>
                <a:ea typeface="+mj-ea"/>
                <a:cs typeface="+mj-cs"/>
              </a:rPr>
              <a:t>hiệu</a:t>
            </a:r>
            <a:r>
              <a:rPr lang="en-US" sz="2600" dirty="0">
                <a:solidFill>
                  <a:schemeClr val="bg1"/>
                </a:solidFill>
                <a:latin typeface="Rockwell" panose="02060603020205020403" pitchFamily="18" charset="0"/>
                <a:ea typeface="+mj-ea"/>
                <a:cs typeface="+mj-cs"/>
              </a:rPr>
              <a:t> </a:t>
            </a:r>
            <a:r>
              <a:rPr lang="en-US" sz="2600" dirty="0" err="1">
                <a:solidFill>
                  <a:schemeClr val="bg1"/>
                </a:solidFill>
                <a:latin typeface="Rockwell" panose="02060603020205020403" pitchFamily="18" charset="0"/>
                <a:ea typeface="+mj-ea"/>
                <a:cs typeface="+mj-cs"/>
              </a:rPr>
              <a:t>quả</a:t>
            </a:r>
            <a:r>
              <a:rPr lang="en-US" sz="2600" dirty="0">
                <a:solidFill>
                  <a:schemeClr val="bg1"/>
                </a:solidFill>
                <a:latin typeface="Rockwell" panose="02060603020205020403" pitchFamily="18" charset="0"/>
                <a:ea typeface="+mj-ea"/>
                <a:cs typeface="+mj-cs"/>
              </a:rPr>
              <a:t>: </a:t>
            </a:r>
            <a:r>
              <a:rPr lang="en-US" sz="2600" dirty="0" err="1">
                <a:solidFill>
                  <a:schemeClr val="bg1"/>
                </a:solidFill>
                <a:latin typeface="Rockwell" panose="02060603020205020403" pitchFamily="18" charset="0"/>
                <a:ea typeface="+mj-ea"/>
                <a:cs typeface="+mj-cs"/>
              </a:rPr>
              <a:t>kiểm</a:t>
            </a:r>
            <a:r>
              <a:rPr lang="en-US" sz="2600" dirty="0">
                <a:solidFill>
                  <a:schemeClr val="bg1"/>
                </a:solidFill>
                <a:latin typeface="Rockwell" panose="02060603020205020403" pitchFamily="18" charset="0"/>
                <a:ea typeface="+mj-ea"/>
                <a:cs typeface="+mj-cs"/>
              </a:rPr>
              <a:t> </a:t>
            </a:r>
            <a:r>
              <a:rPr lang="en-US" sz="2600" dirty="0" err="1">
                <a:solidFill>
                  <a:schemeClr val="bg1"/>
                </a:solidFill>
                <a:latin typeface="Rockwell" panose="02060603020205020403" pitchFamily="18" charset="0"/>
                <a:ea typeface="+mj-ea"/>
                <a:cs typeface="+mj-cs"/>
              </a:rPr>
              <a:t>tra</a:t>
            </a:r>
            <a:r>
              <a:rPr lang="en-US" sz="2600" dirty="0">
                <a:solidFill>
                  <a:schemeClr val="bg1"/>
                </a:solidFill>
                <a:latin typeface="Rockwell" panose="02060603020205020403" pitchFamily="18" charset="0"/>
                <a:ea typeface="+mj-ea"/>
                <a:cs typeface="+mj-cs"/>
              </a:rPr>
              <a:t> </a:t>
            </a:r>
            <a:r>
              <a:rPr lang="en-US" sz="2600" dirty="0" err="1">
                <a:solidFill>
                  <a:schemeClr val="bg1"/>
                </a:solidFill>
                <a:latin typeface="Rockwell" panose="02060603020205020403" pitchFamily="18" charset="0"/>
                <a:ea typeface="+mj-ea"/>
                <a:cs typeface="+mj-cs"/>
              </a:rPr>
              <a:t>dữ</a:t>
            </a:r>
            <a:r>
              <a:rPr lang="en-US" sz="2600" dirty="0">
                <a:solidFill>
                  <a:schemeClr val="bg1"/>
                </a:solidFill>
                <a:latin typeface="Rockwell" panose="02060603020205020403" pitchFamily="18" charset="0"/>
                <a:ea typeface="+mj-ea"/>
                <a:cs typeface="+mj-cs"/>
              </a:rPr>
              <a:t> </a:t>
            </a:r>
            <a:r>
              <a:rPr lang="en-US" sz="2600" dirty="0" err="1">
                <a:solidFill>
                  <a:schemeClr val="bg1"/>
                </a:solidFill>
                <a:latin typeface="Rockwell" panose="02060603020205020403" pitchFamily="18" charset="0"/>
                <a:ea typeface="+mj-ea"/>
                <a:cs typeface="+mj-cs"/>
              </a:rPr>
              <a:t>liệu</a:t>
            </a:r>
            <a:r>
              <a:rPr lang="en-US" sz="2600" dirty="0">
                <a:solidFill>
                  <a:schemeClr val="bg1"/>
                </a:solidFill>
                <a:latin typeface="Rockwell" panose="02060603020205020403" pitchFamily="18" charset="0"/>
                <a:ea typeface="+mj-ea"/>
                <a:cs typeface="+mj-cs"/>
              </a:rPr>
              <a:t> </a:t>
            </a:r>
            <a:r>
              <a:rPr lang="en-US" sz="2600" dirty="0" err="1">
                <a:solidFill>
                  <a:schemeClr val="bg1"/>
                </a:solidFill>
                <a:latin typeface="Rockwell" panose="02060603020205020403" pitchFamily="18" charset="0"/>
                <a:ea typeface="+mj-ea"/>
                <a:cs typeface="+mj-cs"/>
              </a:rPr>
              <a:t>đầu</a:t>
            </a:r>
            <a:r>
              <a:rPr lang="en-US" sz="2600" dirty="0">
                <a:solidFill>
                  <a:schemeClr val="bg1"/>
                </a:solidFill>
                <a:latin typeface="Rockwell" panose="02060603020205020403" pitchFamily="18" charset="0"/>
                <a:ea typeface="+mj-ea"/>
                <a:cs typeface="+mj-cs"/>
              </a:rPr>
              <a:t> </a:t>
            </a:r>
            <a:r>
              <a:rPr lang="en-US" sz="2600" dirty="0" err="1">
                <a:solidFill>
                  <a:schemeClr val="bg1"/>
                </a:solidFill>
                <a:latin typeface="Rockwell" panose="02060603020205020403" pitchFamily="18" charset="0"/>
                <a:ea typeface="+mj-ea"/>
                <a:cs typeface="+mj-cs"/>
              </a:rPr>
              <a:t>vào</a:t>
            </a:r>
            <a:r>
              <a:rPr lang="en-US" sz="2600" dirty="0">
                <a:solidFill>
                  <a:schemeClr val="bg1"/>
                </a:solidFill>
                <a:latin typeface="Rockwell" panose="02060603020205020403" pitchFamily="18" charset="0"/>
                <a:ea typeface="+mj-ea"/>
                <a:cs typeface="+mj-cs"/>
              </a:rPr>
              <a:t>, </a:t>
            </a:r>
            <a:r>
              <a:rPr lang="en-US" sz="2600" dirty="0" err="1">
                <a:solidFill>
                  <a:schemeClr val="bg1"/>
                </a:solidFill>
                <a:latin typeface="Rockwell" panose="02060603020205020403" pitchFamily="18" charset="0"/>
                <a:ea typeface="+mj-ea"/>
                <a:cs typeface="+mj-cs"/>
              </a:rPr>
              <a:t>mã</a:t>
            </a:r>
            <a:r>
              <a:rPr lang="en-US" sz="2600" dirty="0">
                <a:solidFill>
                  <a:schemeClr val="bg1"/>
                </a:solidFill>
                <a:latin typeface="Rockwell" panose="02060603020205020403" pitchFamily="18" charset="0"/>
                <a:ea typeface="+mj-ea"/>
                <a:cs typeface="+mj-cs"/>
              </a:rPr>
              <a:t> </a:t>
            </a:r>
            <a:r>
              <a:rPr lang="en-US" sz="2600" dirty="0" err="1">
                <a:solidFill>
                  <a:schemeClr val="bg1"/>
                </a:solidFill>
                <a:latin typeface="Rockwell" panose="02060603020205020403" pitchFamily="18" charset="0"/>
                <a:ea typeface="+mj-ea"/>
                <a:cs typeface="+mj-cs"/>
              </a:rPr>
              <a:t>hóa</a:t>
            </a:r>
            <a:r>
              <a:rPr lang="en-US" sz="2600" dirty="0">
                <a:solidFill>
                  <a:schemeClr val="bg1"/>
                </a:solidFill>
                <a:latin typeface="Rockwell" panose="02060603020205020403" pitchFamily="18" charset="0"/>
                <a:ea typeface="+mj-ea"/>
                <a:cs typeface="+mj-cs"/>
              </a:rPr>
              <a:t>, </a:t>
            </a:r>
            <a:r>
              <a:rPr lang="en-US" sz="2600" dirty="0" err="1">
                <a:solidFill>
                  <a:schemeClr val="bg1"/>
                </a:solidFill>
                <a:latin typeface="Rockwell" panose="02060603020205020403" pitchFamily="18" charset="0"/>
                <a:ea typeface="+mj-ea"/>
                <a:cs typeface="+mj-cs"/>
              </a:rPr>
              <a:t>xác</a:t>
            </a:r>
            <a:r>
              <a:rPr lang="en-US" sz="2600" dirty="0">
                <a:solidFill>
                  <a:schemeClr val="bg1"/>
                </a:solidFill>
                <a:latin typeface="Rockwell" panose="02060603020205020403" pitchFamily="18" charset="0"/>
                <a:ea typeface="+mj-ea"/>
                <a:cs typeface="+mj-cs"/>
              </a:rPr>
              <a:t> </a:t>
            </a:r>
            <a:r>
              <a:rPr lang="en-US" sz="2600" dirty="0" err="1">
                <a:solidFill>
                  <a:schemeClr val="bg1"/>
                </a:solidFill>
                <a:latin typeface="Rockwell" panose="02060603020205020403" pitchFamily="18" charset="0"/>
                <a:ea typeface="+mj-ea"/>
                <a:cs typeface="+mj-cs"/>
              </a:rPr>
              <a:t>thực</a:t>
            </a:r>
            <a:r>
              <a:rPr lang="en-US" sz="2600" dirty="0">
                <a:solidFill>
                  <a:schemeClr val="bg1"/>
                </a:solidFill>
                <a:latin typeface="Rockwell" panose="02060603020205020403" pitchFamily="18" charset="0"/>
                <a:ea typeface="+mj-ea"/>
                <a:cs typeface="+mj-cs"/>
              </a:rPr>
              <a:t> </a:t>
            </a:r>
            <a:r>
              <a:rPr lang="en-US" sz="2600" dirty="0" err="1">
                <a:solidFill>
                  <a:schemeClr val="bg1"/>
                </a:solidFill>
                <a:latin typeface="Rockwell" panose="02060603020205020403" pitchFamily="18" charset="0"/>
                <a:ea typeface="+mj-ea"/>
                <a:cs typeface="+mj-cs"/>
              </a:rPr>
              <a:t>mạnh</a:t>
            </a:r>
            <a:r>
              <a:rPr lang="en-US" sz="2600" dirty="0">
                <a:solidFill>
                  <a:schemeClr val="bg1"/>
                </a:solidFill>
                <a:latin typeface="Rockwell" panose="02060603020205020403" pitchFamily="18" charset="0"/>
                <a:ea typeface="+mj-ea"/>
                <a:cs typeface="+mj-cs"/>
              </a:rPr>
              <a:t>, </a:t>
            </a:r>
            <a:r>
              <a:rPr lang="en-US" sz="2600" dirty="0" err="1">
                <a:solidFill>
                  <a:schemeClr val="bg1"/>
                </a:solidFill>
                <a:latin typeface="Rockwell" panose="02060603020205020403" pitchFamily="18" charset="0"/>
                <a:ea typeface="+mj-ea"/>
                <a:cs typeface="+mj-cs"/>
              </a:rPr>
              <a:t>WAF</a:t>
            </a:r>
            <a:r>
              <a:rPr lang="en-US" sz="2600" dirty="0">
                <a:solidFill>
                  <a:schemeClr val="bg1"/>
                </a:solidFill>
                <a:latin typeface="Rockwell" panose="02060603020205020403" pitchFamily="18" charset="0"/>
                <a:ea typeface="+mj-ea"/>
                <a:cs typeface="+mj-cs"/>
              </a:rPr>
              <a:t>, </a:t>
            </a:r>
            <a:r>
              <a:rPr lang="en-US" sz="2600" dirty="0" err="1">
                <a:solidFill>
                  <a:schemeClr val="bg1"/>
                </a:solidFill>
                <a:latin typeface="Rockwell" panose="02060603020205020403" pitchFamily="18" charset="0"/>
                <a:ea typeface="+mj-ea"/>
                <a:cs typeface="+mj-cs"/>
              </a:rPr>
              <a:t>cập</a:t>
            </a:r>
            <a:r>
              <a:rPr lang="en-US" sz="2600" dirty="0">
                <a:solidFill>
                  <a:schemeClr val="bg1"/>
                </a:solidFill>
                <a:latin typeface="Rockwell" panose="02060603020205020403" pitchFamily="18" charset="0"/>
                <a:ea typeface="+mj-ea"/>
                <a:cs typeface="+mj-cs"/>
              </a:rPr>
              <a:t> </a:t>
            </a:r>
            <a:r>
              <a:rPr lang="en-US" sz="2600" dirty="0" err="1">
                <a:solidFill>
                  <a:schemeClr val="bg1"/>
                </a:solidFill>
                <a:latin typeface="Rockwell" panose="02060603020205020403" pitchFamily="18" charset="0"/>
                <a:ea typeface="+mj-ea"/>
                <a:cs typeface="+mj-cs"/>
              </a:rPr>
              <a:t>nhật</a:t>
            </a:r>
            <a:r>
              <a:rPr lang="en-US" sz="2600" dirty="0">
                <a:solidFill>
                  <a:schemeClr val="bg1"/>
                </a:solidFill>
                <a:latin typeface="Rockwell" panose="02060603020205020403" pitchFamily="18" charset="0"/>
                <a:ea typeface="+mj-ea"/>
                <a:cs typeface="+mj-cs"/>
              </a:rPr>
              <a:t> </a:t>
            </a:r>
            <a:r>
              <a:rPr lang="en-US" sz="2600" dirty="0" err="1">
                <a:solidFill>
                  <a:schemeClr val="bg1"/>
                </a:solidFill>
                <a:latin typeface="Rockwell" panose="02060603020205020403" pitchFamily="18" charset="0"/>
                <a:ea typeface="+mj-ea"/>
                <a:cs typeface="+mj-cs"/>
              </a:rPr>
              <a:t>bản</a:t>
            </a:r>
            <a:r>
              <a:rPr lang="en-US" sz="2600" dirty="0">
                <a:solidFill>
                  <a:schemeClr val="bg1"/>
                </a:solidFill>
                <a:latin typeface="Rockwell" panose="02060603020205020403" pitchFamily="18" charset="0"/>
                <a:ea typeface="+mj-ea"/>
                <a:cs typeface="+mj-cs"/>
              </a:rPr>
              <a:t> </a:t>
            </a:r>
            <a:r>
              <a:rPr lang="en-US" sz="2600" dirty="0" err="1">
                <a:solidFill>
                  <a:schemeClr val="bg1"/>
                </a:solidFill>
                <a:latin typeface="Rockwell" panose="02060603020205020403" pitchFamily="18" charset="0"/>
                <a:ea typeface="+mj-ea"/>
                <a:cs typeface="+mj-cs"/>
              </a:rPr>
              <a:t>vá</a:t>
            </a:r>
            <a:r>
              <a:rPr lang="en-US" sz="2600" dirty="0">
                <a:solidFill>
                  <a:schemeClr val="bg1"/>
                </a:solidFill>
                <a:latin typeface="Rockwell" panose="02060603020205020403" pitchFamily="18" charset="0"/>
                <a:ea typeface="+mj-ea"/>
                <a:cs typeface="+mj-cs"/>
              </a:rPr>
              <a:t>, </a:t>
            </a:r>
            <a:r>
              <a:rPr lang="en-US" sz="2600" dirty="0" err="1">
                <a:solidFill>
                  <a:schemeClr val="bg1"/>
                </a:solidFill>
                <a:latin typeface="Rockwell" panose="02060603020205020403" pitchFamily="18" charset="0"/>
                <a:ea typeface="+mj-ea"/>
                <a:cs typeface="+mj-cs"/>
              </a:rPr>
              <a:t>kiểm</a:t>
            </a:r>
            <a:r>
              <a:rPr lang="en-US" sz="2600" dirty="0">
                <a:solidFill>
                  <a:schemeClr val="bg1"/>
                </a:solidFill>
                <a:latin typeface="Rockwell" panose="02060603020205020403" pitchFamily="18" charset="0"/>
                <a:ea typeface="+mj-ea"/>
                <a:cs typeface="+mj-cs"/>
              </a:rPr>
              <a:t> </a:t>
            </a:r>
            <a:r>
              <a:rPr lang="en-US" sz="2600" dirty="0" err="1">
                <a:solidFill>
                  <a:schemeClr val="bg1"/>
                </a:solidFill>
                <a:latin typeface="Rockwell" panose="02060603020205020403" pitchFamily="18" charset="0"/>
                <a:ea typeface="+mj-ea"/>
                <a:cs typeface="+mj-cs"/>
              </a:rPr>
              <a:t>thử</a:t>
            </a:r>
            <a:r>
              <a:rPr lang="en-US" sz="2600" dirty="0">
                <a:solidFill>
                  <a:schemeClr val="bg1"/>
                </a:solidFill>
                <a:latin typeface="Rockwell" panose="02060603020205020403" pitchFamily="18" charset="0"/>
                <a:ea typeface="+mj-ea"/>
                <a:cs typeface="+mj-cs"/>
              </a:rPr>
              <a:t> </a:t>
            </a:r>
            <a:r>
              <a:rPr lang="en-US" sz="2600" dirty="0" err="1">
                <a:solidFill>
                  <a:schemeClr val="bg1"/>
                </a:solidFill>
                <a:latin typeface="Rockwell" panose="02060603020205020403" pitchFamily="18" charset="0"/>
                <a:ea typeface="+mj-ea"/>
                <a:cs typeface="+mj-cs"/>
              </a:rPr>
              <a:t>định</a:t>
            </a:r>
            <a:r>
              <a:rPr lang="en-US" sz="2600" dirty="0">
                <a:solidFill>
                  <a:schemeClr val="bg1"/>
                </a:solidFill>
                <a:latin typeface="Rockwell" panose="02060603020205020403" pitchFamily="18" charset="0"/>
                <a:ea typeface="+mj-ea"/>
                <a:cs typeface="+mj-cs"/>
              </a:rPr>
              <a:t> </a:t>
            </a:r>
            <a:r>
              <a:rPr lang="en-US" sz="2600" dirty="0" err="1">
                <a:solidFill>
                  <a:schemeClr val="bg1"/>
                </a:solidFill>
                <a:latin typeface="Rockwell" panose="02060603020205020403" pitchFamily="18" charset="0"/>
                <a:ea typeface="+mj-ea"/>
                <a:cs typeface="+mj-cs"/>
              </a:rPr>
              <a:t>kỳ</a:t>
            </a:r>
            <a:r>
              <a:rPr lang="en-US" sz="2600" dirty="0">
                <a:solidFill>
                  <a:schemeClr val="bg1"/>
                </a:solidFill>
                <a:latin typeface="Rockwell" panose="02060603020205020403" pitchFamily="18" charset="0"/>
                <a:ea typeface="+mj-ea"/>
                <a:cs typeface="+mj-cs"/>
              </a:rPr>
              <a:t>.</a:t>
            </a:r>
            <a:endParaRPr lang="en-US" sz="2600" dirty="0">
              <a:solidFill>
                <a:schemeClr val="bg1"/>
              </a:solidFill>
              <a:latin typeface="Rockwell" panose="02060603020205020403" pitchFamily="18" charset="0"/>
              <a:ea typeface="+mj-ea"/>
              <a:cs typeface="+mj-cs"/>
            </a:endParaRPr>
          </a:p>
        </p:txBody>
      </p:sp>
      <p:pic>
        <p:nvPicPr>
          <p:cNvPr id="15" name="Graphic 14" descr="Clipboard">
            <a:extLst>
              <a:ext uri="{FF2B5EF4-FFF2-40B4-BE49-F238E27FC236}">
                <a16:creationId xmlns:a16="http://schemas.microsoft.com/office/drawing/2014/main" id="{2A123BD8-A09C-49C0-98E8-54B55610A928}"/>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xmlns="" r:embed="rId3"/>
              </a:ext>
            </a:extLst>
          </a:blip>
          <a:stretch>
            <a:fillRect/>
          </a:stretch>
        </p:blipFill>
        <p:spPr>
          <a:xfrm rot="20625611">
            <a:off x="9192112" y="4164719"/>
            <a:ext cx="2678761" cy="2678761"/>
          </a:xfrm>
          <a:prstGeom prst="rect">
            <a:avLst/>
          </a:prstGeom>
        </p:spPr>
      </p:pic>
      <p:pic>
        <p:nvPicPr>
          <p:cNvPr id="11" name="Graphic 10" descr="Microscope">
            <a:extLst>
              <a:ext uri="{FF2B5EF4-FFF2-40B4-BE49-F238E27FC236}">
                <a16:creationId xmlns:a16="http://schemas.microsoft.com/office/drawing/2014/main" id="{3CB00449-E308-4DF3-9CFD-9A7D30B672DE}"/>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xmlns="" r:embed="rId5"/>
              </a:ext>
            </a:extLst>
          </a:blip>
          <a:stretch>
            <a:fillRect/>
          </a:stretch>
        </p:blipFill>
        <p:spPr>
          <a:xfrm rot="1338607" flipH="1">
            <a:off x="-148800" y="161130"/>
            <a:ext cx="2684499" cy="2684499"/>
          </a:xfrm>
          <a:prstGeom prst="rect">
            <a:avLst/>
          </a:prstGeom>
        </p:spPr>
      </p:pic>
      <p:pic>
        <p:nvPicPr>
          <p:cNvPr id="7" name="Graphic 6" descr="Beaker">
            <a:extLst>
              <a:ext uri="{FF2B5EF4-FFF2-40B4-BE49-F238E27FC236}">
                <a16:creationId xmlns:a16="http://schemas.microsoft.com/office/drawing/2014/main" id="{88D22565-F42F-439B-A6A4-CF161165E6B6}"/>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xmlns="" r:embed="rId9"/>
              </a:ext>
            </a:extLst>
          </a:blip>
          <a:stretch>
            <a:fillRect/>
          </a:stretch>
        </p:blipFill>
        <p:spPr>
          <a:xfrm rot="1213697">
            <a:off x="-187116" y="4214343"/>
            <a:ext cx="2610148" cy="2610148"/>
          </a:xfrm>
          <a:prstGeom prst="rect">
            <a:avLst/>
          </a:prstGeom>
        </p:spPr>
      </p:pic>
      <p:pic>
        <p:nvPicPr>
          <p:cNvPr id="9" name="Graphic 8" descr="Flask">
            <a:extLst>
              <a:ext uri="{FF2B5EF4-FFF2-40B4-BE49-F238E27FC236}">
                <a16:creationId xmlns:a16="http://schemas.microsoft.com/office/drawing/2014/main" id="{B46E3E84-D1E6-4422-AA93-3EE98A821B98}"/>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xmlns="" r:embed="rId11"/>
              </a:ext>
            </a:extLst>
          </a:blip>
          <a:stretch>
            <a:fillRect/>
          </a:stretch>
        </p:blipFill>
        <p:spPr>
          <a:xfrm rot="20451125">
            <a:off x="3057223" y="4330202"/>
            <a:ext cx="2521285" cy="2521285"/>
          </a:xfrm>
          <a:prstGeom prst="rect">
            <a:avLst/>
          </a:prstGeom>
        </p:spPr>
      </p:pic>
      <p:pic>
        <p:nvPicPr>
          <p:cNvPr id="19" name="Graphic 18" descr="Ruler">
            <a:extLst>
              <a:ext uri="{FF2B5EF4-FFF2-40B4-BE49-F238E27FC236}">
                <a16:creationId xmlns:a16="http://schemas.microsoft.com/office/drawing/2014/main" id="{39130E3C-1E93-4315-AE76-13C55147DCF2}"/>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xmlns="" r:embed="rId13"/>
              </a:ext>
            </a:extLst>
          </a:blip>
          <a:stretch>
            <a:fillRect/>
          </a:stretch>
        </p:blipFill>
        <p:spPr>
          <a:xfrm rot="19608170">
            <a:off x="6387276" y="4979796"/>
            <a:ext cx="1676539" cy="1676539"/>
          </a:xfrm>
          <a:prstGeom prst="rect">
            <a:avLst/>
          </a:prstGeom>
        </p:spPr>
      </p:pic>
      <p:pic>
        <p:nvPicPr>
          <p:cNvPr id="21" name="Graphic 20" descr="Pencil">
            <a:extLst>
              <a:ext uri="{FF2B5EF4-FFF2-40B4-BE49-F238E27FC236}">
                <a16:creationId xmlns:a16="http://schemas.microsoft.com/office/drawing/2014/main" id="{FFEC1660-205F-490E-800A-0D57D250BAE4}"/>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xmlns="" r:embed="rId15"/>
              </a:ext>
            </a:extLst>
          </a:blip>
          <a:stretch>
            <a:fillRect/>
          </a:stretch>
        </p:blipFill>
        <p:spPr>
          <a:xfrm rot="20520790">
            <a:off x="10739419" y="4379789"/>
            <a:ext cx="1156703" cy="1156703"/>
          </a:xfrm>
          <a:prstGeom prst="rect">
            <a:avLst/>
          </a:prstGeom>
        </p:spPr>
      </p:pic>
    </p:spTree>
    <p:extLst>
      <p:ext uri="{BB962C8B-B14F-4D97-AF65-F5344CB8AC3E}">
        <p14:creationId xmlns:p14="http://schemas.microsoft.com/office/powerpoint/2010/main" val="2037187212"/>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bg>
      <p:bgPr>
        <a:solidFill>
          <a:schemeClr val="accent5">
            <a:lumMod val="5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B5F415-7490-4054-85B4-10F7AE6D3385}"/>
              </a:ext>
            </a:extLst>
          </p:cNvPr>
          <p:cNvSpPr>
            <a:spLocks noGrp="1"/>
          </p:cNvSpPr>
          <p:nvPr>
            <p:ph type="ctrTitle"/>
          </p:nvPr>
        </p:nvSpPr>
        <p:spPr>
          <a:xfrm>
            <a:off x="1580351" y="138557"/>
            <a:ext cx="9041793" cy="944020"/>
          </a:xfrm>
        </p:spPr>
        <p:txBody>
          <a:bodyPr>
            <a:normAutofit/>
          </a:bodyPr>
          <a:lstStyle/>
          <a:p>
            <a:pPr algn="l"/>
            <a:r>
              <a:rPr lang="en-US" sz="3000" dirty="0" err="1" smtClean="0">
                <a:solidFill>
                  <a:schemeClr val="bg1"/>
                </a:solidFill>
                <a:latin typeface="Rockwell" panose="02060603020205020403" pitchFamily="18" charset="0"/>
              </a:rPr>
              <a:t>Những</a:t>
            </a:r>
            <a:r>
              <a:rPr lang="en-US" sz="3000" dirty="0" smtClean="0">
                <a:solidFill>
                  <a:schemeClr val="bg1"/>
                </a:solidFill>
                <a:latin typeface="Rockwell" panose="02060603020205020403" pitchFamily="18" charset="0"/>
              </a:rPr>
              <a:t> </a:t>
            </a:r>
            <a:r>
              <a:rPr lang="en-US" sz="3000" dirty="0" err="1" smtClean="0">
                <a:solidFill>
                  <a:schemeClr val="bg1"/>
                </a:solidFill>
                <a:latin typeface="Rockwell" panose="02060603020205020403" pitchFamily="18" charset="0"/>
              </a:rPr>
              <a:t>nội</a:t>
            </a:r>
            <a:r>
              <a:rPr lang="en-US" sz="3000" dirty="0" smtClean="0">
                <a:solidFill>
                  <a:schemeClr val="bg1"/>
                </a:solidFill>
                <a:latin typeface="Rockwell" panose="02060603020205020403" pitchFamily="18" charset="0"/>
              </a:rPr>
              <a:t> dung </a:t>
            </a:r>
            <a:r>
              <a:rPr lang="en-US" sz="3000" dirty="0" err="1" smtClean="0">
                <a:solidFill>
                  <a:schemeClr val="bg1"/>
                </a:solidFill>
                <a:latin typeface="Rockwell" panose="02060603020205020403" pitchFamily="18" charset="0"/>
              </a:rPr>
              <a:t>cần</a:t>
            </a:r>
            <a:r>
              <a:rPr lang="en-US" sz="3000" dirty="0" smtClean="0">
                <a:solidFill>
                  <a:schemeClr val="bg1"/>
                </a:solidFill>
                <a:latin typeface="Rockwell" panose="02060603020205020403" pitchFamily="18" charset="0"/>
              </a:rPr>
              <a:t> </a:t>
            </a:r>
            <a:r>
              <a:rPr lang="en-US" sz="3000" dirty="0" err="1" smtClean="0">
                <a:solidFill>
                  <a:schemeClr val="bg1"/>
                </a:solidFill>
                <a:latin typeface="Rockwell" panose="02060603020205020403" pitchFamily="18" charset="0"/>
              </a:rPr>
              <a:t>lưu</a:t>
            </a:r>
            <a:r>
              <a:rPr lang="en-US" sz="3000" dirty="0" smtClean="0">
                <a:solidFill>
                  <a:schemeClr val="bg1"/>
                </a:solidFill>
                <a:latin typeface="Rockwell" panose="02060603020205020403" pitchFamily="18" charset="0"/>
              </a:rPr>
              <a:t> </a:t>
            </a:r>
            <a:r>
              <a:rPr lang="en-US" sz="3000" dirty="0" smtClean="0">
                <a:solidFill>
                  <a:schemeClr val="bg1"/>
                </a:solidFill>
                <a:latin typeface="Rockwell" panose="02060603020205020403" pitchFamily="18" charset="0"/>
              </a:rPr>
              <a:t>ý:</a:t>
            </a:r>
            <a:endParaRPr lang="en-US" sz="3000" dirty="0">
              <a:solidFill>
                <a:schemeClr val="bg1"/>
              </a:solidFill>
              <a:latin typeface="Rockwell" panose="02060603020205020403" pitchFamily="18" charset="0"/>
            </a:endParaRPr>
          </a:p>
        </p:txBody>
      </p:sp>
      <p:sp>
        <p:nvSpPr>
          <p:cNvPr id="3" name="Subtitle 2">
            <a:extLst>
              <a:ext uri="{FF2B5EF4-FFF2-40B4-BE49-F238E27FC236}">
                <a16:creationId xmlns:a16="http://schemas.microsoft.com/office/drawing/2014/main" id="{D05F6415-1E7C-453D-B6B7-DBF76BDA691B}"/>
              </a:ext>
            </a:extLst>
          </p:cNvPr>
          <p:cNvSpPr>
            <a:spLocks noGrp="1"/>
          </p:cNvSpPr>
          <p:nvPr>
            <p:ph type="subTitle" idx="1"/>
          </p:nvPr>
        </p:nvSpPr>
        <p:spPr>
          <a:xfrm>
            <a:off x="1580351" y="1082577"/>
            <a:ext cx="9829177" cy="4372169"/>
          </a:xfrm>
        </p:spPr>
        <p:txBody>
          <a:bodyPr>
            <a:noAutofit/>
          </a:bodyPr>
          <a:lstStyle/>
          <a:p>
            <a:pPr algn="l">
              <a:spcBef>
                <a:spcPts val="600"/>
              </a:spcBef>
              <a:spcAft>
                <a:spcPts val="600"/>
              </a:spcAft>
            </a:pPr>
            <a:r>
              <a:rPr lang="vi-VN" sz="2600" dirty="0" smtClean="0">
                <a:solidFill>
                  <a:schemeClr val="bg1"/>
                </a:solidFill>
                <a:latin typeface="Rockwell" panose="02060603020205020403" pitchFamily="18" charset="0"/>
                <a:ea typeface="+mj-ea"/>
                <a:cs typeface="+mj-cs"/>
              </a:rPr>
              <a:t>5</a:t>
            </a:r>
            <a:r>
              <a:rPr lang="vi-VN" sz="2600" dirty="0">
                <a:solidFill>
                  <a:schemeClr val="bg1"/>
                </a:solidFill>
                <a:latin typeface="Rockwell" panose="02060603020205020403" pitchFamily="18" charset="0"/>
                <a:ea typeface="+mj-ea"/>
                <a:cs typeface="+mj-cs"/>
              </a:rPr>
              <a:t>. Chính sách bảo mật và tuân thủ tiêu chuẩn (như OWASP Top 10, PCI DSS) là bắt buộc trong môi trường E-Commerce.</a:t>
            </a:r>
          </a:p>
          <a:p>
            <a:pPr algn="l">
              <a:spcBef>
                <a:spcPts val="600"/>
              </a:spcBef>
              <a:spcAft>
                <a:spcPts val="600"/>
              </a:spcAft>
            </a:pPr>
            <a:r>
              <a:rPr lang="vi-VN" sz="2600" dirty="0">
                <a:solidFill>
                  <a:schemeClr val="bg1"/>
                </a:solidFill>
                <a:latin typeface="Rockwell" panose="02060603020205020403" pitchFamily="18" charset="0"/>
                <a:ea typeface="+mj-ea"/>
                <a:cs typeface="+mj-cs"/>
              </a:rPr>
              <a:t>6. Bảo mật ứng dụng web &amp; bảo mật web server bổ trợ cho nhau: Nên phải được triển khai đồng bộ, không thể tách rời.</a:t>
            </a:r>
            <a:endParaRPr lang="en-US" sz="2600" dirty="0">
              <a:solidFill>
                <a:schemeClr val="bg1"/>
              </a:solidFill>
              <a:latin typeface="Rockwell" panose="02060603020205020403" pitchFamily="18" charset="0"/>
              <a:ea typeface="+mj-ea"/>
              <a:cs typeface="+mj-cs"/>
            </a:endParaRPr>
          </a:p>
        </p:txBody>
      </p:sp>
      <p:pic>
        <p:nvPicPr>
          <p:cNvPr id="15" name="Graphic 14" descr="Clipboard">
            <a:extLst>
              <a:ext uri="{FF2B5EF4-FFF2-40B4-BE49-F238E27FC236}">
                <a16:creationId xmlns:a16="http://schemas.microsoft.com/office/drawing/2014/main" id="{2A123BD8-A09C-49C0-98E8-54B55610A928}"/>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xmlns="" r:embed="rId3"/>
              </a:ext>
            </a:extLst>
          </a:blip>
          <a:stretch>
            <a:fillRect/>
          </a:stretch>
        </p:blipFill>
        <p:spPr>
          <a:xfrm rot="20625611">
            <a:off x="7854217" y="4251463"/>
            <a:ext cx="2678761" cy="2678761"/>
          </a:xfrm>
          <a:prstGeom prst="rect">
            <a:avLst/>
          </a:prstGeom>
        </p:spPr>
      </p:pic>
      <p:pic>
        <p:nvPicPr>
          <p:cNvPr id="11" name="Graphic 10" descr="Microscope">
            <a:extLst>
              <a:ext uri="{FF2B5EF4-FFF2-40B4-BE49-F238E27FC236}">
                <a16:creationId xmlns:a16="http://schemas.microsoft.com/office/drawing/2014/main" id="{3CB00449-E308-4DF3-9CFD-9A7D30B672DE}"/>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xmlns="" r:embed="rId5"/>
              </a:ext>
            </a:extLst>
          </a:blip>
          <a:stretch>
            <a:fillRect/>
          </a:stretch>
        </p:blipFill>
        <p:spPr>
          <a:xfrm rot="1338607" flipH="1">
            <a:off x="-148800" y="420869"/>
            <a:ext cx="2684499" cy="2684499"/>
          </a:xfrm>
          <a:prstGeom prst="rect">
            <a:avLst/>
          </a:prstGeom>
        </p:spPr>
      </p:pic>
      <p:pic>
        <p:nvPicPr>
          <p:cNvPr id="7" name="Graphic 6" descr="Beaker">
            <a:extLst>
              <a:ext uri="{FF2B5EF4-FFF2-40B4-BE49-F238E27FC236}">
                <a16:creationId xmlns:a16="http://schemas.microsoft.com/office/drawing/2014/main" id="{88D22565-F42F-439B-A6A4-CF161165E6B6}"/>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xmlns="" r:embed="rId9"/>
              </a:ext>
            </a:extLst>
          </a:blip>
          <a:stretch>
            <a:fillRect/>
          </a:stretch>
        </p:blipFill>
        <p:spPr>
          <a:xfrm rot="1213697">
            <a:off x="-187116" y="4214343"/>
            <a:ext cx="2610148" cy="2610148"/>
          </a:xfrm>
          <a:prstGeom prst="rect">
            <a:avLst/>
          </a:prstGeom>
        </p:spPr>
      </p:pic>
      <p:pic>
        <p:nvPicPr>
          <p:cNvPr id="9" name="Graphic 8" descr="Flask">
            <a:extLst>
              <a:ext uri="{FF2B5EF4-FFF2-40B4-BE49-F238E27FC236}">
                <a16:creationId xmlns:a16="http://schemas.microsoft.com/office/drawing/2014/main" id="{B46E3E84-D1E6-4422-AA93-3EE98A821B98}"/>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xmlns="" r:embed="rId11"/>
              </a:ext>
            </a:extLst>
          </a:blip>
          <a:stretch>
            <a:fillRect/>
          </a:stretch>
        </p:blipFill>
        <p:spPr>
          <a:xfrm rot="20451125">
            <a:off x="3057223" y="4330202"/>
            <a:ext cx="2521285" cy="2521285"/>
          </a:xfrm>
          <a:prstGeom prst="rect">
            <a:avLst/>
          </a:prstGeom>
        </p:spPr>
      </p:pic>
      <p:pic>
        <p:nvPicPr>
          <p:cNvPr id="19" name="Graphic 18" descr="Ruler">
            <a:extLst>
              <a:ext uri="{FF2B5EF4-FFF2-40B4-BE49-F238E27FC236}">
                <a16:creationId xmlns:a16="http://schemas.microsoft.com/office/drawing/2014/main" id="{39130E3C-1E93-4315-AE76-13C55147DCF2}"/>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xmlns="" r:embed="rId13"/>
              </a:ext>
            </a:extLst>
          </a:blip>
          <a:stretch>
            <a:fillRect/>
          </a:stretch>
        </p:blipFill>
        <p:spPr>
          <a:xfrm rot="19608170">
            <a:off x="5853168" y="5075331"/>
            <a:ext cx="1676539" cy="1676539"/>
          </a:xfrm>
          <a:prstGeom prst="rect">
            <a:avLst/>
          </a:prstGeom>
        </p:spPr>
      </p:pic>
      <p:pic>
        <p:nvPicPr>
          <p:cNvPr id="21" name="Graphic 20" descr="Pencil">
            <a:extLst>
              <a:ext uri="{FF2B5EF4-FFF2-40B4-BE49-F238E27FC236}">
                <a16:creationId xmlns:a16="http://schemas.microsoft.com/office/drawing/2014/main" id="{FFEC1660-205F-490E-800A-0D57D250BAE4}"/>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xmlns="" r:embed="rId15"/>
              </a:ext>
            </a:extLst>
          </a:blip>
          <a:stretch>
            <a:fillRect/>
          </a:stretch>
        </p:blipFill>
        <p:spPr>
          <a:xfrm rot="20520790">
            <a:off x="9547073" y="4362031"/>
            <a:ext cx="1156703" cy="1156703"/>
          </a:xfrm>
          <a:prstGeom prst="rect">
            <a:avLst/>
          </a:prstGeom>
        </p:spPr>
      </p:pic>
    </p:spTree>
    <p:extLst>
      <p:ext uri="{BB962C8B-B14F-4D97-AF65-F5344CB8AC3E}">
        <p14:creationId xmlns:p14="http://schemas.microsoft.com/office/powerpoint/2010/main" val="3121220899"/>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F33787325_Lab safety_AAS_v3" id="{898BC5E2-691B-4B41-A97D-F35AD4FFF20D}" vid="{295F60D3-032D-43CA-A300-E4752067AD50}"/>
    </a:ext>
  </a:extLst>
</a:theme>
</file>

<file path=ppt/theme/theme2.xml><?xml version="1.0" encoding="utf-8"?>
<a:theme xmlns:a="http://schemas.openxmlformats.org/drawingml/2006/main" name="Crop">
  <a:themeElements>
    <a:clrScheme name="Custom 27">
      <a:dk1>
        <a:sysClr val="windowText" lastClr="000000"/>
      </a:dk1>
      <a:lt1>
        <a:sysClr val="window" lastClr="FFFFFF"/>
      </a:lt1>
      <a:dk2>
        <a:srgbClr val="1F497D"/>
      </a:dk2>
      <a:lt2>
        <a:srgbClr val="EEECE1"/>
      </a:lt2>
      <a:accent1>
        <a:srgbClr val="4F81BD"/>
      </a:accent1>
      <a:accent2>
        <a:srgbClr val="C0504D"/>
      </a:accent2>
      <a:accent3>
        <a:srgbClr val="76923C"/>
      </a:accent3>
      <a:accent4>
        <a:srgbClr val="8064A2"/>
      </a:accent4>
      <a:accent5>
        <a:srgbClr val="4BACC6"/>
      </a:accent5>
      <a:accent6>
        <a:srgbClr val="F79646"/>
      </a:accent6>
      <a:hlink>
        <a:srgbClr val="0000FF"/>
      </a:hlink>
      <a:folHlink>
        <a:srgbClr val="800080"/>
      </a:folHlink>
    </a:clrScheme>
    <a:fontScheme name="Custom 9">
      <a:majorFont>
        <a:latin typeface="Impact"/>
        <a:ea typeface=""/>
        <a:cs typeface=""/>
      </a:majorFont>
      <a:minorFont>
        <a:latin typeface="Arial"/>
        <a:ea typeface=""/>
        <a:cs typeface=""/>
      </a:minorFont>
    </a:fontScheme>
    <a:fmtScheme name="Crop">
      <a:fillStyleLst>
        <a:solidFill>
          <a:schemeClr val="phClr"/>
        </a:solidFill>
        <a:gradFill rotWithShape="1">
          <a:gsLst>
            <a:gs pos="0">
              <a:schemeClr val="phClr">
                <a:tint val="67000"/>
                <a:satMod val="105000"/>
                <a:lumMod val="110000"/>
              </a:schemeClr>
            </a:gs>
            <a:gs pos="50000">
              <a:schemeClr val="phClr">
                <a:tint val="73000"/>
                <a:satMod val="103000"/>
                <a:lumMod val="105000"/>
              </a:schemeClr>
            </a:gs>
            <a:gs pos="100000">
              <a:schemeClr val="phClr">
                <a:tint val="81000"/>
                <a:satMod val="109000"/>
                <a:lumMod val="105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6350" cap="flat" cmpd="sng" algn="in">
          <a:solidFill>
            <a:schemeClr val="phClr"/>
          </a:solidFill>
          <a:prstDash val="solid"/>
        </a:ln>
        <a:ln w="34925" cap="flat" cmpd="sng" algn="in">
          <a:solidFill>
            <a:schemeClr val="phClr"/>
          </a:solidFill>
          <a:prstDash val="solid"/>
        </a:ln>
        <a:ln w="19050" cap="flat" cmpd="sng" algn="in">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35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spDef>
      <a:spPr/>
      <a:bodyPr rtlCol="0" anchor="ctr"/>
      <a:lstStyle>
        <a:defPPr algn="ctr">
          <a:defRPr/>
        </a:defPPr>
      </a:lstStyle>
      <a:style>
        <a:lnRef idx="2">
          <a:schemeClr val="dk1">
            <a:shade val="50000"/>
          </a:schemeClr>
        </a:lnRef>
        <a:fillRef idx="1">
          <a:schemeClr val="dk1"/>
        </a:fillRef>
        <a:effectRef idx="0">
          <a:schemeClr val="dk1"/>
        </a:effectRef>
        <a:fontRef idx="minor">
          <a:schemeClr val="lt1"/>
        </a:fontRef>
      </a:style>
    </a:spDef>
  </a:objectDefaults>
  <a:extraClrSchemeLst/>
  <a:extLst>
    <a:ext uri="{05A4C25C-085E-4340-85A3-A5531E510DB2}">
      <thm15:themeFamily xmlns:thm15="http://schemas.microsoft.com/office/thememl/2012/main" name="TF22874644_Trading cards_AAS_v3" id="{4E496154-558D-4612-A753-0794614ED79B}" vid="{A8FAAD10-755F-4F52-9B7F-8A15476B6C2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1" ma:contentTypeDescription="Create a new document." ma:contentTypeScope="" ma:versionID="96291512c1ee715ab617f4c07df79fc1">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8256c27c40ca5c40ce1cf6c44f0205df"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MediaServiceKeyPoints xmlns="71af3243-3dd4-4a8d-8c0d-dd76da1f02a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19E59094-1E6F-42D5-A62B-D0344AFFFAC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D0096A91-93C8-4C7A-BF68-944591874A6D}">
  <ds:schemaRefs>
    <ds:schemaRef ds:uri="http://schemas.microsoft.com/office/2006/documentManagement/types"/>
    <ds:schemaRef ds:uri="http://schemas.microsoft.com/office/infopath/2007/PartnerControls"/>
    <ds:schemaRef ds:uri="http://purl.org/dc/elements/1.1/"/>
    <ds:schemaRef ds:uri="http://purl.org/dc/terms/"/>
    <ds:schemaRef ds:uri="http://schemas.microsoft.com/office/2006/metadata/properties"/>
    <ds:schemaRef ds:uri="16c05727-aa75-4e4a-9b5f-8a80a1165891"/>
    <ds:schemaRef ds:uri="http://www.w3.org/XML/1998/namespace"/>
    <ds:schemaRef ds:uri="http://schemas.openxmlformats.org/package/2006/metadata/core-properties"/>
    <ds:schemaRef ds:uri="71af3243-3dd4-4a8d-8c0d-dd76da1f02a5"/>
    <ds:schemaRef ds:uri="http://purl.org/dc/dcmitype/"/>
  </ds:schemaRefs>
</ds:datastoreItem>
</file>

<file path=customXml/itemProps3.xml><?xml version="1.0" encoding="utf-8"?>
<ds:datastoreItem xmlns:ds="http://schemas.openxmlformats.org/officeDocument/2006/customXml" ds:itemID="{604BA817-A03C-4EA3-86C4-6E42BD37F523}">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Lab safety</Template>
  <TotalTime>0</TotalTime>
  <Words>5894</Words>
  <Application>Microsoft Office PowerPoint</Application>
  <PresentationFormat>Widescreen</PresentationFormat>
  <Paragraphs>492</Paragraphs>
  <Slides>57</Slides>
  <Notes>0</Notes>
  <HiddenSlides>0</HiddenSlides>
  <MMClips>0</MMClips>
  <ScaleCrop>false</ScaleCrop>
  <HeadingPairs>
    <vt:vector size="6" baseType="variant">
      <vt:variant>
        <vt:lpstr>Fonts Used</vt:lpstr>
      </vt:variant>
      <vt:variant>
        <vt:i4>9</vt:i4>
      </vt:variant>
      <vt:variant>
        <vt:lpstr>Theme</vt:lpstr>
      </vt:variant>
      <vt:variant>
        <vt:i4>2</vt:i4>
      </vt:variant>
      <vt:variant>
        <vt:lpstr>Slide Titles</vt:lpstr>
      </vt:variant>
      <vt:variant>
        <vt:i4>57</vt:i4>
      </vt:variant>
    </vt:vector>
  </HeadingPairs>
  <TitlesOfParts>
    <vt:vector size="68" baseType="lpstr">
      <vt:lpstr>Arial</vt:lpstr>
      <vt:lpstr>Calibri</vt:lpstr>
      <vt:lpstr>Calibri Light</vt:lpstr>
      <vt:lpstr>Franklin Gothic Book</vt:lpstr>
      <vt:lpstr>Impact</vt:lpstr>
      <vt:lpstr>Rockwell</vt:lpstr>
      <vt:lpstr>Segoe UI Emoji</vt:lpstr>
      <vt:lpstr>Tahoma</vt:lpstr>
      <vt:lpstr>Times New Roman</vt:lpstr>
      <vt:lpstr>Office Theme</vt:lpstr>
      <vt:lpstr>Crop</vt:lpstr>
      <vt:lpstr> Bảo mật  Ứng dụng và Hệ thống</vt:lpstr>
      <vt:lpstr>BẢO MẬT ỨNG DỤNG VÀ HỆ THỐNG   CSE702005-1-1-25 (N03)</vt:lpstr>
      <vt:lpstr>BÀI 3.1: BẢO MẬT ỨNG DỤNG WEB (PHẦN 1)</vt:lpstr>
      <vt:lpstr>3.1.1. Tổng quan về bảo mật ứng dụng web</vt:lpstr>
      <vt:lpstr>3.1.1. Tổng quan về bảo mật ứng dụng web</vt:lpstr>
      <vt:lpstr>3.1.1. Tổng quan về bảo mật ứng dụng web</vt:lpstr>
      <vt:lpstr>3.1.1. Tổng quan về bảo mật ứng dụng web</vt:lpstr>
      <vt:lpstr>3.1.1. Tổng quan về bảo mật ứng dụng web</vt:lpstr>
      <vt:lpstr>3.1.2. Các lỗ hổng phổ biến trong ứng dụng Web</vt:lpstr>
      <vt:lpstr>3.1.2. Các lỗ hổng phổ biến trong ứng dụng Web</vt:lpstr>
      <vt:lpstr>3.1.2. Các lỗ hổng phổ biến trong ứng dụng Web</vt:lpstr>
      <vt:lpstr>3.1.2. Các lỗ hổng phổ biến trong ứng dụng Web</vt:lpstr>
      <vt:lpstr>3.1.2. Các lỗ hổng phổ biến trong ứng dụng Web</vt:lpstr>
      <vt:lpstr>3.1.2. Các lỗ hổng phổ biến trong ứng dụng Web</vt:lpstr>
      <vt:lpstr>3.1.2. Các lỗ hổng phổ biến trong ứng dụng Web</vt:lpstr>
      <vt:lpstr>3.1.2. Các lỗ hổng phổ biến trong ứng dụng Web</vt:lpstr>
      <vt:lpstr>3.1.3. Các kỹ thuật tấn công ứng dụng Web</vt:lpstr>
      <vt:lpstr>3.1.3. Các kỹ thuật tấn công ứng dụng Web</vt:lpstr>
      <vt:lpstr>3.1.3. Các kỹ thuật tấn công ứng dụng Web</vt:lpstr>
      <vt:lpstr>3.1.3. Các kỹ thuật tấn công ứng dụng Web</vt:lpstr>
      <vt:lpstr>3.1.3. Các kỹ thuật tấn công ứng dụng Web</vt:lpstr>
      <vt:lpstr>3.1.3. Các kỹ thuật tấn công ứng dụng Web</vt:lpstr>
      <vt:lpstr>3.1.3. Các kỹ thuật tấn công ứng dụng Web</vt:lpstr>
      <vt:lpstr>3.1.3. Các kỹ thuật tấn công ứng dụng Web</vt:lpstr>
      <vt:lpstr>3.1.4. Biện pháp phòng chống tấn công ứng dụng Web </vt:lpstr>
      <vt:lpstr>3.1.4. Biện pháp phòng chống tấn công ứng dụng Web </vt:lpstr>
      <vt:lpstr>3.1.4. Biện pháp phòng chống tấn công ứng dụng Web </vt:lpstr>
      <vt:lpstr>3.1.4. Biện pháp phòng chống tấn công ứng dụng Web </vt:lpstr>
      <vt:lpstr>3.1.4. Biện pháp phòng chống tấn công ứng dụng Web </vt:lpstr>
      <vt:lpstr>3.1.4. Biện pháp phòng chống tấn công ứng dụng Web </vt:lpstr>
      <vt:lpstr>3.1.4. Biện pháp phòng chống tấn công ứng dụng Web  Bảng đối chiếu giữa Lỗ hổng/Kỹ thuật tấn công và Biện pháp Phòng chống</vt:lpstr>
      <vt:lpstr>3.1.4. Biện pháp phòng chống tấn công ứng dụng Web</vt:lpstr>
      <vt:lpstr>3.1.5. Chính sách bảo mật ứng dụng Web</vt:lpstr>
      <vt:lpstr>3.1.5. Chính sách bảo mật ứng dụng Web</vt:lpstr>
      <vt:lpstr>3.1.5. Chính sách bảo mật ứng dụng Web</vt:lpstr>
      <vt:lpstr>3.1.5. Chính sách bảo mật ứng dụng Web</vt:lpstr>
      <vt:lpstr>3.1.5. Chính sách bảo mật ứng dụng Web</vt:lpstr>
      <vt:lpstr>3.1.5. Chính sách bảo mật ứng dụng Web</vt:lpstr>
      <vt:lpstr>3.1.6. Các mối đe dọa đối với Web server</vt:lpstr>
      <vt:lpstr>3.1.6. Các mối đe dọa đối với Web server</vt:lpstr>
      <vt:lpstr>3.1.6. Các mối đe dọa đối với Web server</vt:lpstr>
      <vt:lpstr>3.1.6. Các mối đe dọa đối với Web server</vt:lpstr>
      <vt:lpstr>3.1.6. Các mối đe dọa đối với Web server</vt:lpstr>
      <vt:lpstr>3.1.6. Các mối đe dọa đối với Web server</vt:lpstr>
      <vt:lpstr>3.1.6. Các mối đe dọa đối với Web server</vt:lpstr>
      <vt:lpstr>3.1.6. Các mối đe dọa đối với Web server</vt:lpstr>
      <vt:lpstr>3.1.6. Các mối đe dọa đối với Web server</vt:lpstr>
      <vt:lpstr>PowerPoint Presentation</vt:lpstr>
      <vt:lpstr>3.1.7. Thảo luận</vt:lpstr>
      <vt:lpstr>3.1.7. Thảo luận</vt:lpstr>
      <vt:lpstr>3.1.7. Thảo luận</vt:lpstr>
      <vt:lpstr>3.1.7. Thảo luận</vt:lpstr>
      <vt:lpstr>3.1.7. Thảo luận</vt:lpstr>
      <vt:lpstr>3.1.7. Thảo luận</vt:lpstr>
      <vt:lpstr>3.1.7. Thảo luận</vt:lpstr>
      <vt:lpstr>Những nội dung cần lưu ý:</vt:lpstr>
      <vt:lpstr>Những nội dung cần lưu ý:</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2025-08-05T15:12:50Z</dcterms:created>
  <dcterms:modified xsi:type="dcterms:W3CDTF">2025-09-02T08:13:50Z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