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 id="2147483658" r:id="rId5"/>
  </p:sldMasterIdLst>
  <p:notesMasterIdLst>
    <p:notesMasterId r:id="rId56"/>
  </p:notesMasterIdLst>
  <p:sldIdLst>
    <p:sldId id="256" r:id="rId6"/>
    <p:sldId id="257" r:id="rId7"/>
    <p:sldId id="261" r:id="rId8"/>
    <p:sldId id="264" r:id="rId9"/>
    <p:sldId id="313" r:id="rId10"/>
    <p:sldId id="314" r:id="rId11"/>
    <p:sldId id="315" r:id="rId12"/>
    <p:sldId id="316" r:id="rId13"/>
    <p:sldId id="308" r:id="rId14"/>
    <p:sldId id="317" r:id="rId15"/>
    <p:sldId id="318" r:id="rId16"/>
    <p:sldId id="319" r:id="rId17"/>
    <p:sldId id="320" r:id="rId18"/>
    <p:sldId id="309" r:id="rId19"/>
    <p:sldId id="321" r:id="rId20"/>
    <p:sldId id="322" r:id="rId21"/>
    <p:sldId id="323" r:id="rId22"/>
    <p:sldId id="324" r:id="rId23"/>
    <p:sldId id="325" r:id="rId24"/>
    <p:sldId id="327" r:id="rId25"/>
    <p:sldId id="328" r:id="rId26"/>
    <p:sldId id="310" r:id="rId27"/>
    <p:sldId id="329" r:id="rId28"/>
    <p:sldId id="330" r:id="rId29"/>
    <p:sldId id="311" r:id="rId30"/>
    <p:sldId id="331" r:id="rId31"/>
    <p:sldId id="332" r:id="rId32"/>
    <p:sldId id="333" r:id="rId33"/>
    <p:sldId id="334" r:id="rId34"/>
    <p:sldId id="312" r:id="rId35"/>
    <p:sldId id="335" r:id="rId36"/>
    <p:sldId id="336" r:id="rId37"/>
    <p:sldId id="337" r:id="rId38"/>
    <p:sldId id="338" r:id="rId39"/>
    <p:sldId id="339" r:id="rId40"/>
    <p:sldId id="340" r:id="rId41"/>
    <p:sldId id="341" r:id="rId42"/>
    <p:sldId id="342" r:id="rId43"/>
    <p:sldId id="343" r:id="rId44"/>
    <p:sldId id="344" r:id="rId45"/>
    <p:sldId id="345" r:id="rId46"/>
    <p:sldId id="346" r:id="rId47"/>
    <p:sldId id="347" r:id="rId48"/>
    <p:sldId id="348" r:id="rId49"/>
    <p:sldId id="349" r:id="rId50"/>
    <p:sldId id="350" r:id="rId51"/>
    <p:sldId id="351" r:id="rId52"/>
    <p:sldId id="352" r:id="rId53"/>
    <p:sldId id="307" r:id="rId54"/>
    <p:sldId id="353"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FF00FF"/>
    <a:srgbClr val="260A8E"/>
    <a:srgbClr val="FFD3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3184" autoAdjust="0"/>
  </p:normalViewPr>
  <p:slideViewPr>
    <p:cSldViewPr snapToGrid="0">
      <p:cViewPr varScale="1">
        <p:scale>
          <a:sx n="70" d="100"/>
          <a:sy n="70" d="100"/>
        </p:scale>
        <p:origin x="6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viewProps" Target="viewProps.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presProps" Target="presProp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F9B0E6-B9BF-4E2D-AE08-8C7EBB196A2E}" type="datetimeFigureOut">
              <a:rPr lang="en-US" smtClean="0"/>
              <a:t>9/6/2025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53816F-A1CF-4485-B308-1B9F14B36EAD}" type="slidenum">
              <a:rPr lang="en-US" smtClean="0"/>
              <a:t>‹#›</a:t>
            </a:fld>
            <a:endParaRPr lang="en-US"/>
          </a:p>
        </p:txBody>
      </p:sp>
    </p:spTree>
    <p:extLst>
      <p:ext uri="{BB962C8B-B14F-4D97-AF65-F5344CB8AC3E}">
        <p14:creationId xmlns:p14="http://schemas.microsoft.com/office/powerpoint/2010/main" val="1726839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0C5E7-B1A1-4648-89D2-17B0F1E7F5B3}"/>
              </a:ext>
            </a:extLst>
          </p:cNvPr>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a:extLst>
              <a:ext uri="{FF2B5EF4-FFF2-40B4-BE49-F238E27FC236}">
                <a16:creationId xmlns:a16="http://schemas.microsoft.com/office/drawing/2014/main" id="{5D140298-3E00-4E73-B947-697E692828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a:extLst>
              <a:ext uri="{FF2B5EF4-FFF2-40B4-BE49-F238E27FC236}">
                <a16:creationId xmlns:a16="http://schemas.microsoft.com/office/drawing/2014/main" id="{A6BB99EB-0E86-4FEA-A9C4-501D4E755A2B}"/>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5" name="Footer Placeholder 4">
            <a:extLst>
              <a:ext uri="{FF2B5EF4-FFF2-40B4-BE49-F238E27FC236}">
                <a16:creationId xmlns:a16="http://schemas.microsoft.com/office/drawing/2014/main" id="{6731F536-58DF-4935-AE3B-7A08C03124E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995127-BE30-42B7-9BE5-B83CC6A2E685}"/>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3009751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AE108-9C7F-4CDC-AD71-B576580A199F}"/>
              </a:ext>
            </a:extLst>
          </p:cNvPr>
          <p:cNvSpPr>
            <a:spLocks noGrp="1"/>
          </p:cNvSpPr>
          <p:nvPr>
            <p:ph type="title"/>
          </p:nvPr>
        </p:nvSpPr>
        <p:spPr/>
        <p:txBody>
          <a:body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5A103746-779A-435F-995A-5BF82C86C297}"/>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5984E866-B322-455F-AC32-8C164B8CD9C7}"/>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5" name="Footer Placeholder 4">
            <a:extLst>
              <a:ext uri="{FF2B5EF4-FFF2-40B4-BE49-F238E27FC236}">
                <a16:creationId xmlns:a16="http://schemas.microsoft.com/office/drawing/2014/main" id="{AC0D61E0-F80F-48E7-A817-F1CECBEE9A3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BF34AFC-4299-43F1-A312-79EF0102CEFF}"/>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552746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E1D3E-E4B6-4EAA-BFB4-25A0557A6CB8}"/>
              </a:ext>
            </a:extLst>
          </p:cNvPr>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6F7E0856-45A8-4EAD-A9D6-8A993968A1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a:extLst>
              <a:ext uri="{FF2B5EF4-FFF2-40B4-BE49-F238E27FC236}">
                <a16:creationId xmlns:a16="http://schemas.microsoft.com/office/drawing/2014/main" id="{E90EEBE1-2BAF-4C94-8403-6E8454F9BC46}"/>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5" name="Footer Placeholder 4">
            <a:extLst>
              <a:ext uri="{FF2B5EF4-FFF2-40B4-BE49-F238E27FC236}">
                <a16:creationId xmlns:a16="http://schemas.microsoft.com/office/drawing/2014/main" id="{F3358F46-E931-4D79-94A5-037AFD07333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5130D95-EF5F-4A0A-93BD-73AEE2C2FF1B}"/>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3601256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ABEC0-6253-4360-B586-B9D20933DE37}"/>
              </a:ext>
            </a:extLst>
          </p:cNvPr>
          <p:cNvSpPr>
            <a:spLocks noGrp="1"/>
          </p:cNvSpPr>
          <p:nvPr>
            <p:ph type="title"/>
          </p:nvPr>
        </p:nvSpPr>
        <p:spPr/>
        <p:txBody>
          <a:body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A946E20B-8661-4C60-84FB-4892E8B48608}"/>
              </a:ext>
            </a:extLst>
          </p:cNvPr>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a:extLst>
              <a:ext uri="{FF2B5EF4-FFF2-40B4-BE49-F238E27FC236}">
                <a16:creationId xmlns:a16="http://schemas.microsoft.com/office/drawing/2014/main" id="{5132BE45-79E4-479B-BD2F-46CCB0BEE628}"/>
              </a:ext>
            </a:extLst>
          </p:cNvPr>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a:extLst>
              <a:ext uri="{FF2B5EF4-FFF2-40B4-BE49-F238E27FC236}">
                <a16:creationId xmlns:a16="http://schemas.microsoft.com/office/drawing/2014/main" id="{0589105E-DF25-4F38-BDE2-9B00C2C44FC6}"/>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6" name="Footer Placeholder 5">
            <a:extLst>
              <a:ext uri="{FF2B5EF4-FFF2-40B4-BE49-F238E27FC236}">
                <a16:creationId xmlns:a16="http://schemas.microsoft.com/office/drawing/2014/main" id="{B1D9C4A8-7467-4BAD-98A2-0B63CAC19B6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BC5C5C0-08E4-4F7B-9E80-8925539D221B}"/>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2438407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FF641-A5CC-4263-A394-2112D623A8AD}"/>
              </a:ext>
            </a:extLst>
          </p:cNvPr>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B24D6865-C632-473C-AEC8-8D3F71562B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a:extLst>
              <a:ext uri="{FF2B5EF4-FFF2-40B4-BE49-F238E27FC236}">
                <a16:creationId xmlns:a16="http://schemas.microsoft.com/office/drawing/2014/main" id="{D9FDBD19-4D33-4F6A-9938-6A04B3888ECC}"/>
              </a:ext>
            </a:extLst>
          </p:cNvPr>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a:extLst>
              <a:ext uri="{FF2B5EF4-FFF2-40B4-BE49-F238E27FC236}">
                <a16:creationId xmlns:a16="http://schemas.microsoft.com/office/drawing/2014/main" id="{51697E46-CE4D-480E-A997-2B53B2DF55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a:extLst>
              <a:ext uri="{FF2B5EF4-FFF2-40B4-BE49-F238E27FC236}">
                <a16:creationId xmlns:a16="http://schemas.microsoft.com/office/drawing/2014/main" id="{8B8B7E36-823F-4FD4-B826-E450A1248008}"/>
              </a:ext>
            </a:extLst>
          </p:cNvPr>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a:extLst>
              <a:ext uri="{FF2B5EF4-FFF2-40B4-BE49-F238E27FC236}">
                <a16:creationId xmlns:a16="http://schemas.microsoft.com/office/drawing/2014/main" id="{8DBB3B14-C886-4F84-9FD5-11C8320E1FED}"/>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8" name="Footer Placeholder 7">
            <a:extLst>
              <a:ext uri="{FF2B5EF4-FFF2-40B4-BE49-F238E27FC236}">
                <a16:creationId xmlns:a16="http://schemas.microsoft.com/office/drawing/2014/main" id="{DF9AF591-4BBF-4BF2-9EF7-F8B114DFA16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352B1A04-B244-4AE3-8997-9B075B105971}"/>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11044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408F1-BB29-4C6F-91C9-653A730BECC6}"/>
              </a:ext>
            </a:extLst>
          </p:cNvPr>
          <p:cNvSpPr>
            <a:spLocks noGrp="1"/>
          </p:cNvSpPr>
          <p:nvPr>
            <p:ph type="title"/>
          </p:nvPr>
        </p:nvSpPr>
        <p:spPr/>
        <p:txBody>
          <a:bodyPr/>
          <a:lstStyle/>
          <a:p>
            <a:r>
              <a:rPr lang="en-US" smtClean="0"/>
              <a:t>Click to edit Master title style</a:t>
            </a:r>
            <a:endParaRPr lang="en-US"/>
          </a:p>
        </p:txBody>
      </p:sp>
      <p:sp>
        <p:nvSpPr>
          <p:cNvPr id="3" name="Date Placeholder 2">
            <a:extLst>
              <a:ext uri="{FF2B5EF4-FFF2-40B4-BE49-F238E27FC236}">
                <a16:creationId xmlns:a16="http://schemas.microsoft.com/office/drawing/2014/main" id="{2F54FEF9-8D09-4091-BE99-B6264EBD34B3}"/>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4" name="Footer Placeholder 3">
            <a:extLst>
              <a:ext uri="{FF2B5EF4-FFF2-40B4-BE49-F238E27FC236}">
                <a16:creationId xmlns:a16="http://schemas.microsoft.com/office/drawing/2014/main" id="{0B5F49AA-83D5-4063-9CDE-AA7763048B6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2A2B27C-3C99-4208-B425-775413C53651}"/>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61403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2A62B2-A6D1-4A6F-8B20-80606F478544}"/>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3" name="Footer Placeholder 2">
            <a:extLst>
              <a:ext uri="{FF2B5EF4-FFF2-40B4-BE49-F238E27FC236}">
                <a16:creationId xmlns:a16="http://schemas.microsoft.com/office/drawing/2014/main" id="{C02E4958-7A46-4331-B2D8-2C31D8FCBD7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45C8548B-339B-46B2-BF01-1EE3DDC72AAD}"/>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914661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F408F-8083-4F07-9628-074C7AFE41C0}"/>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B70477E0-A333-439D-A531-30B39A8134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a:extLst>
              <a:ext uri="{FF2B5EF4-FFF2-40B4-BE49-F238E27FC236}">
                <a16:creationId xmlns:a16="http://schemas.microsoft.com/office/drawing/2014/main" id="{D5D59501-D187-414C-AACE-F838720036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a:extLst>
              <a:ext uri="{FF2B5EF4-FFF2-40B4-BE49-F238E27FC236}">
                <a16:creationId xmlns:a16="http://schemas.microsoft.com/office/drawing/2014/main" id="{1235F890-BB8A-49E1-880A-924FD6FE4026}"/>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6" name="Footer Placeholder 5">
            <a:extLst>
              <a:ext uri="{FF2B5EF4-FFF2-40B4-BE49-F238E27FC236}">
                <a16:creationId xmlns:a16="http://schemas.microsoft.com/office/drawing/2014/main" id="{51CA38FE-429A-41E7-942D-ECCE639D3CA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401D9BC-0038-4041-AE2C-657BF99D41E9}"/>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287561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56CFD-7F35-482C-A50F-B3D43ACB0AE3}"/>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a:extLst>
              <a:ext uri="{FF2B5EF4-FFF2-40B4-BE49-F238E27FC236}">
                <a16:creationId xmlns:a16="http://schemas.microsoft.com/office/drawing/2014/main" id="{7FD7F3EF-0FE9-46C4-A116-5DA6E26B0D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a:extLst>
              <a:ext uri="{FF2B5EF4-FFF2-40B4-BE49-F238E27FC236}">
                <a16:creationId xmlns:a16="http://schemas.microsoft.com/office/drawing/2014/main" id="{D10B4041-0F17-42D8-AF16-AB099A39FF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a:extLst>
              <a:ext uri="{FF2B5EF4-FFF2-40B4-BE49-F238E27FC236}">
                <a16:creationId xmlns:a16="http://schemas.microsoft.com/office/drawing/2014/main" id="{8BAF67FF-F8F1-4B22-A471-9317ED3A25F0}"/>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6" name="Footer Placeholder 5">
            <a:extLst>
              <a:ext uri="{FF2B5EF4-FFF2-40B4-BE49-F238E27FC236}">
                <a16:creationId xmlns:a16="http://schemas.microsoft.com/office/drawing/2014/main" id="{A73D6993-98F8-4234-B24A-02D4DB41CE9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2A34037-0E7D-4379-ACA0-98611B2F76ED}"/>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3939197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915128" y="1397977"/>
            <a:ext cx="8361229" cy="3007447"/>
          </a:xfrm>
        </p:spPr>
        <p:txBody>
          <a:bodyPr anchor="ctr" anchorCtr="0">
            <a:noAutofit/>
          </a:bodyPr>
          <a:lstStyle>
            <a:lvl1pPr algn="ctr">
              <a:defRPr sz="6600" cap="none" baseline="0">
                <a:solidFill>
                  <a:schemeClr val="tx2"/>
                </a:solidFill>
              </a:defRPr>
            </a:lvl1pPr>
          </a:lstStyle>
          <a:p>
            <a:r>
              <a:rPr lang="en-US" noProof="0"/>
              <a:t>Click To Edit Master Title Style</a:t>
            </a:r>
          </a:p>
        </p:txBody>
      </p:sp>
      <p:sp>
        <p:nvSpPr>
          <p:cNvPr id="3" name="Subtitle 2"/>
          <p:cNvSpPr>
            <a:spLocks noGrp="1"/>
          </p:cNvSpPr>
          <p:nvPr>
            <p:ph type="subTitle" idx="1"/>
          </p:nvPr>
        </p:nvSpPr>
        <p:spPr>
          <a:xfrm>
            <a:off x="2679906" y="4475023"/>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13" name="L-Shape 12">
            <a:extLst>
              <a:ext uri="{FF2B5EF4-FFF2-40B4-BE49-F238E27FC236}">
                <a16:creationId xmlns:a16="http://schemas.microsoft.com/office/drawing/2014/main" id="{79965FD7-DA9A-4AFB-B8C8-34AC1FEE9F72}"/>
              </a:ext>
            </a:extLst>
          </p:cNvPr>
          <p:cNvSpPr/>
          <p:nvPr userDrawn="1"/>
        </p:nvSpPr>
        <p:spPr>
          <a:xfrm flipV="1">
            <a:off x="887674" y="726883"/>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5" name="L-Shape 14">
            <a:extLst>
              <a:ext uri="{FF2B5EF4-FFF2-40B4-BE49-F238E27FC236}">
                <a16:creationId xmlns:a16="http://schemas.microsoft.com/office/drawing/2014/main" id="{92465177-72B9-4DCF-8F98-0C79F3EE32EC}"/>
              </a:ext>
            </a:extLst>
          </p:cNvPr>
          <p:cNvSpPr/>
          <p:nvPr userDrawn="1"/>
        </p:nvSpPr>
        <p:spPr>
          <a:xfrm rot="10800000" flipV="1">
            <a:off x="8532326" y="1820272"/>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L-Shape 7">
            <a:extLst>
              <a:ext uri="{FF2B5EF4-FFF2-40B4-BE49-F238E27FC236}">
                <a16:creationId xmlns:a16="http://schemas.microsoft.com/office/drawing/2014/main" id="{B5516E7A-AEB0-4772-8098-8B0F8B5F1126}"/>
              </a:ext>
            </a:extLst>
          </p:cNvPr>
          <p:cNvSpPr/>
          <p:nvPr userDrawn="1"/>
        </p:nvSpPr>
        <p:spPr>
          <a:xfrm flipV="1">
            <a:off x="752858" y="609652"/>
            <a:ext cx="3152309" cy="4408489"/>
          </a:xfrm>
          <a:prstGeom prst="corner">
            <a:avLst>
              <a:gd name="adj1" fmla="val 6149"/>
              <a:gd name="adj2" fmla="val 6814"/>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2" name="L-Shape 11">
            <a:extLst>
              <a:ext uri="{FF2B5EF4-FFF2-40B4-BE49-F238E27FC236}">
                <a16:creationId xmlns:a16="http://schemas.microsoft.com/office/drawing/2014/main" id="{E864F603-D3F0-4241-9005-3F6C3BD62BEF}"/>
              </a:ext>
            </a:extLst>
          </p:cNvPr>
          <p:cNvSpPr/>
          <p:nvPr userDrawn="1"/>
        </p:nvSpPr>
        <p:spPr>
          <a:xfrm flipH="1">
            <a:off x="8286318" y="1685652"/>
            <a:ext cx="3152309" cy="4408489"/>
          </a:xfrm>
          <a:prstGeom prst="corner">
            <a:avLst>
              <a:gd name="adj1" fmla="val 6773"/>
              <a:gd name="adj2" fmla="val 6814"/>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233978543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Title Slide Second Option">
    <p:bg bwMode="grayWhite">
      <p:bgPr>
        <a:gradFill flip="none" rotWithShape="1">
          <a:gsLst>
            <a:gs pos="0">
              <a:schemeClr val="tx2">
                <a:lumMod val="50000"/>
              </a:schemeClr>
            </a:gs>
            <a:gs pos="34000">
              <a:schemeClr val="tx2"/>
            </a:gs>
            <a:gs pos="66000">
              <a:schemeClr val="tx2">
                <a:lumMod val="75000"/>
              </a:schemeClr>
            </a:gs>
            <a:gs pos="97000">
              <a:schemeClr val="tx2">
                <a:lumMod val="50000"/>
              </a:schemeClr>
            </a:gs>
          </a:gsLst>
          <a:lin ang="2700000" scaled="1"/>
          <a:tileRect/>
        </a:gradFill>
        <a:effectLst/>
      </p:bgPr>
    </p:bg>
    <p:spTree>
      <p:nvGrpSpPr>
        <p:cNvPr id="1" name=""/>
        <p:cNvGrpSpPr/>
        <p:nvPr/>
      </p:nvGrpSpPr>
      <p:grpSpPr>
        <a:xfrm>
          <a:off x="0" y="0"/>
          <a:ext cx="0" cy="0"/>
          <a:chOff x="0" y="0"/>
          <a:chExt cx="0" cy="0"/>
        </a:xfrm>
      </p:grpSpPr>
      <p:sp>
        <p:nvSpPr>
          <p:cNvPr id="10" name="L-Shape 9">
            <a:extLst>
              <a:ext uri="{FF2B5EF4-FFF2-40B4-BE49-F238E27FC236}">
                <a16:creationId xmlns:a16="http://schemas.microsoft.com/office/drawing/2014/main" id="{13412040-642F-40C5-8AB5-C0E8D41B481B}"/>
              </a:ext>
            </a:extLst>
          </p:cNvPr>
          <p:cNvSpPr/>
          <p:nvPr userDrawn="1"/>
        </p:nvSpPr>
        <p:spPr>
          <a:xfrm flipV="1">
            <a:off x="870090" y="709300"/>
            <a:ext cx="2772000" cy="2772000"/>
          </a:xfrm>
          <a:prstGeom prst="corner">
            <a:avLst>
              <a:gd name="adj1" fmla="val 7397"/>
              <a:gd name="adj2" fmla="val 7750"/>
            </a:avLst>
          </a:prstGeom>
          <a:solidFill>
            <a:schemeClr val="bg2"/>
          </a:solidFill>
          <a:ln>
            <a:solidFill>
              <a:schemeClr val="bg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9" name="Rectangle 8" title="Side bar">
            <a:extLst>
              <a:ext uri="{FF2B5EF4-FFF2-40B4-BE49-F238E27FC236}">
                <a16:creationId xmlns:a16="http://schemas.microsoft.com/office/drawing/2014/main" id="{BADD331D-DA8D-4D47-A2BB-F4875FDB16A4}"/>
              </a:ext>
            </a:extLst>
          </p:cNvPr>
          <p:cNvSpPr/>
          <p:nvPr userDrawn="1"/>
        </p:nvSpPr>
        <p:spPr>
          <a:xfrm rot="5400000">
            <a:off x="5791174" y="457175"/>
            <a:ext cx="609651" cy="1219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hasCustomPrompt="1"/>
          </p:nvPr>
        </p:nvSpPr>
        <p:spPr>
          <a:xfrm>
            <a:off x="1397977" y="1151796"/>
            <a:ext cx="9504485" cy="3007447"/>
          </a:xfrm>
        </p:spPr>
        <p:txBody>
          <a:bodyPr anchor="ctr" anchorCtr="0">
            <a:noAutofit/>
          </a:bodyPr>
          <a:lstStyle>
            <a:lvl1pPr algn="ctr">
              <a:defRPr sz="6600" cap="none" baseline="0">
                <a:solidFill>
                  <a:schemeClr val="bg1"/>
                </a:solidFill>
              </a:defRPr>
            </a:lvl1pPr>
          </a:lstStyle>
          <a:p>
            <a:r>
              <a:rPr lang="en-US" noProof="0"/>
              <a:t>Click To Edit Master Title Style</a:t>
            </a:r>
          </a:p>
        </p:txBody>
      </p:sp>
      <p:sp>
        <p:nvSpPr>
          <p:cNvPr id="3" name="Subtitle 2"/>
          <p:cNvSpPr>
            <a:spLocks noGrp="1"/>
          </p:cNvSpPr>
          <p:nvPr>
            <p:ph type="subTitle" idx="1"/>
          </p:nvPr>
        </p:nvSpPr>
        <p:spPr>
          <a:xfrm>
            <a:off x="1397977" y="4897053"/>
            <a:ext cx="9504485" cy="1086237"/>
          </a:xfrm>
        </p:spPr>
        <p:txBody>
          <a:bodyPr>
            <a:normAutofit/>
          </a:bodyPr>
          <a:lstStyle>
            <a:lvl1pPr marL="0" indent="0" algn="ctr">
              <a:lnSpc>
                <a:spcPct val="112000"/>
              </a:lnSpc>
              <a:spcBef>
                <a:spcPts val="0"/>
              </a:spcBef>
              <a:spcAft>
                <a:spcPts val="0"/>
              </a:spcAft>
              <a:buNone/>
              <a:defRPr sz="23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bg1"/>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bg1"/>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11" name="L-Shape 10">
            <a:extLst>
              <a:ext uri="{FF2B5EF4-FFF2-40B4-BE49-F238E27FC236}">
                <a16:creationId xmlns:a16="http://schemas.microsoft.com/office/drawing/2014/main" id="{68D376A1-CC76-4C90-B2CF-F89EA13E7942}"/>
              </a:ext>
            </a:extLst>
          </p:cNvPr>
          <p:cNvSpPr/>
          <p:nvPr userDrawn="1"/>
        </p:nvSpPr>
        <p:spPr>
          <a:xfrm rot="10800000" flipV="1">
            <a:off x="8549910" y="1820273"/>
            <a:ext cx="2772000" cy="2772000"/>
          </a:xfrm>
          <a:prstGeom prst="corner">
            <a:avLst>
              <a:gd name="adj1" fmla="val 7397"/>
              <a:gd name="adj2" fmla="val 7750"/>
            </a:avLst>
          </a:prstGeom>
          <a:solidFill>
            <a:schemeClr val="bg2"/>
          </a:solidFill>
          <a:ln>
            <a:solidFill>
              <a:schemeClr val="bg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L-Shape 7">
            <a:extLst>
              <a:ext uri="{FF2B5EF4-FFF2-40B4-BE49-F238E27FC236}">
                <a16:creationId xmlns:a16="http://schemas.microsoft.com/office/drawing/2014/main" id="{B5516E7A-AEB0-4772-8098-8B0F8B5F1126}"/>
              </a:ext>
            </a:extLst>
          </p:cNvPr>
          <p:cNvSpPr/>
          <p:nvPr userDrawn="1"/>
        </p:nvSpPr>
        <p:spPr>
          <a:xfrm flipV="1">
            <a:off x="752858" y="609652"/>
            <a:ext cx="3152309" cy="3007448"/>
          </a:xfrm>
          <a:prstGeom prst="corner">
            <a:avLst>
              <a:gd name="adj1" fmla="val 6089"/>
              <a:gd name="adj2" fmla="val 6769"/>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2" name="L-Shape 11">
            <a:extLst>
              <a:ext uri="{FF2B5EF4-FFF2-40B4-BE49-F238E27FC236}">
                <a16:creationId xmlns:a16="http://schemas.microsoft.com/office/drawing/2014/main" id="{E864F603-D3F0-4241-9005-3F6C3BD62BEF}"/>
              </a:ext>
            </a:extLst>
          </p:cNvPr>
          <p:cNvSpPr/>
          <p:nvPr userDrawn="1"/>
        </p:nvSpPr>
        <p:spPr>
          <a:xfrm flipH="1">
            <a:off x="8286317" y="1685653"/>
            <a:ext cx="3152309" cy="3007448"/>
          </a:xfrm>
          <a:prstGeom prst="corner">
            <a:avLst>
              <a:gd name="adj1" fmla="val 6089"/>
              <a:gd name="adj2" fmla="val 6442"/>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33159004"/>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71600" y="685800"/>
            <a:ext cx="9601200" cy="720213"/>
          </a:xfrm>
        </p:spPr>
        <p:txBody>
          <a:bodyPr>
            <a:noAutofit/>
          </a:bodyPr>
          <a:lstStyle>
            <a:lvl1pPr>
              <a:defRPr sz="4800"/>
            </a:lvl1pPr>
          </a:lstStyle>
          <a:p>
            <a:r>
              <a:rPr lang="en-US" noProof="0"/>
              <a:t>Click To Edit Master Title Style</a:t>
            </a:r>
          </a:p>
        </p:txBody>
      </p:sp>
      <p:sp>
        <p:nvSpPr>
          <p:cNvPr id="3" name="Content Placeholder 2"/>
          <p:cNvSpPr>
            <a:spLocks noGrp="1"/>
          </p:cNvSpPr>
          <p:nvPr>
            <p:ph idx="1"/>
          </p:nvPr>
        </p:nvSpPr>
        <p:spPr>
          <a:xfrm>
            <a:off x="1371600" y="1484671"/>
            <a:ext cx="9601200" cy="4382729"/>
          </a:xfrm>
        </p:spPr>
        <p:txBody>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cxnSp>
        <p:nvCxnSpPr>
          <p:cNvPr id="7" name="Straight Connector 6">
            <a:extLst>
              <a:ext uri="{FF2B5EF4-FFF2-40B4-BE49-F238E27FC236}">
                <a16:creationId xmlns:a16="http://schemas.microsoft.com/office/drawing/2014/main" id="{CBEFB83C-E1EC-41AC-BFF6-9D094E2D43C6}"/>
              </a:ext>
            </a:extLst>
          </p:cNvPr>
          <p:cNvCxnSpPr/>
          <p:nvPr userDrawn="1"/>
        </p:nvCxnSpPr>
        <p:spPr>
          <a:xfrm>
            <a:off x="1465008" y="1445344"/>
            <a:ext cx="9468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67544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and Picture">
    <p:bg bwMode="ltGray">
      <p:bgPr>
        <a:solidFill>
          <a:schemeClr val="bg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0A2BD38-4A6C-44EB-900D-A3E3AE37854F}"/>
              </a:ext>
            </a:extLst>
          </p:cNvPr>
          <p:cNvSpPr/>
          <p:nvPr userDrawn="1"/>
        </p:nvSpPr>
        <p:spPr>
          <a:xfrm>
            <a:off x="6581723" y="404614"/>
            <a:ext cx="5191176" cy="6048772"/>
          </a:xfrm>
          <a:prstGeom prst="rect">
            <a:avLst/>
          </a:prstGeom>
          <a:gradFill flip="none" rotWithShape="1">
            <a:gsLst>
              <a:gs pos="0">
                <a:schemeClr val="tx2">
                  <a:lumMod val="50000"/>
                </a:schemeClr>
              </a:gs>
              <a:gs pos="36000">
                <a:schemeClr val="tx2"/>
              </a:gs>
              <a:gs pos="69000">
                <a:schemeClr val="tx2">
                  <a:lumMod val="75000"/>
                </a:schemeClr>
              </a:gs>
              <a:gs pos="97000">
                <a:schemeClr val="tx2">
                  <a:lumMod val="50000"/>
                </a:schemeClr>
              </a:gs>
            </a:gsLst>
            <a:lin ang="2700000" scaled="1"/>
            <a:tileRect/>
          </a:gradFill>
          <a:ln>
            <a:noFill/>
          </a:ln>
          <a:effectLst>
            <a:outerShdw blurRad="63500" sx="102000" sy="102000" algn="ctr" rotWithShape="0">
              <a:prstClr val="black">
                <a:alpha val="2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7" name="Oval 26">
            <a:extLst>
              <a:ext uri="{FF2B5EF4-FFF2-40B4-BE49-F238E27FC236}">
                <a16:creationId xmlns:a16="http://schemas.microsoft.com/office/drawing/2014/main" id="{C222C1B9-FA56-4CEA-AD98-25A595D942F8}"/>
              </a:ext>
            </a:extLst>
          </p:cNvPr>
          <p:cNvSpPr/>
          <p:nvPr userDrawn="1"/>
        </p:nvSpPr>
        <p:spPr bwMode="white">
          <a:xfrm>
            <a:off x="7040199" y="564425"/>
            <a:ext cx="4356000" cy="4464000"/>
          </a:xfrm>
          <a:prstGeom prst="ellipse">
            <a:avLst/>
          </a:prstGeom>
          <a:noFill/>
          <a:ln w="123825">
            <a:solidFill>
              <a:schemeClr val="accent3"/>
            </a:solid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Rectangle 7" title="Background Shape"/>
          <p:cNvSpPr/>
          <p:nvPr/>
        </p:nvSpPr>
        <p:spPr>
          <a:xfrm>
            <a:off x="0" y="376"/>
            <a:ext cx="6096000" cy="68576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hasCustomPrompt="1"/>
          </p:nvPr>
        </p:nvSpPr>
        <p:spPr bwMode="white">
          <a:xfrm>
            <a:off x="586246" y="400665"/>
            <a:ext cx="4858460" cy="1428136"/>
          </a:xfrm>
        </p:spPr>
        <p:txBody>
          <a:bodyPr anchor="ctr" anchorCtr="0">
            <a:noAutofit/>
          </a:bodyPr>
          <a:lstStyle>
            <a:lvl1pPr algn="ctr">
              <a:lnSpc>
                <a:spcPct val="84000"/>
              </a:lnSpc>
              <a:defRPr sz="4800" baseline="0">
                <a:solidFill>
                  <a:schemeClr val="bg1"/>
                </a:solidFill>
              </a:defRPr>
            </a:lvl1pPr>
          </a:lstStyle>
          <a:p>
            <a:r>
              <a:rPr lang="en-US" noProof="0"/>
              <a:t>Click To Edit Master Title Style</a:t>
            </a:r>
          </a:p>
        </p:txBody>
      </p:sp>
      <p:sp>
        <p:nvSpPr>
          <p:cNvPr id="4" name="Text Placeholder 3"/>
          <p:cNvSpPr>
            <a:spLocks noGrp="1"/>
          </p:cNvSpPr>
          <p:nvPr>
            <p:ph type="body" sz="half" idx="2"/>
          </p:nvPr>
        </p:nvSpPr>
        <p:spPr>
          <a:xfrm>
            <a:off x="586246" y="2113935"/>
            <a:ext cx="4858460" cy="4247186"/>
          </a:xfrm>
        </p:spPr>
        <p:txBody>
          <a:bodyPr/>
          <a:lstStyle>
            <a:lvl1pPr marL="285750" indent="-285750">
              <a:lnSpc>
                <a:spcPct val="100000"/>
              </a:lnSpc>
              <a:spcBef>
                <a:spcPts val="0"/>
              </a:spcBef>
              <a:spcAft>
                <a:spcPts val="100"/>
              </a:spcAft>
              <a:buFont typeface="Arial" panose="020B0604020202020204" pitchFamily="34" charset="0"/>
              <a:buChar char="•"/>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86246" y="6443554"/>
            <a:ext cx="132432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2825377" y="6453386"/>
            <a:ext cx="2619329"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10187939"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024000" y="0"/>
            <a:ext cx="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Picture Placeholder 12">
            <a:extLst>
              <a:ext uri="{FF2B5EF4-FFF2-40B4-BE49-F238E27FC236}">
                <a16:creationId xmlns:a16="http://schemas.microsoft.com/office/drawing/2014/main" id="{9786B981-6A78-425B-97A2-BA24E40DB7AD}"/>
              </a:ext>
            </a:extLst>
          </p:cNvPr>
          <p:cNvSpPr>
            <a:spLocks noGrp="1"/>
          </p:cNvSpPr>
          <p:nvPr>
            <p:ph type="pic" sz="quarter" idx="13"/>
          </p:nvPr>
        </p:nvSpPr>
        <p:spPr>
          <a:xfrm>
            <a:off x="7145761" y="670570"/>
            <a:ext cx="4151312" cy="4248000"/>
          </a:xfrm>
          <a:prstGeom prst="ellipse">
            <a:avLst/>
          </a:prstGeom>
          <a:ln w="38100">
            <a:solidFill>
              <a:schemeClr val="bg2"/>
            </a:solidFill>
          </a:ln>
          <a:effectLst>
            <a:innerShdw blurRad="114300">
              <a:prstClr val="black"/>
            </a:innerShdw>
          </a:effectLst>
        </p:spPr>
        <p:txBody>
          <a:bodyPr anchor="ctr" anchorCtr="0"/>
          <a:lstStyle>
            <a:lvl1pPr>
              <a:defRPr>
                <a:solidFill>
                  <a:schemeClr val="bg1"/>
                </a:solidFill>
              </a:defRPr>
            </a:lvl1pPr>
          </a:lstStyle>
          <a:p>
            <a:r>
              <a:rPr lang="en-US" noProof="0" smtClean="0"/>
              <a:t>Click icon to add picture</a:t>
            </a:r>
            <a:endParaRPr lang="en-US" noProof="0" dirty="0"/>
          </a:p>
        </p:txBody>
      </p:sp>
      <p:sp>
        <p:nvSpPr>
          <p:cNvPr id="17" name="Content Placeholder 15">
            <a:extLst>
              <a:ext uri="{FF2B5EF4-FFF2-40B4-BE49-F238E27FC236}">
                <a16:creationId xmlns:a16="http://schemas.microsoft.com/office/drawing/2014/main" id="{A21C7D74-31FD-4638-819B-6F7351A1770B}"/>
              </a:ext>
            </a:extLst>
          </p:cNvPr>
          <p:cNvSpPr>
            <a:spLocks noGrp="1"/>
          </p:cNvSpPr>
          <p:nvPr>
            <p:ph sz="quarter" idx="15"/>
          </p:nvPr>
        </p:nvSpPr>
        <p:spPr>
          <a:xfrm>
            <a:off x="6747294" y="5188236"/>
            <a:ext cx="4858459" cy="1126906"/>
          </a:xfrm>
          <a:solidFill>
            <a:schemeClr val="bg2"/>
          </a:solidFill>
          <a:ln>
            <a:noFill/>
          </a:ln>
          <a:effectLst>
            <a:innerShdw blurRad="114300">
              <a:prstClr val="black"/>
            </a:innerShdw>
          </a:effectLst>
        </p:spPr>
        <p:txBody>
          <a:bodyPr anchor="ctr" anchorCtr="0"/>
          <a:lstStyle>
            <a:lvl1pPr marL="0" indent="0" algn="ctr">
              <a:buNone/>
              <a:defRPr sz="1800">
                <a:solidFill>
                  <a:schemeClr val="tx2">
                    <a:lumMod val="50000"/>
                  </a:schemeClr>
                </a:solidFill>
              </a:defRPr>
            </a:lvl1pPr>
            <a:lvl2pPr marL="530352" indent="0" algn="ctr">
              <a:buNone/>
              <a:defRPr sz="1800">
                <a:solidFill>
                  <a:schemeClr val="tx2">
                    <a:lumMod val="50000"/>
                  </a:schemeClr>
                </a:solidFill>
              </a:defRPr>
            </a:lvl2pPr>
            <a:lvl3pPr marL="987552" indent="0" algn="ctr">
              <a:buNone/>
              <a:defRPr sz="1600">
                <a:solidFill>
                  <a:schemeClr val="tx2">
                    <a:lumMod val="50000"/>
                  </a:schemeClr>
                </a:solidFill>
              </a:defRPr>
            </a:lvl3pPr>
            <a:lvl4pPr marL="1444752" indent="0" algn="ctr">
              <a:buNone/>
              <a:defRPr sz="1600">
                <a:solidFill>
                  <a:schemeClr val="tx2">
                    <a:lumMod val="50000"/>
                  </a:schemeClr>
                </a:solidFill>
              </a:defRPr>
            </a:lvl4pPr>
            <a:lvl5pPr marL="1901952" indent="0" algn="ctr">
              <a:buNone/>
              <a:defRPr sz="1400">
                <a:solidFill>
                  <a:schemeClr val="tx2">
                    <a:lumMod val="50000"/>
                  </a:schemeClr>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1" name="L-Shape 20">
            <a:extLst>
              <a:ext uri="{FF2B5EF4-FFF2-40B4-BE49-F238E27FC236}">
                <a16:creationId xmlns:a16="http://schemas.microsoft.com/office/drawing/2014/main" id="{CB430D22-8AAF-444F-A6CE-7C02859083DF}"/>
              </a:ext>
            </a:extLst>
          </p:cNvPr>
          <p:cNvSpPr>
            <a:spLocks noChangeAspect="1"/>
          </p:cNvSpPr>
          <p:nvPr userDrawn="1"/>
        </p:nvSpPr>
        <p:spPr>
          <a:xfrm flipV="1">
            <a:off x="516927" y="335049"/>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3" name="L-Shape 22">
            <a:extLst>
              <a:ext uri="{FF2B5EF4-FFF2-40B4-BE49-F238E27FC236}">
                <a16:creationId xmlns:a16="http://schemas.microsoft.com/office/drawing/2014/main" id="{0D8BA010-8544-4718-9EA3-B0248C963FD4}"/>
              </a:ext>
            </a:extLst>
          </p:cNvPr>
          <p:cNvSpPr>
            <a:spLocks noChangeAspect="1"/>
          </p:cNvSpPr>
          <p:nvPr userDrawn="1"/>
        </p:nvSpPr>
        <p:spPr>
          <a:xfrm flipH="1" flipV="1">
            <a:off x="5085711" y="33029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4" name="L-Shape 23">
            <a:extLst>
              <a:ext uri="{FF2B5EF4-FFF2-40B4-BE49-F238E27FC236}">
                <a16:creationId xmlns:a16="http://schemas.microsoft.com/office/drawing/2014/main" id="{C0FFB550-21A6-456B-BA1A-EF145674866C}"/>
              </a:ext>
            </a:extLst>
          </p:cNvPr>
          <p:cNvSpPr>
            <a:spLocks noChangeAspect="1"/>
          </p:cNvSpPr>
          <p:nvPr userDrawn="1"/>
        </p:nvSpPr>
        <p:spPr>
          <a:xfrm>
            <a:off x="522817" y="1476927"/>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5" name="L-Shape 24">
            <a:extLst>
              <a:ext uri="{FF2B5EF4-FFF2-40B4-BE49-F238E27FC236}">
                <a16:creationId xmlns:a16="http://schemas.microsoft.com/office/drawing/2014/main" id="{70EF88E9-8CAC-422B-A9A6-D9FD1F17DAE2}"/>
              </a:ext>
            </a:extLst>
          </p:cNvPr>
          <p:cNvSpPr>
            <a:spLocks noChangeAspect="1"/>
          </p:cNvSpPr>
          <p:nvPr userDrawn="1"/>
        </p:nvSpPr>
        <p:spPr>
          <a:xfrm flipH="1">
            <a:off x="5081769" y="148200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4736394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bg bwMode="ltGray">
      <p:bgPr>
        <a:solidFill>
          <a:schemeClr val="bg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0A2BD38-4A6C-44EB-900D-A3E3AE37854F}"/>
              </a:ext>
            </a:extLst>
          </p:cNvPr>
          <p:cNvSpPr/>
          <p:nvPr userDrawn="1"/>
        </p:nvSpPr>
        <p:spPr>
          <a:xfrm>
            <a:off x="6581723" y="404614"/>
            <a:ext cx="5191176" cy="6048772"/>
          </a:xfrm>
          <a:prstGeom prst="rect">
            <a:avLst/>
          </a:prstGeom>
          <a:gradFill flip="none" rotWithShape="1">
            <a:gsLst>
              <a:gs pos="0">
                <a:schemeClr val="tx2">
                  <a:lumMod val="50000"/>
                </a:schemeClr>
              </a:gs>
              <a:gs pos="36000">
                <a:schemeClr val="tx2"/>
              </a:gs>
              <a:gs pos="69000">
                <a:schemeClr val="tx2">
                  <a:lumMod val="75000"/>
                </a:schemeClr>
              </a:gs>
              <a:gs pos="97000">
                <a:schemeClr val="tx2">
                  <a:lumMod val="50000"/>
                </a:schemeClr>
              </a:gs>
            </a:gsLst>
            <a:lin ang="2700000" scaled="1"/>
            <a:tileRect/>
          </a:gradFill>
          <a:ln>
            <a:noFill/>
          </a:ln>
          <a:effectLst>
            <a:outerShdw blurRad="63500" sx="102000" sy="102000" algn="ctr" rotWithShape="0">
              <a:prstClr val="black">
                <a:alpha val="2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Rectangle 7" title="Background Shape"/>
          <p:cNvSpPr/>
          <p:nvPr/>
        </p:nvSpPr>
        <p:spPr>
          <a:xfrm>
            <a:off x="0" y="376"/>
            <a:ext cx="6096000" cy="68576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hasCustomPrompt="1"/>
          </p:nvPr>
        </p:nvSpPr>
        <p:spPr bwMode="white">
          <a:xfrm>
            <a:off x="586246" y="400665"/>
            <a:ext cx="4858460" cy="1428136"/>
          </a:xfrm>
        </p:spPr>
        <p:txBody>
          <a:bodyPr anchor="ctr" anchorCtr="0">
            <a:noAutofit/>
          </a:bodyPr>
          <a:lstStyle>
            <a:lvl1pPr algn="ctr">
              <a:lnSpc>
                <a:spcPct val="84000"/>
              </a:lnSpc>
              <a:defRPr sz="4800" baseline="0">
                <a:solidFill>
                  <a:schemeClr val="bg1"/>
                </a:solidFill>
              </a:defRPr>
            </a:lvl1pPr>
          </a:lstStyle>
          <a:p>
            <a:r>
              <a:rPr lang="en-US" noProof="0"/>
              <a:t>Click To Edit Master Title Style</a:t>
            </a:r>
          </a:p>
        </p:txBody>
      </p:sp>
      <p:sp>
        <p:nvSpPr>
          <p:cNvPr id="4" name="Text Placeholder 3"/>
          <p:cNvSpPr>
            <a:spLocks noGrp="1"/>
          </p:cNvSpPr>
          <p:nvPr>
            <p:ph type="body" sz="half" idx="2"/>
          </p:nvPr>
        </p:nvSpPr>
        <p:spPr>
          <a:xfrm>
            <a:off x="586246" y="2113935"/>
            <a:ext cx="4858460" cy="4247186"/>
          </a:xfrm>
        </p:spPr>
        <p:txBody>
          <a:bodyPr/>
          <a:lstStyle>
            <a:lvl1pPr marL="285750" indent="-285750">
              <a:lnSpc>
                <a:spcPct val="100000"/>
              </a:lnSpc>
              <a:spcBef>
                <a:spcPts val="0"/>
              </a:spcBef>
              <a:spcAft>
                <a:spcPts val="100"/>
              </a:spcAft>
              <a:buFont typeface="Arial" panose="020B0604020202020204" pitchFamily="34" charset="0"/>
              <a:buChar char="•"/>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86246" y="6443554"/>
            <a:ext cx="132432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2825377" y="6453386"/>
            <a:ext cx="2619329"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10187939"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024000" y="0"/>
            <a:ext cx="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L-Shape 20">
            <a:extLst>
              <a:ext uri="{FF2B5EF4-FFF2-40B4-BE49-F238E27FC236}">
                <a16:creationId xmlns:a16="http://schemas.microsoft.com/office/drawing/2014/main" id="{CB430D22-8AAF-444F-A6CE-7C02859083DF}"/>
              </a:ext>
            </a:extLst>
          </p:cNvPr>
          <p:cNvSpPr>
            <a:spLocks noChangeAspect="1"/>
          </p:cNvSpPr>
          <p:nvPr userDrawn="1"/>
        </p:nvSpPr>
        <p:spPr>
          <a:xfrm flipV="1">
            <a:off x="516927" y="335049"/>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3" name="L-Shape 22">
            <a:extLst>
              <a:ext uri="{FF2B5EF4-FFF2-40B4-BE49-F238E27FC236}">
                <a16:creationId xmlns:a16="http://schemas.microsoft.com/office/drawing/2014/main" id="{0D8BA010-8544-4718-9EA3-B0248C963FD4}"/>
              </a:ext>
            </a:extLst>
          </p:cNvPr>
          <p:cNvSpPr>
            <a:spLocks noChangeAspect="1"/>
          </p:cNvSpPr>
          <p:nvPr userDrawn="1"/>
        </p:nvSpPr>
        <p:spPr>
          <a:xfrm flipH="1" flipV="1">
            <a:off x="5085711" y="33029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4" name="L-Shape 23">
            <a:extLst>
              <a:ext uri="{FF2B5EF4-FFF2-40B4-BE49-F238E27FC236}">
                <a16:creationId xmlns:a16="http://schemas.microsoft.com/office/drawing/2014/main" id="{C0FFB550-21A6-456B-BA1A-EF145674866C}"/>
              </a:ext>
            </a:extLst>
          </p:cNvPr>
          <p:cNvSpPr>
            <a:spLocks noChangeAspect="1"/>
          </p:cNvSpPr>
          <p:nvPr userDrawn="1"/>
        </p:nvSpPr>
        <p:spPr>
          <a:xfrm>
            <a:off x="522817" y="1476927"/>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5" name="L-Shape 24">
            <a:extLst>
              <a:ext uri="{FF2B5EF4-FFF2-40B4-BE49-F238E27FC236}">
                <a16:creationId xmlns:a16="http://schemas.microsoft.com/office/drawing/2014/main" id="{70EF88E9-8CAC-422B-A9A6-D9FD1F17DAE2}"/>
              </a:ext>
            </a:extLst>
          </p:cNvPr>
          <p:cNvSpPr>
            <a:spLocks noChangeAspect="1"/>
          </p:cNvSpPr>
          <p:nvPr userDrawn="1"/>
        </p:nvSpPr>
        <p:spPr>
          <a:xfrm flipH="1">
            <a:off x="5081769" y="148200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8" name="Content Placeholder 2">
            <a:extLst>
              <a:ext uri="{FF2B5EF4-FFF2-40B4-BE49-F238E27FC236}">
                <a16:creationId xmlns:a16="http://schemas.microsoft.com/office/drawing/2014/main" id="{ED439475-E625-4449-B42E-8F291D64A3C7}"/>
              </a:ext>
            </a:extLst>
          </p:cNvPr>
          <p:cNvSpPr>
            <a:spLocks noGrp="1"/>
          </p:cNvSpPr>
          <p:nvPr>
            <p:ph idx="1"/>
          </p:nvPr>
        </p:nvSpPr>
        <p:spPr>
          <a:xfrm>
            <a:off x="6695360" y="518474"/>
            <a:ext cx="4910394" cy="5759777"/>
          </a:xfrm>
          <a:solidFill>
            <a:schemeClr val="bg2"/>
          </a:solidFill>
          <a:ln>
            <a:noFill/>
          </a:ln>
          <a:effectLst>
            <a:innerShdw blurRad="114300">
              <a:prstClr val="black"/>
            </a:innerShdw>
          </a:effectLst>
        </p:spPr>
        <p:txBody>
          <a:bodyPr vert="horz" lIns="91440" tIns="45720" rIns="91440" bIns="45720" rtlCol="0" anchor="ctr" anchorCtr="0">
            <a:noAutofit/>
          </a:bodyPr>
          <a:lstStyle>
            <a:lvl1pPr>
              <a:defRPr lang="en-US" sz="1800">
                <a:solidFill>
                  <a:schemeClr val="tx2">
                    <a:lumMod val="50000"/>
                  </a:schemeClr>
                </a:solidFill>
              </a:defRPr>
            </a:lvl1pPr>
            <a:lvl2pPr>
              <a:defRPr lang="en-US" sz="1800">
                <a:solidFill>
                  <a:schemeClr val="tx2">
                    <a:lumMod val="50000"/>
                  </a:schemeClr>
                </a:solidFill>
              </a:defRPr>
            </a:lvl2pPr>
            <a:lvl3pPr>
              <a:defRPr lang="en-US" sz="1600">
                <a:solidFill>
                  <a:schemeClr val="tx2">
                    <a:lumMod val="50000"/>
                  </a:schemeClr>
                </a:solidFill>
              </a:defRPr>
            </a:lvl3pPr>
            <a:lvl4pPr>
              <a:defRPr lang="en-US" sz="1600">
                <a:solidFill>
                  <a:schemeClr val="tx2">
                    <a:lumMod val="50000"/>
                  </a:schemeClr>
                </a:solidFill>
              </a:defRPr>
            </a:lvl4pPr>
            <a:lvl5pPr>
              <a:defRPr lang="en-US" sz="1400">
                <a:solidFill>
                  <a:schemeClr val="tx2">
                    <a:lumMod val="50000"/>
                  </a:schemeClr>
                </a:solidFill>
              </a:defRPr>
            </a:lvl5pPr>
          </a:lstStyle>
          <a:p>
            <a:pPr marL="0" lvl="0" indent="0" algn="ctr">
              <a:buNone/>
            </a:pPr>
            <a:r>
              <a:rPr lang="en-US" noProof="0" smtClean="0"/>
              <a:t>Edit Master text styles</a:t>
            </a:r>
          </a:p>
          <a:p>
            <a:pPr marL="0" lvl="1" indent="0" algn="ctr">
              <a:buNone/>
            </a:pPr>
            <a:r>
              <a:rPr lang="en-US" noProof="0" smtClean="0"/>
              <a:t>Second level</a:t>
            </a:r>
          </a:p>
          <a:p>
            <a:pPr marL="0" lvl="2" indent="0" algn="ctr">
              <a:buNone/>
            </a:pPr>
            <a:r>
              <a:rPr lang="en-US" noProof="0" smtClean="0"/>
              <a:t>Third level</a:t>
            </a:r>
          </a:p>
          <a:p>
            <a:pPr marL="0" lvl="3" indent="0" algn="ctr">
              <a:buNone/>
            </a:pPr>
            <a:r>
              <a:rPr lang="en-US" noProof="0" smtClean="0"/>
              <a:t>Fourth level</a:t>
            </a:r>
          </a:p>
          <a:p>
            <a:pPr marL="0" lvl="4" indent="0" algn="ctr">
              <a:buNone/>
            </a:pPr>
            <a:r>
              <a:rPr lang="en-US" noProof="0" smtClean="0"/>
              <a:t>Fifth level</a:t>
            </a:r>
            <a:endParaRPr lang="en-US" noProof="0"/>
          </a:p>
        </p:txBody>
      </p:sp>
    </p:spTree>
    <p:extLst>
      <p:ext uri="{BB962C8B-B14F-4D97-AF65-F5344CB8AC3E}">
        <p14:creationId xmlns:p14="http://schemas.microsoft.com/office/powerpoint/2010/main" val="13505088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Picture, TItle, and Caption">
    <p:spTree>
      <p:nvGrpSpPr>
        <p:cNvPr id="1" name=""/>
        <p:cNvGrpSpPr/>
        <p:nvPr/>
      </p:nvGrpSpPr>
      <p:grpSpPr>
        <a:xfrm>
          <a:off x="0" y="0"/>
          <a:ext cx="0" cy="0"/>
          <a:chOff x="0" y="0"/>
          <a:chExt cx="0" cy="0"/>
        </a:xfrm>
      </p:grpSpPr>
      <p:sp>
        <p:nvSpPr>
          <p:cNvPr id="8" name="Rectangle 7" title="Background Shape"/>
          <p:cNvSpPr/>
          <p:nvPr/>
        </p:nvSpPr>
        <p:spPr>
          <a:xfrm>
            <a:off x="-1" y="376"/>
            <a:ext cx="6234898" cy="68576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1F430D42-50DC-4502-A3E8-251FE7F0809D}"/>
              </a:ext>
            </a:extLst>
          </p:cNvPr>
          <p:cNvSpPr/>
          <p:nvPr userDrawn="1"/>
        </p:nvSpPr>
        <p:spPr>
          <a:xfrm>
            <a:off x="507591" y="5289755"/>
            <a:ext cx="5270049" cy="1012722"/>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6923C"/>
              </a:solidFill>
              <a:effectLst/>
              <a:uLnTx/>
              <a:uFillTx/>
              <a:latin typeface="Arial"/>
              <a:ea typeface="+mn-ea"/>
              <a:cs typeface="+mn-cs"/>
            </a:endParaRPr>
          </a:p>
        </p:txBody>
      </p:sp>
      <p:sp>
        <p:nvSpPr>
          <p:cNvPr id="11" name="Rectangle: Diagonal Corners Snipped 10">
            <a:extLst>
              <a:ext uri="{FF2B5EF4-FFF2-40B4-BE49-F238E27FC236}">
                <a16:creationId xmlns:a16="http://schemas.microsoft.com/office/drawing/2014/main" id="{836AFDEB-3C72-49E0-9B45-DC9EFBA6587F}"/>
              </a:ext>
            </a:extLst>
          </p:cNvPr>
          <p:cNvSpPr/>
          <p:nvPr userDrawn="1"/>
        </p:nvSpPr>
        <p:spPr bwMode="white">
          <a:xfrm>
            <a:off x="507591" y="409286"/>
            <a:ext cx="5270049" cy="4732985"/>
          </a:xfrm>
          <a:prstGeom prst="snip2DiagRect">
            <a:avLst>
              <a:gd name="adj1" fmla="val 0"/>
              <a:gd name="adj2" fmla="val 10697"/>
            </a:avLst>
          </a:prstGeom>
          <a:solidFill>
            <a:schemeClr val="accent3"/>
          </a:solidFill>
          <a:ln>
            <a:no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 name="Title 1"/>
          <p:cNvSpPr>
            <a:spLocks noGrp="1"/>
          </p:cNvSpPr>
          <p:nvPr>
            <p:ph type="title" hasCustomPrompt="1"/>
          </p:nvPr>
        </p:nvSpPr>
        <p:spPr>
          <a:xfrm>
            <a:off x="6930776" y="477366"/>
            <a:ext cx="4644000" cy="1341602"/>
          </a:xfrm>
        </p:spPr>
        <p:txBody>
          <a:bodyPr anchor="ctr" anchorCtr="0">
            <a:normAutofit/>
          </a:bodyPr>
          <a:lstStyle>
            <a:lvl1pPr algn="ctr">
              <a:lnSpc>
                <a:spcPct val="84000"/>
              </a:lnSpc>
              <a:defRPr sz="4800" baseline="0">
                <a:solidFill>
                  <a:schemeClr val="tx2"/>
                </a:solidFill>
              </a:defRPr>
            </a:lvl1pPr>
          </a:lstStyle>
          <a:p>
            <a:r>
              <a:rPr lang="en-US" noProof="0"/>
              <a:t>Click To Edit Master Title Style</a:t>
            </a:r>
          </a:p>
        </p:txBody>
      </p:sp>
      <p:sp>
        <p:nvSpPr>
          <p:cNvPr id="4" name="Text Placeholder 3"/>
          <p:cNvSpPr>
            <a:spLocks noGrp="1"/>
          </p:cNvSpPr>
          <p:nvPr>
            <p:ph type="body" sz="half" idx="2"/>
          </p:nvPr>
        </p:nvSpPr>
        <p:spPr>
          <a:xfrm>
            <a:off x="6930775" y="1966451"/>
            <a:ext cx="4644001" cy="4388615"/>
          </a:xfrm>
        </p:spPr>
        <p:txBody>
          <a:bodyPr/>
          <a:lstStyle>
            <a:lvl1pPr marL="285750" indent="-285750">
              <a:lnSpc>
                <a:spcPct val="100000"/>
              </a:lnSpc>
              <a:spcBef>
                <a:spcPts val="0"/>
              </a:spcBef>
              <a:spcAft>
                <a:spcPts val="0"/>
              </a:spcAft>
              <a:buFont typeface="Arial" panose="020B0604020202020204" pitchFamily="34" charset="0"/>
              <a:buChar char="•"/>
              <a:defRPr sz="18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07591" y="6453386"/>
            <a:ext cx="120457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3403965" y="6453386"/>
            <a:ext cx="2373675"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234897" y="-376"/>
            <a:ext cx="144000" cy="687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L-Shape 11">
            <a:extLst>
              <a:ext uri="{FF2B5EF4-FFF2-40B4-BE49-F238E27FC236}">
                <a16:creationId xmlns:a16="http://schemas.microsoft.com/office/drawing/2014/main" id="{26A5AA85-E28D-4647-B000-742C83A8047D}"/>
              </a:ext>
            </a:extLst>
          </p:cNvPr>
          <p:cNvSpPr>
            <a:spLocks noChangeAspect="1"/>
          </p:cNvSpPr>
          <p:nvPr userDrawn="1"/>
        </p:nvSpPr>
        <p:spPr>
          <a:xfrm flipV="1">
            <a:off x="6845770" y="372071"/>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3" name="L-Shape 12">
            <a:extLst>
              <a:ext uri="{FF2B5EF4-FFF2-40B4-BE49-F238E27FC236}">
                <a16:creationId xmlns:a16="http://schemas.microsoft.com/office/drawing/2014/main" id="{C3CD9875-0A2E-4F4D-ACB7-87DD98EED9D0}"/>
              </a:ext>
            </a:extLst>
          </p:cNvPr>
          <p:cNvSpPr>
            <a:spLocks noChangeAspect="1"/>
          </p:cNvSpPr>
          <p:nvPr userDrawn="1"/>
        </p:nvSpPr>
        <p:spPr>
          <a:xfrm flipH="1">
            <a:off x="11058438" y="5819525"/>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0" name="Picture Placeholder 9">
            <a:extLst>
              <a:ext uri="{FF2B5EF4-FFF2-40B4-BE49-F238E27FC236}">
                <a16:creationId xmlns:a16="http://schemas.microsoft.com/office/drawing/2014/main" id="{3BDA3A4D-2561-4EEB-8787-E1A652565755}"/>
              </a:ext>
            </a:extLst>
          </p:cNvPr>
          <p:cNvSpPr>
            <a:spLocks noGrp="1"/>
          </p:cNvSpPr>
          <p:nvPr>
            <p:ph type="pic" sz="quarter" idx="13"/>
          </p:nvPr>
        </p:nvSpPr>
        <p:spPr>
          <a:xfrm>
            <a:off x="806245" y="668595"/>
            <a:ext cx="4646651" cy="4198373"/>
          </a:xfrm>
          <a:prstGeom prst="snip2DiagRect">
            <a:avLst>
              <a:gd name="adj1" fmla="val 0"/>
              <a:gd name="adj2" fmla="val 10300"/>
            </a:avLst>
          </a:prstGeom>
          <a:ln w="38100">
            <a:solidFill>
              <a:schemeClr val="bg1"/>
            </a:solidFill>
          </a:ln>
          <a:effectLst>
            <a:innerShdw blurRad="114300">
              <a:prstClr val="black"/>
            </a:innerShdw>
          </a:effectLst>
        </p:spPr>
        <p:txBody>
          <a:bodyPr/>
          <a:lstStyle>
            <a:lvl1pPr>
              <a:defRPr>
                <a:solidFill>
                  <a:schemeClr val="bg1"/>
                </a:solidFill>
              </a:defRPr>
            </a:lvl1pPr>
          </a:lstStyle>
          <a:p>
            <a:r>
              <a:rPr lang="en-US" noProof="0" smtClean="0"/>
              <a:t>Click icon to add picture</a:t>
            </a:r>
            <a:endParaRPr lang="en-US" noProof="0" dirty="0"/>
          </a:p>
        </p:txBody>
      </p:sp>
      <p:sp>
        <p:nvSpPr>
          <p:cNvPr id="16" name="Text Placeholder 15">
            <a:extLst>
              <a:ext uri="{FF2B5EF4-FFF2-40B4-BE49-F238E27FC236}">
                <a16:creationId xmlns:a16="http://schemas.microsoft.com/office/drawing/2014/main" id="{FBB32A6B-92AA-4208-9120-FFC166CE751C}"/>
              </a:ext>
            </a:extLst>
          </p:cNvPr>
          <p:cNvSpPr>
            <a:spLocks noGrp="1"/>
          </p:cNvSpPr>
          <p:nvPr>
            <p:ph type="body" sz="quarter" idx="14"/>
          </p:nvPr>
        </p:nvSpPr>
        <p:spPr>
          <a:xfrm>
            <a:off x="570275" y="5352418"/>
            <a:ext cx="5148000" cy="900000"/>
          </a:xfrm>
          <a:solidFill>
            <a:schemeClr val="bg2"/>
          </a:solidFill>
          <a:effectLst>
            <a:innerShdw blurRad="114300">
              <a:prstClr val="black">
                <a:alpha val="34000"/>
              </a:prstClr>
            </a:innerShdw>
          </a:effectLst>
        </p:spPr>
        <p:txBody>
          <a:bodyPr anchor="ctr" anchorCtr="0"/>
          <a:lstStyle>
            <a:lvl1pPr marL="0" indent="0" algn="ctr">
              <a:buFont typeface="Arial" panose="020B0604020202020204" pitchFamily="34" charset="0"/>
              <a:buNone/>
              <a:defRPr sz="1800">
                <a:solidFill>
                  <a:schemeClr val="accent3"/>
                </a:solidFill>
              </a:defRPr>
            </a:lvl1pPr>
            <a:lvl2pPr marL="530352" indent="0" algn="ctr">
              <a:buFont typeface="Arial" panose="020B0604020202020204" pitchFamily="34" charset="0"/>
              <a:buNone/>
              <a:defRPr sz="1800">
                <a:solidFill>
                  <a:schemeClr val="accent3"/>
                </a:solidFill>
              </a:defRPr>
            </a:lvl2pPr>
            <a:lvl3pPr marL="987552" indent="0" algn="ctr">
              <a:buFont typeface="Arial" panose="020B0604020202020204" pitchFamily="34" charset="0"/>
              <a:buNone/>
              <a:defRPr sz="1600">
                <a:solidFill>
                  <a:schemeClr val="accent3"/>
                </a:solidFill>
              </a:defRPr>
            </a:lvl3pPr>
            <a:lvl4pPr marL="1444752" indent="0" algn="ctr">
              <a:buFont typeface="Arial" panose="020B0604020202020204" pitchFamily="34" charset="0"/>
              <a:buNone/>
              <a:defRPr sz="1600">
                <a:solidFill>
                  <a:schemeClr val="accent3"/>
                </a:solidFill>
              </a:defRPr>
            </a:lvl4pPr>
            <a:lvl5pPr marL="1901952" indent="0" algn="ctr">
              <a:buFont typeface="Arial" panose="020B0604020202020204" pitchFamily="34" charset="0"/>
              <a:buNone/>
              <a:defRPr sz="1400">
                <a:solidFill>
                  <a:schemeClr val="accent3"/>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0" name="L-Shape 19">
            <a:extLst>
              <a:ext uri="{FF2B5EF4-FFF2-40B4-BE49-F238E27FC236}">
                <a16:creationId xmlns:a16="http://schemas.microsoft.com/office/drawing/2014/main" id="{CC096F9F-3AD4-4FC8-823F-DBD962E2E1C6}"/>
              </a:ext>
            </a:extLst>
          </p:cNvPr>
          <p:cNvSpPr>
            <a:spLocks noChangeAspect="1"/>
          </p:cNvSpPr>
          <p:nvPr userDrawn="1"/>
        </p:nvSpPr>
        <p:spPr>
          <a:xfrm flipH="1" flipV="1">
            <a:off x="11021316" y="361496"/>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21" name="L-Shape 20">
            <a:extLst>
              <a:ext uri="{FF2B5EF4-FFF2-40B4-BE49-F238E27FC236}">
                <a16:creationId xmlns:a16="http://schemas.microsoft.com/office/drawing/2014/main" id="{9CFFEAD0-9992-49A8-A068-3357E08CD7C0}"/>
              </a:ext>
            </a:extLst>
          </p:cNvPr>
          <p:cNvSpPr>
            <a:spLocks noChangeAspect="1"/>
          </p:cNvSpPr>
          <p:nvPr userDrawn="1"/>
        </p:nvSpPr>
        <p:spPr>
          <a:xfrm>
            <a:off x="6865431" y="5819524"/>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cxnSp>
        <p:nvCxnSpPr>
          <p:cNvPr id="23" name="Straight Connector 22">
            <a:extLst>
              <a:ext uri="{FF2B5EF4-FFF2-40B4-BE49-F238E27FC236}">
                <a16:creationId xmlns:a16="http://schemas.microsoft.com/office/drawing/2014/main" id="{D470145D-417E-4648-AB08-0A7974A629E0}"/>
              </a:ext>
            </a:extLst>
          </p:cNvPr>
          <p:cNvCxnSpPr/>
          <p:nvPr userDrawn="1"/>
        </p:nvCxnSpPr>
        <p:spPr>
          <a:xfrm>
            <a:off x="7118556" y="1789472"/>
            <a:ext cx="4284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00103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1" y="376"/>
            <a:ext cx="6234898" cy="68576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Diagonal Corners Snipped 10">
            <a:extLst>
              <a:ext uri="{FF2B5EF4-FFF2-40B4-BE49-F238E27FC236}">
                <a16:creationId xmlns:a16="http://schemas.microsoft.com/office/drawing/2014/main" id="{836AFDEB-3C72-49E0-9B45-DC9EFBA6587F}"/>
              </a:ext>
            </a:extLst>
          </p:cNvPr>
          <p:cNvSpPr/>
          <p:nvPr userDrawn="1"/>
        </p:nvSpPr>
        <p:spPr bwMode="white">
          <a:xfrm>
            <a:off x="507591" y="409286"/>
            <a:ext cx="5270049" cy="5945780"/>
          </a:xfrm>
          <a:prstGeom prst="snip2DiagRect">
            <a:avLst>
              <a:gd name="adj1" fmla="val 0"/>
              <a:gd name="adj2" fmla="val 10697"/>
            </a:avLst>
          </a:prstGeom>
          <a:solidFill>
            <a:schemeClr val="accent3"/>
          </a:solidFill>
          <a:ln>
            <a:no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 name="Title 1"/>
          <p:cNvSpPr>
            <a:spLocks noGrp="1"/>
          </p:cNvSpPr>
          <p:nvPr>
            <p:ph type="title" hasCustomPrompt="1"/>
          </p:nvPr>
        </p:nvSpPr>
        <p:spPr>
          <a:xfrm>
            <a:off x="6930776" y="477366"/>
            <a:ext cx="4644000" cy="1341602"/>
          </a:xfrm>
        </p:spPr>
        <p:txBody>
          <a:bodyPr anchor="ctr" anchorCtr="0">
            <a:normAutofit/>
          </a:bodyPr>
          <a:lstStyle>
            <a:lvl1pPr algn="ctr">
              <a:lnSpc>
                <a:spcPct val="84000"/>
              </a:lnSpc>
              <a:defRPr sz="4800" baseline="0">
                <a:solidFill>
                  <a:schemeClr val="tx2"/>
                </a:solidFill>
              </a:defRPr>
            </a:lvl1pPr>
          </a:lstStyle>
          <a:p>
            <a:r>
              <a:rPr lang="en-US" noProof="0"/>
              <a:t>Click To Edit Master Title Style</a:t>
            </a:r>
          </a:p>
        </p:txBody>
      </p:sp>
      <p:sp>
        <p:nvSpPr>
          <p:cNvPr id="4" name="Text Placeholder 3"/>
          <p:cNvSpPr>
            <a:spLocks noGrp="1"/>
          </p:cNvSpPr>
          <p:nvPr>
            <p:ph type="body" sz="half" idx="2"/>
          </p:nvPr>
        </p:nvSpPr>
        <p:spPr>
          <a:xfrm>
            <a:off x="6930775" y="1966451"/>
            <a:ext cx="4644001" cy="4388615"/>
          </a:xfrm>
        </p:spPr>
        <p:txBody>
          <a:bodyPr/>
          <a:lstStyle>
            <a:lvl1pPr marL="285750" indent="-285750">
              <a:lnSpc>
                <a:spcPct val="100000"/>
              </a:lnSpc>
              <a:spcBef>
                <a:spcPts val="0"/>
              </a:spcBef>
              <a:spcAft>
                <a:spcPts val="0"/>
              </a:spcAft>
              <a:buFont typeface="Arial" panose="020B0604020202020204" pitchFamily="34" charset="0"/>
              <a:buChar char="•"/>
              <a:defRPr sz="18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07591" y="6453386"/>
            <a:ext cx="120457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3403965" y="6453386"/>
            <a:ext cx="2373675"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234897" y="-376"/>
            <a:ext cx="144000" cy="687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L-Shape 11">
            <a:extLst>
              <a:ext uri="{FF2B5EF4-FFF2-40B4-BE49-F238E27FC236}">
                <a16:creationId xmlns:a16="http://schemas.microsoft.com/office/drawing/2014/main" id="{26A5AA85-E28D-4647-B000-742C83A8047D}"/>
              </a:ext>
            </a:extLst>
          </p:cNvPr>
          <p:cNvSpPr>
            <a:spLocks noChangeAspect="1"/>
          </p:cNvSpPr>
          <p:nvPr userDrawn="1"/>
        </p:nvSpPr>
        <p:spPr>
          <a:xfrm flipV="1">
            <a:off x="6845770" y="372071"/>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3" name="L-Shape 12">
            <a:extLst>
              <a:ext uri="{FF2B5EF4-FFF2-40B4-BE49-F238E27FC236}">
                <a16:creationId xmlns:a16="http://schemas.microsoft.com/office/drawing/2014/main" id="{C3CD9875-0A2E-4F4D-ACB7-87DD98EED9D0}"/>
              </a:ext>
            </a:extLst>
          </p:cNvPr>
          <p:cNvSpPr>
            <a:spLocks noChangeAspect="1"/>
          </p:cNvSpPr>
          <p:nvPr userDrawn="1"/>
        </p:nvSpPr>
        <p:spPr>
          <a:xfrm flipH="1">
            <a:off x="11058438" y="5819525"/>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9" name="Picture Placeholder 18">
            <a:extLst>
              <a:ext uri="{FF2B5EF4-FFF2-40B4-BE49-F238E27FC236}">
                <a16:creationId xmlns:a16="http://schemas.microsoft.com/office/drawing/2014/main" id="{D57F3340-8A42-40F0-BF5B-EEF6E3E88E6E}"/>
              </a:ext>
            </a:extLst>
          </p:cNvPr>
          <p:cNvSpPr>
            <a:spLocks noGrp="1"/>
          </p:cNvSpPr>
          <p:nvPr>
            <p:ph type="pic" idx="1"/>
          </p:nvPr>
        </p:nvSpPr>
        <p:spPr>
          <a:xfrm>
            <a:off x="806246" y="668595"/>
            <a:ext cx="4646651" cy="5383413"/>
          </a:xfrm>
          <a:custGeom>
            <a:avLst/>
            <a:gdLst>
              <a:gd name="connsiteX0" fmla="*/ 0 w 4646651"/>
              <a:gd name="connsiteY0" fmla="*/ 0 h 5383413"/>
              <a:gd name="connsiteX1" fmla="*/ 4168046 w 4646651"/>
              <a:gd name="connsiteY1" fmla="*/ 0 h 5383413"/>
              <a:gd name="connsiteX2" fmla="*/ 4646651 w 4646651"/>
              <a:gd name="connsiteY2" fmla="*/ 478605 h 5383413"/>
              <a:gd name="connsiteX3" fmla="*/ 4646651 w 4646651"/>
              <a:gd name="connsiteY3" fmla="*/ 5383413 h 5383413"/>
              <a:gd name="connsiteX4" fmla="*/ 478605 w 4646651"/>
              <a:gd name="connsiteY4" fmla="*/ 5383413 h 5383413"/>
              <a:gd name="connsiteX5" fmla="*/ 0 w 4646651"/>
              <a:gd name="connsiteY5" fmla="*/ 4904808 h 5383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6651" h="5383413">
                <a:moveTo>
                  <a:pt x="0" y="0"/>
                </a:moveTo>
                <a:lnTo>
                  <a:pt x="4168046" y="0"/>
                </a:lnTo>
                <a:lnTo>
                  <a:pt x="4646651" y="478605"/>
                </a:lnTo>
                <a:lnTo>
                  <a:pt x="4646651" y="5383413"/>
                </a:lnTo>
                <a:lnTo>
                  <a:pt x="478605" y="5383413"/>
                </a:lnTo>
                <a:lnTo>
                  <a:pt x="0" y="4904808"/>
                </a:lnTo>
                <a:close/>
              </a:path>
            </a:pathLst>
          </a:custGeom>
          <a:ln w="57150">
            <a:solidFill>
              <a:schemeClr val="bg1"/>
            </a:solidFill>
          </a:ln>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
        <p:nvSpPr>
          <p:cNvPr id="20" name="L-Shape 19">
            <a:extLst>
              <a:ext uri="{FF2B5EF4-FFF2-40B4-BE49-F238E27FC236}">
                <a16:creationId xmlns:a16="http://schemas.microsoft.com/office/drawing/2014/main" id="{CC096F9F-3AD4-4FC8-823F-DBD962E2E1C6}"/>
              </a:ext>
            </a:extLst>
          </p:cNvPr>
          <p:cNvSpPr>
            <a:spLocks noChangeAspect="1"/>
          </p:cNvSpPr>
          <p:nvPr userDrawn="1"/>
        </p:nvSpPr>
        <p:spPr>
          <a:xfrm flipH="1" flipV="1">
            <a:off x="11021316" y="361496"/>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21" name="L-Shape 20">
            <a:extLst>
              <a:ext uri="{FF2B5EF4-FFF2-40B4-BE49-F238E27FC236}">
                <a16:creationId xmlns:a16="http://schemas.microsoft.com/office/drawing/2014/main" id="{9CFFEAD0-9992-49A8-A068-3357E08CD7C0}"/>
              </a:ext>
            </a:extLst>
          </p:cNvPr>
          <p:cNvSpPr>
            <a:spLocks noChangeAspect="1"/>
          </p:cNvSpPr>
          <p:nvPr userDrawn="1"/>
        </p:nvSpPr>
        <p:spPr>
          <a:xfrm>
            <a:off x="6865431" y="5819524"/>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cxnSp>
        <p:nvCxnSpPr>
          <p:cNvPr id="23" name="Straight Connector 22">
            <a:extLst>
              <a:ext uri="{FF2B5EF4-FFF2-40B4-BE49-F238E27FC236}">
                <a16:creationId xmlns:a16="http://schemas.microsoft.com/office/drawing/2014/main" id="{D470145D-417E-4648-AB08-0A7974A629E0}"/>
              </a:ext>
            </a:extLst>
          </p:cNvPr>
          <p:cNvCxnSpPr/>
          <p:nvPr userDrawn="1"/>
        </p:nvCxnSpPr>
        <p:spPr>
          <a:xfrm>
            <a:off x="7118556" y="1789472"/>
            <a:ext cx="4284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03114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bwMode="blackWhite">
      <p:bgPr>
        <a:gradFill flip="none" rotWithShape="1">
          <a:gsLst>
            <a:gs pos="0">
              <a:schemeClr val="bg2">
                <a:lumMod val="50000"/>
              </a:schemeClr>
            </a:gs>
            <a:gs pos="33000">
              <a:schemeClr val="bg2"/>
            </a:gs>
            <a:gs pos="66000">
              <a:schemeClr val="bg2">
                <a:lumMod val="75000"/>
              </a:schemeClr>
            </a:gs>
            <a:gs pos="97000">
              <a:schemeClr val="bg2">
                <a:lumMod val="50000"/>
              </a:schemeClr>
            </a:gs>
          </a:gsLst>
          <a:lin ang="270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5025" y="1301360"/>
            <a:ext cx="9612971" cy="2852737"/>
          </a:xfrm>
        </p:spPr>
        <p:txBody>
          <a:bodyPr anchor="b">
            <a:normAutofit/>
          </a:bodyPr>
          <a:lstStyle>
            <a:lvl1pPr algn="r">
              <a:defRPr sz="7200" cap="none" baseline="0">
                <a:solidFill>
                  <a:schemeClr val="tx1"/>
                </a:solidFill>
              </a:defRPr>
            </a:lvl1pPr>
          </a:lstStyle>
          <a:p>
            <a:r>
              <a:rPr lang="en-US" noProof="0"/>
              <a:t>Click To Edit Master Title Style</a:t>
            </a:r>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smtClean="0"/>
              <a:t>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EEECE1"/>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EEECE1"/>
              </a:solidFill>
              <a:effectLst/>
              <a:uLnTx/>
              <a:uFillTx/>
              <a:latin typeface="Arial"/>
              <a:ea typeface="+mn-ea"/>
              <a:cs typeface="+mn-cs"/>
            </a:endParaRPr>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EECE1"/>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EEECE1"/>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EEECE1"/>
              </a:solidFill>
              <a:effectLst/>
              <a:uLnTx/>
              <a:uFillTx/>
              <a:latin typeface="Arial"/>
              <a:ea typeface="+mn-ea"/>
              <a:cs typeface="+mn-cs"/>
            </a:endParaRPr>
          </a:p>
        </p:txBody>
      </p:sp>
      <p:sp>
        <p:nvSpPr>
          <p:cNvPr id="9" name="L-Shape 8">
            <a:extLst>
              <a:ext uri="{FF2B5EF4-FFF2-40B4-BE49-F238E27FC236}">
                <a16:creationId xmlns:a16="http://schemas.microsoft.com/office/drawing/2014/main" id="{BF5B4C6D-2825-4690-8D32-39CBF5E0F7E6}"/>
              </a:ext>
            </a:extLst>
          </p:cNvPr>
          <p:cNvSpPr/>
          <p:nvPr userDrawn="1"/>
        </p:nvSpPr>
        <p:spPr>
          <a:xfrm rot="10800000" flipV="1">
            <a:off x="8532326" y="1820272"/>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L-Shape 7">
            <a:extLst>
              <a:ext uri="{FF2B5EF4-FFF2-40B4-BE49-F238E27FC236}">
                <a16:creationId xmlns:a16="http://schemas.microsoft.com/office/drawing/2014/main" id="{DFD43940-6D78-4E75-BDB6-8792768BB894}"/>
              </a:ext>
            </a:extLst>
          </p:cNvPr>
          <p:cNvSpPr/>
          <p:nvPr userDrawn="1"/>
        </p:nvSpPr>
        <p:spPr>
          <a:xfrm flipH="1">
            <a:off x="8286318" y="1685652"/>
            <a:ext cx="3152309" cy="4408489"/>
          </a:xfrm>
          <a:prstGeom prst="corner">
            <a:avLst>
              <a:gd name="adj1" fmla="val 5837"/>
              <a:gd name="adj2" fmla="val 6502"/>
            </a:avLst>
          </a:prstGeom>
          <a:solidFill>
            <a:srgbClr val="EFEDE3"/>
          </a:solidFill>
          <a:ln>
            <a:solidFill>
              <a:srgbClr val="EFEDE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1772556420"/>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solidFill>
                  <a:schemeClr val="tx2"/>
                </a:solidFill>
              </a:defRPr>
            </a:lvl1pPr>
          </a:lstStyle>
          <a:p>
            <a:r>
              <a:rPr lang="en-US" noProof="0"/>
              <a:t>Click To Edit Master Title Style</a:t>
            </a:r>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Date Placeholder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Tree>
    <p:extLst>
      <p:ext uri="{BB962C8B-B14F-4D97-AF65-F5344CB8AC3E}">
        <p14:creationId xmlns:p14="http://schemas.microsoft.com/office/powerpoint/2010/main" val="36056586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71600" y="685800"/>
            <a:ext cx="9601200" cy="1485900"/>
          </a:xfrm>
        </p:spPr>
        <p:txBody>
          <a:bodyPr>
            <a:normAutofit/>
          </a:bodyPr>
          <a:lstStyle>
            <a:lvl1pPr>
              <a:defRPr sz="4800">
                <a:solidFill>
                  <a:schemeClr val="tx2"/>
                </a:solidFill>
              </a:defRPr>
            </a:lvl1pPr>
          </a:lstStyle>
          <a:p>
            <a:r>
              <a:rPr lang="en-US" noProof="0"/>
              <a:t>Click To Edit Master Title Style</a:t>
            </a:r>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7" name="Date Placeholder 6"/>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8" name="Footer Placeholder 7"/>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9" name="Slide Number Placeholder 8"/>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11" name="L-Shape 10">
            <a:extLst>
              <a:ext uri="{FF2B5EF4-FFF2-40B4-BE49-F238E27FC236}">
                <a16:creationId xmlns:a16="http://schemas.microsoft.com/office/drawing/2014/main" id="{91236E78-C797-4C31-BA0C-DB193BAF6D2D}"/>
              </a:ext>
            </a:extLst>
          </p:cNvPr>
          <p:cNvSpPr/>
          <p:nvPr userDrawn="1"/>
        </p:nvSpPr>
        <p:spPr>
          <a:xfrm rot="10800000" flipV="1">
            <a:off x="8391654" y="1873024"/>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0" name="L-Shape 9">
            <a:extLst>
              <a:ext uri="{FF2B5EF4-FFF2-40B4-BE49-F238E27FC236}">
                <a16:creationId xmlns:a16="http://schemas.microsoft.com/office/drawing/2014/main" id="{BFA658F0-F295-40A9-8BA8-1F6CBDFBBE09}"/>
              </a:ext>
            </a:extLst>
          </p:cNvPr>
          <p:cNvSpPr/>
          <p:nvPr userDrawn="1"/>
        </p:nvSpPr>
        <p:spPr>
          <a:xfrm flipH="1">
            <a:off x="8152968" y="1752327"/>
            <a:ext cx="3152309" cy="4408489"/>
          </a:xfrm>
          <a:prstGeom prst="corner">
            <a:avLst>
              <a:gd name="adj1" fmla="val 7085"/>
              <a:gd name="adj2" fmla="val 7750"/>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38332367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lvl1pPr>
          </a:lstStyle>
          <a:p>
            <a:r>
              <a:rPr lang="en-US" noProof="0"/>
              <a:t>Click To Edit Master Title Style</a:t>
            </a: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4" name="Footer Placeholder 3"/>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Tree>
    <p:extLst>
      <p:ext uri="{BB962C8B-B14F-4D97-AF65-F5344CB8AC3E}">
        <p14:creationId xmlns:p14="http://schemas.microsoft.com/office/powerpoint/2010/main" val="31082870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lvl1pPr>
          </a:lstStyle>
          <a:p>
            <a:r>
              <a:rPr lang="en-US" noProof="0"/>
              <a:t>Click To Edit Master Title Style</a:t>
            </a: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4" name="Footer Placeholder 3"/>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7" name="Text Placeholder 6">
            <a:extLst>
              <a:ext uri="{FF2B5EF4-FFF2-40B4-BE49-F238E27FC236}">
                <a16:creationId xmlns:a16="http://schemas.microsoft.com/office/drawing/2014/main" id="{CAFD1631-6749-4027-9415-B72D163BBD58}"/>
              </a:ext>
            </a:extLst>
          </p:cNvPr>
          <p:cNvSpPr>
            <a:spLocks noGrp="1"/>
          </p:cNvSpPr>
          <p:nvPr>
            <p:ph type="body" sz="quarter" idx="13"/>
          </p:nvPr>
        </p:nvSpPr>
        <p:spPr>
          <a:xfrm>
            <a:off x="1560471" y="2297695"/>
            <a:ext cx="9071059" cy="2767600"/>
          </a:xfrm>
        </p:spPr>
        <p:txBody>
          <a:bodyPr anchor="ctr"/>
          <a:lstStyle>
            <a:lvl1pPr marL="0" indent="0" algn="ctr">
              <a:buNone/>
              <a:defRPr sz="6000"/>
            </a:lvl1pPr>
          </a:lstStyle>
          <a:p>
            <a:pPr lvl="0"/>
            <a:r>
              <a:rPr lang="en-US" noProof="0" smtClean="0"/>
              <a:t>Edit Master text styles</a:t>
            </a:r>
          </a:p>
        </p:txBody>
      </p:sp>
    </p:spTree>
    <p:extLst>
      <p:ext uri="{BB962C8B-B14F-4D97-AF65-F5344CB8AC3E}">
        <p14:creationId xmlns:p14="http://schemas.microsoft.com/office/powerpoint/2010/main" val="20885593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3" name="Footer Placeholder 2"/>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Tree>
    <p:extLst>
      <p:ext uri="{BB962C8B-B14F-4D97-AF65-F5344CB8AC3E}">
        <p14:creationId xmlns:p14="http://schemas.microsoft.com/office/powerpoint/2010/main" val="169565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45B175-C851-453B-B2A0-9A5CFCADC0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2E65F4A2-0E4F-4E49-A0BF-BEEC722033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9328AA27-3F13-4BFD-B949-21CF319108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33F5E9-5DAC-4C4A-9DF5-C2B87276BCC8}" type="datetimeFigureOut">
              <a:rPr lang="en-US" smtClean="0"/>
              <a:t>9/6/2025</a:t>
            </a:fld>
            <a:endParaRPr lang="en-US" dirty="0"/>
          </a:p>
        </p:txBody>
      </p:sp>
      <p:sp>
        <p:nvSpPr>
          <p:cNvPr id="5" name="Footer Placeholder 4">
            <a:extLst>
              <a:ext uri="{FF2B5EF4-FFF2-40B4-BE49-F238E27FC236}">
                <a16:creationId xmlns:a16="http://schemas.microsoft.com/office/drawing/2014/main" id="{EEEE99A2-0FED-42D4-9FBD-08CC1C3F81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F2468D4-5440-4CE2-BAB3-61D83F628C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EC5C30-0B3A-4B13-ADDD-7C63C8AA921B}" type="slidenum">
              <a:rPr lang="en-US" smtClean="0"/>
              <a:t>‹#›</a:t>
            </a:fld>
            <a:endParaRPr lang="en-US" dirty="0"/>
          </a:p>
        </p:txBody>
      </p:sp>
    </p:spTree>
    <p:extLst>
      <p:ext uri="{BB962C8B-B14F-4D97-AF65-F5344CB8AC3E}">
        <p14:creationId xmlns:p14="http://schemas.microsoft.com/office/powerpoint/2010/main" val="41220394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blackGray">
      <p:bgPr>
        <a:solidFill>
          <a:schemeClr val="bg2"/>
        </a:solidFill>
        <a:effectLst/>
      </p:bgPr>
    </p:bg>
    <p:spTree>
      <p:nvGrpSpPr>
        <p:cNvPr id="1" name=""/>
        <p:cNvGrpSpPr/>
        <p:nvPr/>
      </p:nvGrpSpPr>
      <p:grpSpPr>
        <a:xfrm>
          <a:off x="0" y="0"/>
          <a:ext cx="0" cy="0"/>
          <a:chOff x="0" y="0"/>
          <a:chExt cx="0" cy="0"/>
        </a:xfrm>
      </p:grpSpPr>
      <p:sp>
        <p:nvSpPr>
          <p:cNvPr id="8" name="Rectangle 7" title="Side bar">
            <a:extLst>
              <a:ext uri="{FF2B5EF4-FFF2-40B4-BE49-F238E27FC236}">
                <a16:creationId xmlns:a16="http://schemas.microsoft.com/office/drawing/2014/main" id="{FFA7AFEF-D97A-4A94-A884-7F95E91332B7}"/>
              </a:ext>
            </a:extLst>
          </p:cNvPr>
          <p:cNvSpPr/>
          <p:nvPr userDrawn="1"/>
        </p:nvSpPr>
        <p:spPr>
          <a:xfrm>
            <a:off x="622095" y="0"/>
            <a:ext cx="144000" cy="687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noProof="0" smtClean="0"/>
              <a:t>Click to edit Master title style</a:t>
            </a:r>
            <a:endParaRPr lang="en-US" noProof="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Autofit/>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Side bar"/>
          <p:cNvSpPr/>
          <p:nvPr/>
        </p:nvSpPr>
        <p:spPr>
          <a:xfrm>
            <a:off x="478095" y="376"/>
            <a:ext cx="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25347954"/>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42900" indent="-342900" algn="l" defTabSz="914400" rtl="0" eaLnBrk="1" latinLnBrk="0" hangingPunct="1">
        <a:lnSpc>
          <a:spcPct val="94000"/>
        </a:lnSpc>
        <a:spcBef>
          <a:spcPts val="1000"/>
        </a:spcBef>
        <a:spcAft>
          <a:spcPts val="200"/>
        </a:spcAft>
        <a:buFont typeface="Arial" panose="020B0604020202020204" pitchFamily="34" charset="0"/>
        <a:buChar char="•"/>
        <a:defRPr sz="2400" kern="1200" baseline="0">
          <a:solidFill>
            <a:schemeClr val="tx2"/>
          </a:solidFill>
          <a:latin typeface="+mn-lt"/>
          <a:ea typeface="+mn-ea"/>
          <a:cs typeface="+mn-cs"/>
        </a:defRPr>
      </a:lvl1pPr>
      <a:lvl2pPr marL="873252" indent="-342900" algn="l" defTabSz="914400" rtl="0" eaLnBrk="1" latinLnBrk="0" hangingPunct="1">
        <a:lnSpc>
          <a:spcPct val="94000"/>
        </a:lnSpc>
        <a:spcBef>
          <a:spcPts val="500"/>
        </a:spcBef>
        <a:spcAft>
          <a:spcPts val="200"/>
        </a:spcAft>
        <a:buFont typeface="Arial" panose="020B0604020202020204" pitchFamily="34" charset="0"/>
        <a:buChar char="•"/>
        <a:defRPr sz="2400" i="1" kern="1200" baseline="0">
          <a:solidFill>
            <a:schemeClr val="tx2"/>
          </a:solidFill>
          <a:latin typeface="+mn-lt"/>
          <a:ea typeface="+mn-ea"/>
          <a:cs typeface="+mn-cs"/>
        </a:defRPr>
      </a:lvl2pPr>
      <a:lvl3pPr marL="1330452" indent="-342900" algn="l" defTabSz="914400" rtl="0" eaLnBrk="1" latinLnBrk="0" hangingPunct="1">
        <a:lnSpc>
          <a:spcPct val="94000"/>
        </a:lnSpc>
        <a:spcBef>
          <a:spcPts val="500"/>
        </a:spcBef>
        <a:spcAft>
          <a:spcPts val="200"/>
        </a:spcAft>
        <a:buFont typeface="Arial" panose="020B0604020202020204" pitchFamily="34" charset="0"/>
        <a:buChar char="•"/>
        <a:defRPr sz="2000" kern="1200" baseline="0">
          <a:solidFill>
            <a:schemeClr val="tx2"/>
          </a:solidFill>
          <a:latin typeface="+mn-lt"/>
          <a:ea typeface="+mn-ea"/>
          <a:cs typeface="+mn-cs"/>
        </a:defRPr>
      </a:lvl3pPr>
      <a:lvl4pPr marL="1787652" indent="-342900" algn="l" defTabSz="914400" rtl="0" eaLnBrk="1" latinLnBrk="0" hangingPunct="1">
        <a:lnSpc>
          <a:spcPct val="94000"/>
        </a:lnSpc>
        <a:spcBef>
          <a:spcPts val="500"/>
        </a:spcBef>
        <a:spcAft>
          <a:spcPts val="200"/>
        </a:spcAft>
        <a:buFont typeface="Arial" panose="020B0604020202020204" pitchFamily="34" charset="0"/>
        <a:buChar char="•"/>
        <a:defRPr sz="2000" i="1" kern="1200" baseline="0">
          <a:solidFill>
            <a:schemeClr val="tx2"/>
          </a:solidFill>
          <a:latin typeface="+mn-lt"/>
          <a:ea typeface="+mn-ea"/>
          <a:cs typeface="+mn-cs"/>
        </a:defRPr>
      </a:lvl4pPr>
      <a:lvl5pPr marL="2187702" indent="-285750" algn="l" defTabSz="914400" rtl="0" eaLnBrk="1" latinLnBrk="0" hangingPunct="1">
        <a:lnSpc>
          <a:spcPct val="94000"/>
        </a:lnSpc>
        <a:spcBef>
          <a:spcPts val="500"/>
        </a:spcBef>
        <a:spcAft>
          <a:spcPts val="200"/>
        </a:spcAft>
        <a:buFont typeface="Arial" panose="020B0604020202020204" pitchFamily="34" charset="0"/>
        <a:buChar char="•"/>
        <a:defRPr sz="18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 Id="rId1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 Id="rId14" Type="http://schemas.openxmlformats.org/officeDocument/2006/relationships/image" Target="../media/image7.png"/></Relationships>
</file>

<file path=ppt/slides/_rels/slide50.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 Id="rId1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5F415-7490-4054-85B4-10F7AE6D3385}"/>
              </a:ext>
            </a:extLst>
          </p:cNvPr>
          <p:cNvSpPr>
            <a:spLocks noGrp="1"/>
          </p:cNvSpPr>
          <p:nvPr>
            <p:ph type="ctrTitle"/>
          </p:nvPr>
        </p:nvSpPr>
        <p:spPr>
          <a:xfrm>
            <a:off x="1557253" y="68033"/>
            <a:ext cx="9144000" cy="2126512"/>
          </a:xfrm>
        </p:spPr>
        <p:txBody>
          <a:bodyPr>
            <a:normAutofit fontScale="90000"/>
          </a:bodyPr>
          <a:lstStyle/>
          <a:p>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Bảo</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mật</a:t>
            </a:r>
            <a:r>
              <a:rPr lang="en-US" sz="7200" dirty="0" smtClean="0">
                <a:solidFill>
                  <a:schemeClr val="bg1"/>
                </a:solidFill>
                <a:latin typeface="Rockwell" panose="02060603020205020403" pitchFamily="18" charset="0"/>
              </a:rPr>
              <a:t> </a:t>
            </a:r>
            <a:br>
              <a:rPr lang="en-US" sz="7200" dirty="0" smtClean="0">
                <a:solidFill>
                  <a:schemeClr val="bg1"/>
                </a:solidFill>
                <a:latin typeface="Rockwell" panose="02060603020205020403" pitchFamily="18" charset="0"/>
              </a:rPr>
            </a:br>
            <a:r>
              <a:rPr lang="en-US" sz="7200" dirty="0" err="1" smtClean="0">
                <a:solidFill>
                  <a:schemeClr val="bg1"/>
                </a:solidFill>
                <a:latin typeface="Rockwell" panose="02060603020205020403" pitchFamily="18" charset="0"/>
              </a:rPr>
              <a:t>Ứng</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dụng</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và</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Hệ</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thống</a:t>
            </a:r>
            <a:endParaRPr lang="en-US" sz="7200" dirty="0">
              <a:solidFill>
                <a:schemeClr val="bg1"/>
              </a:solidFill>
              <a:latin typeface="Rockwell" panose="02060603020205020403" pitchFamily="18" charset="0"/>
            </a:endParaRPr>
          </a:p>
        </p:txBody>
      </p:sp>
      <p:cxnSp>
        <p:nvCxnSpPr>
          <p:cNvPr id="5" name="Straight Connector 4">
            <a:extLst>
              <a:ext uri="{FF2B5EF4-FFF2-40B4-BE49-F238E27FC236}">
                <a16:creationId xmlns:a16="http://schemas.microsoft.com/office/drawing/2014/main" id="{AA65E432-C1E6-4C36-BF8E-2DA25E65DC32}"/>
              </a:ext>
              <a:ext uri="{C183D7F6-B498-43B3-948B-1728B52AA6E4}">
                <adec:decorative xmlns="" xmlns:adec="http://schemas.microsoft.com/office/drawing/2017/decorative" val="1"/>
              </a:ext>
            </a:extLst>
          </p:cNvPr>
          <p:cNvCxnSpPr/>
          <p:nvPr/>
        </p:nvCxnSpPr>
        <p:spPr>
          <a:xfrm>
            <a:off x="3579677" y="2200147"/>
            <a:ext cx="49149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D05F6415-1E7C-453D-B6B7-DBF76BDA691B}"/>
              </a:ext>
            </a:extLst>
          </p:cNvPr>
          <p:cNvSpPr>
            <a:spLocks noGrp="1"/>
          </p:cNvSpPr>
          <p:nvPr>
            <p:ph type="subTitle" idx="1"/>
          </p:nvPr>
        </p:nvSpPr>
        <p:spPr>
          <a:xfrm>
            <a:off x="1557253" y="2313117"/>
            <a:ext cx="9144000" cy="1655762"/>
          </a:xfrm>
        </p:spPr>
        <p:txBody>
          <a:bodyPr>
            <a:normAutofit/>
          </a:bodyPr>
          <a:lstStyle/>
          <a:p>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Giảng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viên</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Nguyễn</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Kim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Tuấn</a:t>
            </a:r>
            <a:endParaRPr lang="en-US" sz="2800" dirty="0">
              <a:solidFill>
                <a:schemeClr val="bg1"/>
              </a:solidFill>
              <a:latin typeface="Tahoma" panose="020B0604030504040204" pitchFamily="34" charset="0"/>
              <a:ea typeface="Tahoma" panose="020B0604030504040204" pitchFamily="34" charset="0"/>
              <a:cs typeface="Tahoma" panose="020B0604030504040204" pitchFamily="34" charset="0"/>
            </a:endParaRPr>
          </a:p>
          <a:p>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Khoa</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Hệ</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thống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thông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tin</a:t>
            </a:r>
          </a:p>
          <a:p>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Trường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CNTT</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Phenikaa</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Đại</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học</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Phenikaa</a:t>
            </a:r>
            <a:endParaRPr lang="en-US" sz="28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pic>
        <p:nvPicPr>
          <p:cNvPr id="15" name="Graphic 14" descr="Clipboard">
            <a:extLst>
              <a:ext uri="{FF2B5EF4-FFF2-40B4-BE49-F238E27FC236}">
                <a16:creationId xmlns:a16="http://schemas.microsoft.com/office/drawing/2014/main" id="{2A123BD8-A09C-49C0-98E8-54B55610A9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rot="631394">
            <a:off x="4662065" y="3581995"/>
            <a:ext cx="3194131" cy="3194131"/>
          </a:xfrm>
          <a:prstGeom prst="rect">
            <a:avLst/>
          </a:prstGeom>
        </p:spPr>
      </p:pic>
      <p:pic>
        <p:nvPicPr>
          <p:cNvPr id="11" name="Graphic 10" descr="Microscope">
            <a:extLst>
              <a:ext uri="{FF2B5EF4-FFF2-40B4-BE49-F238E27FC236}">
                <a16:creationId xmlns:a16="http://schemas.microsoft.com/office/drawing/2014/main" id="{3CB00449-E308-4DF3-9CFD-9A7D30B672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rot="1338607" flipH="1">
            <a:off x="-70759" y="489541"/>
            <a:ext cx="2684499" cy="2684499"/>
          </a:xfrm>
          <a:prstGeom prst="rect">
            <a:avLst/>
          </a:prstGeom>
        </p:spPr>
      </p:pic>
      <p:pic>
        <p:nvPicPr>
          <p:cNvPr id="13" name="Graphic 12" descr="Test tubes">
            <a:extLst>
              <a:ext uri="{FF2B5EF4-FFF2-40B4-BE49-F238E27FC236}">
                <a16:creationId xmlns:a16="http://schemas.microsoft.com/office/drawing/2014/main" id="{6A56DF0C-1331-406E-AEE6-06E0E59FB9A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rot="21078969">
            <a:off x="2532347" y="3896449"/>
            <a:ext cx="2453456" cy="2453456"/>
          </a:xfrm>
          <a:prstGeom prst="rect">
            <a:avLst/>
          </a:prstGeom>
        </p:spPr>
      </p:pic>
      <p:pic>
        <p:nvPicPr>
          <p:cNvPr id="7" name="Graphic 6" descr="Beaker">
            <a:extLst>
              <a:ext uri="{FF2B5EF4-FFF2-40B4-BE49-F238E27FC236}">
                <a16:creationId xmlns:a16="http://schemas.microsoft.com/office/drawing/2014/main" id="{88D22565-F42F-439B-A6A4-CF161165E6B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rot="1213697">
            <a:off x="24665" y="2787872"/>
            <a:ext cx="3245427" cy="3245427"/>
          </a:xfrm>
          <a:prstGeom prst="rect">
            <a:avLst/>
          </a:prstGeom>
        </p:spPr>
      </p:pic>
      <p:pic>
        <p:nvPicPr>
          <p:cNvPr id="9" name="Graphic 8" descr="Flask">
            <a:extLst>
              <a:ext uri="{FF2B5EF4-FFF2-40B4-BE49-F238E27FC236}">
                <a16:creationId xmlns:a16="http://schemas.microsoft.com/office/drawing/2014/main" id="{B46E3E84-D1E6-4422-AA93-3EE98A821B9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rot="20451125">
            <a:off x="8283867" y="2036637"/>
            <a:ext cx="3005286" cy="3005286"/>
          </a:xfrm>
          <a:prstGeom prst="rect">
            <a:avLst/>
          </a:prstGeom>
        </p:spPr>
      </p:pic>
      <p:pic>
        <p:nvPicPr>
          <p:cNvPr id="19" name="Graphic 18" descr="Ruler">
            <a:extLst>
              <a:ext uri="{FF2B5EF4-FFF2-40B4-BE49-F238E27FC236}">
                <a16:creationId xmlns:a16="http://schemas.microsoft.com/office/drawing/2014/main" id="{39130E3C-1E93-4315-AE76-13C55147DCF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 xmlns:asvg="http://schemas.microsoft.com/office/drawing/2016/SVG/main" r:embed="rId13"/>
              </a:ext>
            </a:extLst>
          </a:blip>
          <a:stretch>
            <a:fillRect/>
          </a:stretch>
        </p:blipFill>
        <p:spPr>
          <a:xfrm rot="18889495">
            <a:off x="9914052" y="2300565"/>
            <a:ext cx="1574403" cy="1574403"/>
          </a:xfrm>
          <a:prstGeom prst="rect">
            <a:avLst/>
          </a:prstGeom>
        </p:spPr>
      </p:pic>
      <p:pic>
        <p:nvPicPr>
          <p:cNvPr id="21" name="Graphic 20" descr="Pencil">
            <a:extLst>
              <a:ext uri="{FF2B5EF4-FFF2-40B4-BE49-F238E27FC236}">
                <a16:creationId xmlns:a16="http://schemas.microsoft.com/office/drawing/2014/main" id="{FFEC1660-205F-490E-800A-0D57D250BAE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 xmlns:asvg="http://schemas.microsoft.com/office/drawing/2016/SVG/main" r:embed="rId15"/>
              </a:ext>
            </a:extLst>
          </a:blip>
          <a:stretch>
            <a:fillRect/>
          </a:stretch>
        </p:blipFill>
        <p:spPr>
          <a:xfrm rot="20520790">
            <a:off x="10660011" y="2938737"/>
            <a:ext cx="1488402" cy="1488402"/>
          </a:xfrm>
          <a:prstGeom prst="rect">
            <a:avLst/>
          </a:prstGeom>
        </p:spPr>
      </p:pic>
      <p:grpSp>
        <p:nvGrpSpPr>
          <p:cNvPr id="12" name="Group 11"/>
          <p:cNvGrpSpPr/>
          <p:nvPr/>
        </p:nvGrpSpPr>
        <p:grpSpPr>
          <a:xfrm>
            <a:off x="7193007" y="5769269"/>
            <a:ext cx="4857966" cy="985602"/>
            <a:chOff x="360535" y="271204"/>
            <a:chExt cx="5047501" cy="985602"/>
          </a:xfrm>
        </p:grpSpPr>
        <p:sp>
          <p:nvSpPr>
            <p:cNvPr id="14" name="Rounded Rectangle 13"/>
            <p:cNvSpPr/>
            <p:nvPr/>
          </p:nvSpPr>
          <p:spPr>
            <a:xfrm>
              <a:off x="360535" y="425063"/>
              <a:ext cx="5047501" cy="721286"/>
            </a:xfrm>
            <a:prstGeom prst="roundRect">
              <a:avLst/>
            </a:prstGeom>
            <a:solidFill>
              <a:schemeClr val="accent5">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6" name="Rounded Rectangle 4"/>
            <p:cNvSpPr txBox="1"/>
            <p:nvPr/>
          </p:nvSpPr>
          <p:spPr>
            <a:xfrm>
              <a:off x="413854" y="271204"/>
              <a:ext cx="4940863" cy="98560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784" tIns="0" rIns="190784" bIns="0" numCol="1" spcCol="1270" anchor="ctr" anchorCtr="0">
              <a:noAutofit/>
            </a:bodyPr>
            <a:lstStyle/>
            <a:p>
              <a:pPr lvl="0" algn="r" defTabSz="1644650">
                <a:spcBef>
                  <a:spcPct val="0"/>
                </a:spcBef>
              </a:pPr>
              <a:r>
                <a:rPr lang="en-US" sz="2000" dirty="0" smtClean="0">
                  <a:latin typeface="Tahoma" panose="020B0604030504040204" pitchFamily="34" charset="0"/>
                  <a:ea typeface="Tahoma" panose="020B0604030504040204" pitchFamily="34" charset="0"/>
                  <a:cs typeface="Tahoma" panose="020B0604030504040204" pitchFamily="34" charset="0"/>
                </a:rPr>
                <a:t>0906.566.665 – 0932.401.907 (</a:t>
              </a:r>
              <a:r>
                <a:rPr lang="en-US" sz="2000" dirty="0" err="1" smtClean="0">
                  <a:latin typeface="Tahoma" panose="020B0604030504040204" pitchFamily="34" charset="0"/>
                  <a:ea typeface="Tahoma" panose="020B0604030504040204" pitchFamily="34" charset="0"/>
                  <a:cs typeface="Tahoma" panose="020B0604030504040204" pitchFamily="34" charset="0"/>
                </a:rPr>
                <a:t>Zalo</a:t>
              </a:r>
              <a:r>
                <a:rPr lang="en-US" sz="2000" dirty="0" smtClean="0">
                  <a:latin typeface="Tahoma" panose="020B0604030504040204" pitchFamily="34" charset="0"/>
                  <a:ea typeface="Tahoma" panose="020B0604030504040204" pitchFamily="34" charset="0"/>
                  <a:cs typeface="Tahoma" panose="020B0604030504040204" pitchFamily="34" charset="0"/>
                </a:rPr>
                <a:t>)</a:t>
              </a:r>
            </a:p>
            <a:p>
              <a:pPr lvl="0" algn="r" defTabSz="1644650">
                <a:spcBef>
                  <a:spcPct val="0"/>
                </a:spcBef>
              </a:pPr>
              <a:r>
                <a:rPr lang="en-US" sz="2000" kern="1200" dirty="0" err="1" smtClean="0">
                  <a:latin typeface="Tahoma" panose="020B0604030504040204" pitchFamily="34" charset="0"/>
                  <a:ea typeface="Tahoma" panose="020B0604030504040204" pitchFamily="34" charset="0"/>
                  <a:cs typeface="Tahoma" panose="020B0604030504040204" pitchFamily="34" charset="0"/>
                </a:rPr>
                <a:t>tuan.nguyenkim@phenikaa-uni.edu.vn</a:t>
              </a:r>
              <a:endParaRPr lang="en-US" sz="2000" kern="1200" dirty="0">
                <a:latin typeface="Tahoma" panose="020B0604030504040204" pitchFamily="34" charset="0"/>
                <a:ea typeface="Tahoma" panose="020B0604030504040204" pitchFamily="34" charset="0"/>
                <a:cs typeface="Tahoma" panose="020B0604030504040204" pitchFamily="34" charset="0"/>
              </a:endParaRPr>
            </a:p>
          </p:txBody>
        </p:sp>
      </p:grpSp>
    </p:spTree>
    <p:extLst>
      <p:ext uri="{BB962C8B-B14F-4D97-AF65-F5344CB8AC3E}">
        <p14:creationId xmlns:p14="http://schemas.microsoft.com/office/powerpoint/2010/main" val="29063970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42257-3980-4551-868A-26DC3CB821EE}"/>
              </a:ext>
            </a:extLst>
          </p:cNvPr>
          <p:cNvSpPr>
            <a:spLocks noGrp="1"/>
          </p:cNvSpPr>
          <p:nvPr>
            <p:ph type="title"/>
          </p:nvPr>
        </p:nvSpPr>
        <p:spPr>
          <a:xfrm>
            <a:off x="521284" y="64869"/>
            <a:ext cx="8048289" cy="1325563"/>
          </a:xfrm>
        </p:spPr>
        <p:txBody>
          <a:bodyPr>
            <a:normAutofit/>
          </a:bodyPr>
          <a:lstStyle/>
          <a:p>
            <a:pPr algn="ctr">
              <a:lnSpc>
                <a:spcPct val="100000"/>
              </a:lnSpc>
            </a:pPr>
            <a:r>
              <a:rPr lang="en-US" sz="3600" dirty="0" err="1" smtClean="0">
                <a:solidFill>
                  <a:srgbClr val="0000CC"/>
                </a:solidFill>
                <a:latin typeface="Rockwell" panose="02060603020205020403" pitchFamily="18" charset="0"/>
              </a:rPr>
              <a:t>BẢO</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MẬT</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ỨNG</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DỤNG</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VÀ</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HỆ</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THỐNG</a:t>
            </a:r>
            <a:r>
              <a:rPr lang="en-US" sz="3600" dirty="0" smtClean="0">
                <a:solidFill>
                  <a:srgbClr val="0000CC"/>
                </a:solidFill>
                <a:latin typeface="Rockwell" panose="02060603020205020403" pitchFamily="18" charset="0"/>
              </a:rPr>
              <a:t>  </a:t>
            </a:r>
            <a:br>
              <a:rPr lang="en-US" sz="3600" dirty="0" smtClean="0">
                <a:solidFill>
                  <a:srgbClr val="0000CC"/>
                </a:solidFill>
                <a:latin typeface="Rockwell" panose="02060603020205020403" pitchFamily="18" charset="0"/>
              </a:rPr>
            </a:br>
            <a:r>
              <a:rPr lang="en-US" sz="3600" dirty="0" err="1" smtClean="0">
                <a:solidFill>
                  <a:srgbClr val="0000CC"/>
                </a:solidFill>
                <a:latin typeface="Rockwell" panose="02060603020205020403" pitchFamily="18" charset="0"/>
              </a:rPr>
              <a:t>CSE702005</a:t>
            </a:r>
            <a:r>
              <a:rPr lang="en-US" sz="3600" dirty="0" smtClean="0">
                <a:solidFill>
                  <a:srgbClr val="0000CC"/>
                </a:solidFill>
                <a:latin typeface="Rockwell" panose="02060603020205020403" pitchFamily="18" charset="0"/>
              </a:rPr>
              <a:t>-1-1-25 (</a:t>
            </a:r>
            <a:r>
              <a:rPr lang="en-US" sz="3600" dirty="0" err="1" smtClean="0">
                <a:solidFill>
                  <a:srgbClr val="0000CC"/>
                </a:solidFill>
                <a:latin typeface="Rockwell" panose="02060603020205020403" pitchFamily="18" charset="0"/>
              </a:rPr>
              <a:t>N03</a:t>
            </a:r>
            <a:r>
              <a:rPr lang="en-US" sz="3600" dirty="0" smtClean="0">
                <a:solidFill>
                  <a:srgbClr val="0000CC"/>
                </a:solidFill>
                <a:latin typeface="Rockwell" panose="02060603020205020403" pitchFamily="18" charset="0"/>
              </a:rPr>
              <a:t>)</a:t>
            </a:r>
            <a:endParaRPr lang="en-US" sz="3600" dirty="0">
              <a:solidFill>
                <a:srgbClr val="0000CC"/>
              </a:solidFill>
              <a:latin typeface="Rockwell" panose="02060603020205020403" pitchFamily="18" charset="0"/>
            </a:endParaRPr>
          </a:p>
        </p:txBody>
      </p:sp>
      <p:grpSp>
        <p:nvGrpSpPr>
          <p:cNvPr id="9" name="Group 8">
            <a:extLst>
              <a:ext uri="{FF2B5EF4-FFF2-40B4-BE49-F238E27FC236}">
                <a16:creationId xmlns:a16="http://schemas.microsoft.com/office/drawing/2014/main" id="{798EA88B-C439-4F17-9585-820972CE0BA5}"/>
              </a:ext>
              <a:ext uri="{C183D7F6-B498-43B3-948B-1728B52AA6E4}">
                <adec:decorative xmlns="" xmlns:adec="http://schemas.microsoft.com/office/drawing/2017/decorative" val="1"/>
              </a:ext>
            </a:extLst>
          </p:cNvPr>
          <p:cNvGrpSpPr/>
          <p:nvPr/>
        </p:nvGrpSpPr>
        <p:grpSpPr>
          <a:xfrm>
            <a:off x="9009186" y="0"/>
            <a:ext cx="3668917" cy="6941127"/>
            <a:chOff x="9009186" y="0"/>
            <a:chExt cx="3668917" cy="6941127"/>
          </a:xfrm>
        </p:grpSpPr>
        <p:grpSp>
          <p:nvGrpSpPr>
            <p:cNvPr id="10" name="Group 9">
              <a:extLst>
                <a:ext uri="{FF2B5EF4-FFF2-40B4-BE49-F238E27FC236}">
                  <a16:creationId xmlns:a16="http://schemas.microsoft.com/office/drawing/2014/main" id="{D4EF09CF-3362-453A-9463-F6669A9D3E01}"/>
                </a:ext>
              </a:extLst>
            </p:cNvPr>
            <p:cNvGrpSpPr/>
            <p:nvPr/>
          </p:nvGrpSpPr>
          <p:grpSpPr>
            <a:xfrm>
              <a:off x="9055676" y="0"/>
              <a:ext cx="3136324" cy="6858000"/>
              <a:chOff x="9055676" y="0"/>
              <a:chExt cx="3136324" cy="6858000"/>
            </a:xfrm>
          </p:grpSpPr>
          <p:sp>
            <p:nvSpPr>
              <p:cNvPr id="4" name="Rectangle 3">
                <a:extLst>
                  <a:ext uri="{FF2B5EF4-FFF2-40B4-BE49-F238E27FC236}">
                    <a16:creationId xmlns:a16="http://schemas.microsoft.com/office/drawing/2014/main" id="{403AE892-EBD6-40F1-851B-FEADBD59429F}"/>
                  </a:ext>
                </a:extLst>
              </p:cNvPr>
              <p:cNvSpPr/>
              <p:nvPr/>
            </p:nvSpPr>
            <p:spPr>
              <a:xfrm>
                <a:off x="9221932" y="0"/>
                <a:ext cx="2970068"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54318653-1A38-442C-BA0F-F2C51149BCFF}"/>
                  </a:ext>
                </a:extLst>
              </p:cNvPr>
              <p:cNvSpPr/>
              <p:nvPr/>
            </p:nvSpPr>
            <p:spPr>
              <a:xfrm>
                <a:off x="9055676" y="0"/>
                <a:ext cx="16625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C25D63D1-E9CE-42BF-BD4D-374FD0293155}"/>
                  </a:ext>
                </a:extLst>
              </p:cNvPr>
              <p:cNvSpPr/>
              <p:nvPr/>
            </p:nvSpPr>
            <p:spPr>
              <a:xfrm>
                <a:off x="9221932" y="0"/>
                <a:ext cx="114301" cy="6858000"/>
              </a:xfrm>
              <a:prstGeom prst="rect">
                <a:avLst/>
              </a:prstGeom>
              <a:solidFill>
                <a:srgbClr val="FFD3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A4EE865-9F0D-4531-A737-E13A557C0277}"/>
                  </a:ext>
                </a:extLst>
              </p:cNvPr>
              <p:cNvSpPr/>
              <p:nvPr/>
            </p:nvSpPr>
            <p:spPr>
              <a:xfrm>
                <a:off x="9336233" y="0"/>
                <a:ext cx="150667"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6A1183CB-C5B0-498A-A49C-4180134C74B0}"/>
                  </a:ext>
                </a:extLst>
              </p:cNvPr>
              <p:cNvSpPr/>
              <p:nvPr/>
            </p:nvSpPr>
            <p:spPr>
              <a:xfrm>
                <a:off x="9336233" y="0"/>
                <a:ext cx="571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1" name="Graphic 10" descr="Clipboard">
              <a:extLst>
                <a:ext uri="{FF2B5EF4-FFF2-40B4-BE49-F238E27FC236}">
                  <a16:creationId xmlns:a16="http://schemas.microsoft.com/office/drawing/2014/main" id="{4F58D0C9-D25F-4044-8F1B-4190E5A1BD5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9009186" y="3272210"/>
              <a:ext cx="3668917" cy="3668917"/>
            </a:xfrm>
            <a:prstGeom prst="rect">
              <a:avLst/>
            </a:prstGeom>
          </p:spPr>
        </p:pic>
      </p:grpSp>
      <p:sp>
        <p:nvSpPr>
          <p:cNvPr id="3" name="Content Placeholder 2">
            <a:extLst>
              <a:ext uri="{FF2B5EF4-FFF2-40B4-BE49-F238E27FC236}">
                <a16:creationId xmlns:a16="http://schemas.microsoft.com/office/drawing/2014/main" id="{B57E0B0F-4D29-4786-B2AB-B84D9F8B5429}"/>
              </a:ext>
            </a:extLst>
          </p:cNvPr>
          <p:cNvSpPr>
            <a:spLocks noGrp="1"/>
          </p:cNvSpPr>
          <p:nvPr>
            <p:ph idx="1"/>
          </p:nvPr>
        </p:nvSpPr>
        <p:spPr>
          <a:xfrm>
            <a:off x="180084" y="1511720"/>
            <a:ext cx="9496177" cy="4807187"/>
          </a:xfrm>
        </p:spPr>
        <p:txBody>
          <a:bodyPr vert="horz" lIns="91440" tIns="45720" rIns="91440" bIns="45720" rtlCol="0" anchor="t">
            <a:noAutofit/>
          </a:bodyPr>
          <a:lstStyle/>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1: </a:t>
            </a:r>
            <a:r>
              <a:rPr lang="en-US" dirty="0" err="1" smtClean="0">
                <a:solidFill>
                  <a:srgbClr val="0000CC"/>
                </a:solidFill>
                <a:latin typeface="Rockwell" panose="02060603020205020403" pitchFamily="18" charset="0"/>
                <a:ea typeface="Tahoma"/>
                <a:cs typeface="Tahoma"/>
              </a:rPr>
              <a:t>Tổng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quan</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về</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Ứng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dụng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và</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Hệ</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thống</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a:solidFill>
                  <a:srgbClr val="0000CC"/>
                </a:solidFill>
                <a:latin typeface="Rockwell" panose="02060603020205020403" pitchFamily="18" charset="0"/>
                <a:ea typeface="Tahoma"/>
                <a:cs typeface="Tahoma"/>
              </a:rPr>
              <a:t>Bài</a:t>
            </a:r>
            <a:r>
              <a:rPr lang="en-US" dirty="0">
                <a:solidFill>
                  <a:srgbClr val="0000CC"/>
                </a:solidFill>
                <a:latin typeface="Rockwell" panose="02060603020205020403" pitchFamily="18" charset="0"/>
                <a:ea typeface="Tahoma"/>
                <a:cs typeface="Tahoma"/>
              </a:rPr>
              <a:t> 2: </a:t>
            </a:r>
            <a:r>
              <a:rPr lang="en-US" dirty="0" err="1">
                <a:solidFill>
                  <a:srgbClr val="0000CC"/>
                </a:solidFill>
                <a:latin typeface="Rockwell" panose="02060603020205020403" pitchFamily="18" charset="0"/>
                <a:ea typeface="Tahoma"/>
                <a:cs typeface="Tahoma"/>
              </a:rPr>
              <a:t>Tấn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công</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và</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Phòng</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thủ</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trên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không</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gian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mạng</a:t>
            </a:r>
            <a:endParaRPr lang="en-US" dirty="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3.1: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ứng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dụng</a:t>
            </a:r>
            <a:r>
              <a:rPr lang="en-US" dirty="0" smtClean="0">
                <a:solidFill>
                  <a:srgbClr val="0000CC"/>
                </a:solidFill>
                <a:latin typeface="Rockwell" panose="02060603020205020403" pitchFamily="18" charset="0"/>
                <a:ea typeface="Tahoma"/>
                <a:cs typeface="Tahoma"/>
              </a:rPr>
              <a:t> Web (</a:t>
            </a:r>
            <a:r>
              <a:rPr lang="en-US" dirty="0" err="1" smtClean="0">
                <a:solidFill>
                  <a:srgbClr val="0000CC"/>
                </a:solidFill>
                <a:latin typeface="Rockwell" panose="02060603020205020403" pitchFamily="18" charset="0"/>
                <a:ea typeface="Tahoma"/>
                <a:cs typeface="Tahoma"/>
              </a:rPr>
              <a:t>Phần</a:t>
            </a:r>
            <a:r>
              <a:rPr lang="en-US" dirty="0" smtClean="0">
                <a:solidFill>
                  <a:srgbClr val="0000CC"/>
                </a:solidFill>
                <a:latin typeface="Rockwell" panose="02060603020205020403" pitchFamily="18" charset="0"/>
                <a:ea typeface="Tahoma"/>
                <a:cs typeface="Tahoma"/>
              </a:rPr>
              <a:t> 1)</a:t>
            </a:r>
          </a:p>
          <a:p>
            <a:pPr>
              <a:lnSpc>
                <a:spcPct val="100000"/>
              </a:lnSpc>
              <a:spcBef>
                <a:spcPts val="600"/>
              </a:spcBef>
              <a:spcAft>
                <a:spcPts val="600"/>
              </a:spcAft>
            </a:pPr>
            <a:r>
              <a:rPr lang="en-US" dirty="0" err="1" smtClean="0">
                <a:solidFill>
                  <a:schemeClr val="bg1"/>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3.2: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ứng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dụng</a:t>
            </a:r>
            <a:r>
              <a:rPr lang="en-US" dirty="0" smtClean="0">
                <a:solidFill>
                  <a:srgbClr val="0000CC"/>
                </a:solidFill>
                <a:latin typeface="Rockwell" panose="02060603020205020403" pitchFamily="18" charset="0"/>
                <a:ea typeface="Tahoma"/>
                <a:cs typeface="Tahoma"/>
              </a:rPr>
              <a:t> Web (</a:t>
            </a:r>
            <a:r>
              <a:rPr lang="en-US" dirty="0" err="1" smtClean="0">
                <a:solidFill>
                  <a:srgbClr val="0000CC"/>
                </a:solidFill>
                <a:latin typeface="Rockwell" panose="02060603020205020403" pitchFamily="18" charset="0"/>
                <a:ea typeface="Tahoma"/>
                <a:cs typeface="Tahoma"/>
              </a:rPr>
              <a:t>Phần</a:t>
            </a:r>
            <a:r>
              <a:rPr lang="en-US" dirty="0" smtClean="0">
                <a:solidFill>
                  <a:srgbClr val="0000CC"/>
                </a:solidFill>
                <a:latin typeface="Rockwell" panose="02060603020205020403" pitchFamily="18" charset="0"/>
                <a:ea typeface="Tahoma"/>
                <a:cs typeface="Tahoma"/>
              </a:rPr>
              <a:t> 2)</a:t>
            </a:r>
            <a:endParaRPr lang="en-US" dirty="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FF00FF"/>
                </a:solidFill>
                <a:latin typeface="Rockwell" panose="02060603020205020403" pitchFamily="18" charset="0"/>
                <a:ea typeface="Tahoma"/>
                <a:cs typeface="Tahoma"/>
              </a:rPr>
              <a:t>Bài</a:t>
            </a:r>
            <a:r>
              <a:rPr lang="en-US" dirty="0" smtClean="0">
                <a:solidFill>
                  <a:srgbClr val="FF00FF"/>
                </a:solidFill>
                <a:latin typeface="Rockwell" panose="02060603020205020403" pitchFamily="18" charset="0"/>
                <a:ea typeface="Tahoma"/>
                <a:cs typeface="Tahoma"/>
              </a:rPr>
              <a:t> 4: </a:t>
            </a:r>
            <a:r>
              <a:rPr lang="en-US" dirty="0" err="1" smtClean="0">
                <a:solidFill>
                  <a:srgbClr val="FF00FF"/>
                </a:solidFill>
                <a:latin typeface="Rockwell" panose="02060603020205020403" pitchFamily="18" charset="0"/>
                <a:ea typeface="Tahoma"/>
                <a:cs typeface="Tahoma"/>
              </a:rPr>
              <a:t>Bảo</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mật</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Cơ</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sở</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dữ</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liệu</a:t>
            </a:r>
            <a:endParaRPr lang="en-US" dirty="0" smtClean="0">
              <a:solidFill>
                <a:srgbClr val="FF00FF"/>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5: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API </a:t>
            </a:r>
            <a:r>
              <a:rPr lang="en-US" dirty="0" err="1" smtClean="0">
                <a:solidFill>
                  <a:srgbClr val="0000CC"/>
                </a:solidFill>
                <a:latin typeface="Rockwell" panose="02060603020205020403" pitchFamily="18" charset="0"/>
                <a:ea typeface="Tahoma"/>
                <a:cs typeface="Tahoma"/>
              </a:rPr>
              <a:t>và</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Hệ</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điều</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hành</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6: </a:t>
            </a:r>
            <a:r>
              <a:rPr lang="en-US" dirty="0" err="1" smtClean="0">
                <a:solidFill>
                  <a:srgbClr val="0000CC"/>
                </a:solidFill>
                <a:latin typeface="Rockwell" panose="02060603020205020403" pitchFamily="18" charset="0"/>
                <a:ea typeface="Tahoma"/>
                <a:cs typeface="Tahoma"/>
              </a:rPr>
              <a:t>Mã</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độc</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và</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Mã</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khai</a:t>
            </a:r>
            <a:r>
              <a:rPr lang="en-US" smtClean="0">
                <a:solidFill>
                  <a:srgbClr val="0000CC"/>
                </a:solidFill>
                <a:latin typeface="Rockwell" panose="02060603020205020403" pitchFamily="18" charset="0"/>
                <a:ea typeface="Tahoma"/>
                <a:cs typeface="Tahoma"/>
              </a:rPr>
              <a:t> thác</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a:t>
            </a:r>
            <a:r>
              <a:rPr lang="en-US" dirty="0">
                <a:solidFill>
                  <a:srgbClr val="0000CC"/>
                </a:solidFill>
                <a:latin typeface="Rockwell" panose="02060603020205020403" pitchFamily="18" charset="0"/>
                <a:ea typeface="Tahoma"/>
                <a:cs typeface="Tahoma"/>
              </a:rPr>
              <a:t>7: BM </a:t>
            </a:r>
            <a:r>
              <a:rPr lang="en-US" dirty="0" err="1">
                <a:solidFill>
                  <a:srgbClr val="0000CC"/>
                </a:solidFill>
                <a:latin typeface="Rockwell" panose="02060603020205020403" pitchFamily="18" charset="0"/>
                <a:ea typeface="Tahoma"/>
                <a:cs typeface="Tahoma"/>
              </a:rPr>
              <a:t>hạ</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tầng</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mạng</a:t>
            </a:r>
            <a:r>
              <a:rPr lang="en-US" dirty="0">
                <a:solidFill>
                  <a:srgbClr val="0000CC"/>
                </a:solidFill>
                <a:latin typeface="Rockwell" panose="02060603020205020403" pitchFamily="18" charset="0"/>
                <a:ea typeface="Tahoma"/>
                <a:cs typeface="Tahoma"/>
              </a:rPr>
              <a:t> E-Commerce: VPN - FW - IDS</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8: </a:t>
            </a:r>
            <a:r>
              <a:rPr lang="en-US" dirty="0" err="1">
                <a:solidFill>
                  <a:srgbClr val="0000CC"/>
                </a:solidFill>
                <a:latin typeface="Rockwell" panose="02060603020205020403" pitchFamily="18" charset="0"/>
                <a:ea typeface="Tahoma"/>
                <a:cs typeface="Tahoma"/>
              </a:rPr>
              <a:t>Quy</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trình</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phát</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triển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phần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mềm</a:t>
            </a:r>
            <a:r>
              <a:rPr lang="en-US" dirty="0">
                <a:solidFill>
                  <a:srgbClr val="0000CC"/>
                </a:solidFill>
                <a:latin typeface="Rockwell" panose="02060603020205020403" pitchFamily="18" charset="0"/>
                <a:ea typeface="Tahoma"/>
                <a:cs typeface="Tahoma"/>
              </a:rPr>
              <a:t> an </a:t>
            </a:r>
            <a:r>
              <a:rPr lang="en-US" dirty="0" err="1">
                <a:solidFill>
                  <a:srgbClr val="0000CC"/>
                </a:solidFill>
                <a:latin typeface="Rockwell" panose="02060603020205020403" pitchFamily="18" charset="0"/>
                <a:ea typeface="Tahoma"/>
                <a:cs typeface="Tahoma"/>
              </a:rPr>
              <a:t>toàn</a:t>
            </a:r>
            <a:r>
              <a:rPr lang="en-US" dirty="0" smtClean="0">
                <a:solidFill>
                  <a:srgbClr val="0000CC"/>
                </a:solidFill>
                <a:latin typeface="Rockwell" panose="02060603020205020403" pitchFamily="18" charset="0"/>
                <a:ea typeface="Tahoma"/>
                <a:cs typeface="Tahoma"/>
              </a:rPr>
              <a:t> </a:t>
            </a:r>
            <a:endParaRPr lang="en-US" dirty="0">
              <a:solidFill>
                <a:srgbClr val="0000CC"/>
              </a:solidFill>
              <a:latin typeface="Rockwell" panose="02060603020205020403" pitchFamily="18" charset="0"/>
              <a:ea typeface="Tahoma"/>
              <a:cs typeface="Tahoma"/>
            </a:endParaRPr>
          </a:p>
        </p:txBody>
      </p:sp>
      <p:cxnSp>
        <p:nvCxnSpPr>
          <p:cNvPr id="13" name="Straight Connector 12"/>
          <p:cNvCxnSpPr/>
          <p:nvPr/>
        </p:nvCxnSpPr>
        <p:spPr>
          <a:xfrm>
            <a:off x="0" y="1363136"/>
            <a:ext cx="9055676" cy="0"/>
          </a:xfrm>
          <a:prstGeom prst="line">
            <a:avLst/>
          </a:prstGeom>
          <a:ln w="44450">
            <a:solidFill>
              <a:srgbClr val="0000C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04991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42257-3980-4551-868A-26DC3CB821EE}"/>
              </a:ext>
            </a:extLst>
          </p:cNvPr>
          <p:cNvSpPr>
            <a:spLocks noGrp="1"/>
          </p:cNvSpPr>
          <p:nvPr>
            <p:ph type="title"/>
          </p:nvPr>
        </p:nvSpPr>
        <p:spPr>
          <a:xfrm>
            <a:off x="354842" y="787257"/>
            <a:ext cx="9155784" cy="479619"/>
          </a:xfrm>
        </p:spPr>
        <p:txBody>
          <a:bodyPr>
            <a:noAutofit/>
          </a:bodyPr>
          <a:lstStyle/>
          <a:p>
            <a:r>
              <a:rPr lang="en-US" sz="2800" dirty="0" err="1" smtClean="0">
                <a:solidFill>
                  <a:srgbClr val="0000CC"/>
                </a:solidFill>
                <a:latin typeface="Rockwell" panose="02060603020205020403" pitchFamily="18" charset="0"/>
              </a:rPr>
              <a:t>BÀI</a:t>
            </a:r>
            <a:r>
              <a:rPr lang="en-US" sz="2800" dirty="0" smtClean="0">
                <a:solidFill>
                  <a:srgbClr val="0000CC"/>
                </a:solidFill>
                <a:latin typeface="Rockwell" panose="02060603020205020403" pitchFamily="18" charset="0"/>
              </a:rPr>
              <a:t> 4: </a:t>
            </a:r>
            <a:r>
              <a:rPr lang="en-US" sz="2800" dirty="0" err="1" smtClean="0">
                <a:solidFill>
                  <a:srgbClr val="0000CC"/>
                </a:solidFill>
                <a:latin typeface="Rockwell" panose="02060603020205020403" pitchFamily="18" charset="0"/>
              </a:rPr>
              <a:t>BẢO</a:t>
            </a:r>
            <a:r>
              <a:rPr lang="en-US" sz="2800" dirty="0" smtClean="0">
                <a:solidFill>
                  <a:srgbClr val="0000CC"/>
                </a:solidFill>
                <a:latin typeface="Rockwell" panose="02060603020205020403" pitchFamily="18" charset="0"/>
              </a:rPr>
              <a:t> </a:t>
            </a:r>
            <a:r>
              <a:rPr lang="en-US" sz="2800" dirty="0" err="1" smtClean="0">
                <a:solidFill>
                  <a:srgbClr val="0000CC"/>
                </a:solidFill>
                <a:latin typeface="Rockwell" panose="02060603020205020403" pitchFamily="18" charset="0"/>
              </a:rPr>
              <a:t>MẬT</a:t>
            </a:r>
            <a:r>
              <a:rPr lang="en-US" sz="2800" dirty="0" smtClean="0">
                <a:solidFill>
                  <a:srgbClr val="0000CC"/>
                </a:solidFill>
                <a:latin typeface="Rockwell" panose="02060603020205020403" pitchFamily="18" charset="0"/>
              </a:rPr>
              <a:t> </a:t>
            </a:r>
            <a:r>
              <a:rPr lang="en-US" sz="2800" dirty="0" err="1" smtClean="0">
                <a:solidFill>
                  <a:srgbClr val="0000CC"/>
                </a:solidFill>
                <a:latin typeface="Rockwell" panose="02060603020205020403" pitchFamily="18" charset="0"/>
              </a:rPr>
              <a:t>CƠ</a:t>
            </a:r>
            <a:r>
              <a:rPr lang="en-US" sz="2800" dirty="0" smtClean="0">
                <a:solidFill>
                  <a:srgbClr val="0000CC"/>
                </a:solidFill>
                <a:latin typeface="Rockwell" panose="02060603020205020403" pitchFamily="18" charset="0"/>
              </a:rPr>
              <a:t> </a:t>
            </a:r>
            <a:r>
              <a:rPr lang="en-US" sz="2800" dirty="0" err="1" smtClean="0">
                <a:solidFill>
                  <a:srgbClr val="0000CC"/>
                </a:solidFill>
                <a:latin typeface="Rockwell" panose="02060603020205020403" pitchFamily="18" charset="0"/>
              </a:rPr>
              <a:t>SỞ</a:t>
            </a:r>
            <a:r>
              <a:rPr lang="en-US" sz="2800" dirty="0" smtClean="0">
                <a:solidFill>
                  <a:srgbClr val="0000CC"/>
                </a:solidFill>
                <a:latin typeface="Rockwell" panose="02060603020205020403" pitchFamily="18" charset="0"/>
              </a:rPr>
              <a:t> </a:t>
            </a:r>
            <a:r>
              <a:rPr lang="en-US" sz="2800" dirty="0" err="1" smtClean="0">
                <a:solidFill>
                  <a:srgbClr val="0000CC"/>
                </a:solidFill>
                <a:latin typeface="Rockwell" panose="02060603020205020403" pitchFamily="18" charset="0"/>
              </a:rPr>
              <a:t>DỮ</a:t>
            </a:r>
            <a:r>
              <a:rPr lang="en-US" sz="2800" dirty="0" smtClean="0">
                <a:solidFill>
                  <a:srgbClr val="0000CC"/>
                </a:solidFill>
                <a:latin typeface="Rockwell" panose="02060603020205020403" pitchFamily="18" charset="0"/>
              </a:rPr>
              <a:t> </a:t>
            </a:r>
            <a:r>
              <a:rPr lang="en-US" sz="2800" dirty="0" err="1" smtClean="0">
                <a:solidFill>
                  <a:srgbClr val="0000CC"/>
                </a:solidFill>
                <a:latin typeface="Rockwell" panose="02060603020205020403" pitchFamily="18" charset="0"/>
              </a:rPr>
              <a:t>LIỆU</a:t>
            </a:r>
            <a:endParaRPr lang="en-US" sz="2800"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B57E0B0F-4D29-4786-B2AB-B84D9F8B5429}"/>
              </a:ext>
            </a:extLst>
          </p:cNvPr>
          <p:cNvSpPr>
            <a:spLocks noGrp="1"/>
          </p:cNvSpPr>
          <p:nvPr>
            <p:ph idx="1"/>
          </p:nvPr>
        </p:nvSpPr>
        <p:spPr>
          <a:xfrm>
            <a:off x="354842" y="1577213"/>
            <a:ext cx="9038541" cy="4228811"/>
          </a:xfrm>
        </p:spPr>
        <p:txBody>
          <a:bodyPr>
            <a:noAutofit/>
          </a:bodyPr>
          <a:lstStyle/>
          <a:p>
            <a:pPr marL="457200" indent="-457200">
              <a:lnSpc>
                <a:spcPct val="100000"/>
              </a:lnSpc>
              <a:spcBef>
                <a:spcPts val="600"/>
              </a:spcBef>
              <a:spcAft>
                <a:spcPts val="600"/>
              </a:spcAft>
              <a:buFont typeface="+mj-lt"/>
              <a:buAutoNum type="arabicPeriod"/>
            </a:pP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Khái</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niệm</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tầm</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quan</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trọng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endPar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mối</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đe</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doạ</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đối</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với</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endPar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endPar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dữ</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liệu</a:t>
            </a:r>
            <a:endPar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cụ</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&amp;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Giải</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pháp</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endPar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vi-VN"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Xu </a:t>
            </a:r>
            <a:r>
              <a:rPr lang="vi-VN"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hướng hiện đại trong bảo mật </a:t>
            </a:r>
            <a:r>
              <a:rPr lang="vi-VN"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endPar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dưới</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góc</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độ</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lập</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trình</a:t>
            </a:r>
            <a:endParaRPr lang="vi-VN"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endPar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endPar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endPar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1200"/>
              </a:spcBef>
              <a:spcAft>
                <a:spcPts val="1200"/>
              </a:spcAft>
              <a:buFont typeface="+mj-lt"/>
              <a:buAutoNum type="arabicPeriod"/>
            </a:pPr>
            <a:endPar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grpSp>
        <p:nvGrpSpPr>
          <p:cNvPr id="13" name="Group 12">
            <a:extLst>
              <a:ext uri="{FF2B5EF4-FFF2-40B4-BE49-F238E27FC236}">
                <a16:creationId xmlns:a16="http://schemas.microsoft.com/office/drawing/2014/main" id="{9C15E21A-C111-4D39-BB47-E83988E5A05E}"/>
              </a:ext>
              <a:ext uri="{C183D7F6-B498-43B3-948B-1728B52AA6E4}">
                <adec:decorative xmlns="" xmlns:adec="http://schemas.microsoft.com/office/drawing/2017/decorative" val="1"/>
              </a:ext>
            </a:extLst>
          </p:cNvPr>
          <p:cNvGrpSpPr/>
          <p:nvPr/>
        </p:nvGrpSpPr>
        <p:grpSpPr>
          <a:xfrm>
            <a:off x="9055676" y="0"/>
            <a:ext cx="3193475" cy="6954260"/>
            <a:chOff x="9055676" y="0"/>
            <a:chExt cx="3193475" cy="6954260"/>
          </a:xfrm>
        </p:grpSpPr>
        <p:grpSp>
          <p:nvGrpSpPr>
            <p:cNvPr id="10" name="Group 9">
              <a:extLst>
                <a:ext uri="{FF2B5EF4-FFF2-40B4-BE49-F238E27FC236}">
                  <a16:creationId xmlns:a16="http://schemas.microsoft.com/office/drawing/2014/main" id="{D4EF09CF-3362-453A-9463-F6669A9D3E01}"/>
                </a:ext>
              </a:extLst>
            </p:cNvPr>
            <p:cNvGrpSpPr/>
            <p:nvPr/>
          </p:nvGrpSpPr>
          <p:grpSpPr>
            <a:xfrm>
              <a:off x="9055676" y="0"/>
              <a:ext cx="3136324" cy="6858000"/>
              <a:chOff x="9055676" y="0"/>
              <a:chExt cx="3136324" cy="6858000"/>
            </a:xfrm>
          </p:grpSpPr>
          <p:sp>
            <p:nvSpPr>
              <p:cNvPr id="4" name="Rectangle 3">
                <a:extLst>
                  <a:ext uri="{FF2B5EF4-FFF2-40B4-BE49-F238E27FC236}">
                    <a16:creationId xmlns:a16="http://schemas.microsoft.com/office/drawing/2014/main" id="{403AE892-EBD6-40F1-851B-FEADBD59429F}"/>
                  </a:ext>
                </a:extLst>
              </p:cNvPr>
              <p:cNvSpPr/>
              <p:nvPr/>
            </p:nvSpPr>
            <p:spPr>
              <a:xfrm>
                <a:off x="9221932" y="0"/>
                <a:ext cx="2970068"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54318653-1A38-442C-BA0F-F2C51149BCFF}"/>
                  </a:ext>
                </a:extLst>
              </p:cNvPr>
              <p:cNvSpPr/>
              <p:nvPr/>
            </p:nvSpPr>
            <p:spPr>
              <a:xfrm>
                <a:off x="9055676" y="0"/>
                <a:ext cx="16625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C25D63D1-E9CE-42BF-BD4D-374FD0293155}"/>
                  </a:ext>
                </a:extLst>
              </p:cNvPr>
              <p:cNvSpPr/>
              <p:nvPr/>
            </p:nvSpPr>
            <p:spPr>
              <a:xfrm>
                <a:off x="9221932" y="0"/>
                <a:ext cx="114301" cy="6858000"/>
              </a:xfrm>
              <a:prstGeom prst="rect">
                <a:avLst/>
              </a:prstGeom>
              <a:solidFill>
                <a:srgbClr val="FFD3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A4EE865-9F0D-4531-A737-E13A557C0277}"/>
                  </a:ext>
                </a:extLst>
              </p:cNvPr>
              <p:cNvSpPr/>
              <p:nvPr/>
            </p:nvSpPr>
            <p:spPr>
              <a:xfrm>
                <a:off x="9336233" y="0"/>
                <a:ext cx="150667"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6A1183CB-C5B0-498A-A49C-4180134C74B0}"/>
                  </a:ext>
                </a:extLst>
              </p:cNvPr>
              <p:cNvSpPr/>
              <p:nvPr/>
            </p:nvSpPr>
            <p:spPr>
              <a:xfrm>
                <a:off x="9336233" y="0"/>
                <a:ext cx="571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2" name="Graphic 11" descr="Test tubes">
              <a:extLst>
                <a:ext uri="{FF2B5EF4-FFF2-40B4-BE49-F238E27FC236}">
                  <a16:creationId xmlns:a16="http://schemas.microsoft.com/office/drawing/2014/main" id="{57BD2CFA-105C-4606-859E-A8413C62B3D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9450534" y="4155643"/>
              <a:ext cx="2798617" cy="2798617"/>
            </a:xfrm>
            <a:prstGeom prst="rect">
              <a:avLst/>
            </a:prstGeom>
          </p:spPr>
        </p:pic>
      </p:grpSp>
      <p:pic>
        <p:nvPicPr>
          <p:cNvPr id="1026" name="Picture 2" descr="What is cyber security? | Wizard Cyb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50534" y="0"/>
            <a:ext cx="2676256" cy="22008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p:cNvCxnSpPr/>
          <p:nvPr/>
        </p:nvCxnSpPr>
        <p:spPr>
          <a:xfrm>
            <a:off x="0" y="1363136"/>
            <a:ext cx="9055676" cy="0"/>
          </a:xfrm>
          <a:prstGeom prst="line">
            <a:avLst/>
          </a:prstGeom>
          <a:ln w="44450">
            <a:solidFill>
              <a:srgbClr val="0000C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10020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05219" y="0"/>
            <a:ext cx="11386782" cy="6858000"/>
          </a:xfrm>
        </p:spPr>
      </p:pic>
    </p:spTree>
    <p:extLst>
      <p:ext uri="{BB962C8B-B14F-4D97-AF65-F5344CB8AC3E}">
        <p14:creationId xmlns:p14="http://schemas.microsoft.com/office/powerpoint/2010/main" val="30259610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a:solidFill>
                  <a:srgbClr val="0000CC"/>
                </a:solidFill>
                <a:latin typeface="Rockwell" panose="02060603020205020403" pitchFamily="18" charset="0"/>
              </a:rPr>
              <a:t>4</a:t>
            </a:r>
            <a:r>
              <a:rPr lang="en-US" sz="2800" b="1" dirty="0" smtClean="0">
                <a:solidFill>
                  <a:srgbClr val="0000CC"/>
                </a:solidFill>
                <a:latin typeface="Rockwell" panose="02060603020205020403" pitchFamily="18" charset="0"/>
              </a:rPr>
              <a:t>.1. </a:t>
            </a:r>
            <a:r>
              <a:rPr lang="en-US" sz="2800" b="1" dirty="0" err="1" smtClean="0">
                <a:solidFill>
                  <a:srgbClr val="0000CC"/>
                </a:solidFill>
                <a:latin typeface="Rockwell" panose="02060603020205020403" pitchFamily="18" charset="0"/>
              </a:rPr>
              <a:t>Khái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niệm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tầm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quan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trọng</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của</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bảo</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mật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CSDL</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buNone/>
            </a:pPr>
            <a:r>
              <a:rPr lang="vi-VN" b="1" dirty="0">
                <a:solidFill>
                  <a:srgbClr val="0000CC"/>
                </a:solidFill>
                <a:latin typeface="Rockwell" panose="02060603020205020403" pitchFamily="18" charset="0"/>
                <a:ea typeface="+mj-ea"/>
                <a:cs typeface="+mj-cs"/>
              </a:rPr>
              <a:t>1. Khái niệm</a:t>
            </a:r>
          </a:p>
          <a:p>
            <a:r>
              <a:rPr lang="vi-VN" b="1" dirty="0">
                <a:solidFill>
                  <a:srgbClr val="0000CC"/>
                </a:solidFill>
                <a:latin typeface="Rockwell" panose="02060603020205020403" pitchFamily="18" charset="0"/>
                <a:ea typeface="+mj-ea"/>
                <a:cs typeface="+mj-cs"/>
              </a:rPr>
              <a:t>Cơ sở dữ liệu (CSDL): </a:t>
            </a:r>
            <a:r>
              <a:rPr lang="en-US" dirty="0" smtClean="0">
                <a:solidFill>
                  <a:srgbClr val="0000CC"/>
                </a:solidFill>
                <a:latin typeface="Rockwell" panose="02060603020205020403" pitchFamily="18" charset="0"/>
                <a:ea typeface="+mj-ea"/>
                <a:cs typeface="+mj-cs"/>
              </a:rPr>
              <a:t>L</a:t>
            </a:r>
            <a:r>
              <a:rPr lang="vi-VN" dirty="0" smtClean="0">
                <a:solidFill>
                  <a:srgbClr val="0000CC"/>
                </a:solidFill>
                <a:latin typeface="Rockwell" panose="02060603020205020403" pitchFamily="18" charset="0"/>
                <a:ea typeface="+mj-ea"/>
                <a:cs typeface="+mj-cs"/>
              </a:rPr>
              <a:t>à </a:t>
            </a:r>
            <a:r>
              <a:rPr lang="vi-VN" dirty="0">
                <a:solidFill>
                  <a:srgbClr val="0000CC"/>
                </a:solidFill>
                <a:latin typeface="Rockwell" panose="02060603020205020403" pitchFamily="18" charset="0"/>
                <a:ea typeface="+mj-ea"/>
                <a:cs typeface="+mj-cs"/>
              </a:rPr>
              <a:t>tập hợp có tổ chức các dữ liệu được lưu trữ và quản lý trong hệ thống, phục vụ cho việc truy xuất, cập nhật và khai thác thông tin một cách hiệu quả.</a:t>
            </a:r>
          </a:p>
          <a:p>
            <a:r>
              <a:rPr lang="vi-VN" b="1" dirty="0">
                <a:solidFill>
                  <a:srgbClr val="0000CC"/>
                </a:solidFill>
                <a:latin typeface="Rockwell" panose="02060603020205020403" pitchFamily="18" charset="0"/>
                <a:ea typeface="+mj-ea"/>
                <a:cs typeface="+mj-cs"/>
              </a:rPr>
              <a:t>Bảo mật cơ sở dữ liệu: </a:t>
            </a:r>
            <a:r>
              <a:rPr lang="en-US" dirty="0">
                <a:solidFill>
                  <a:srgbClr val="0000CC"/>
                </a:solidFill>
                <a:latin typeface="Rockwell" panose="02060603020205020403" pitchFamily="18" charset="0"/>
                <a:ea typeface="+mj-ea"/>
                <a:cs typeface="+mj-cs"/>
              </a:rPr>
              <a:t>L</a:t>
            </a:r>
            <a:r>
              <a:rPr lang="vi-VN" dirty="0" smtClean="0">
                <a:solidFill>
                  <a:srgbClr val="0000CC"/>
                </a:solidFill>
                <a:latin typeface="Rockwell" panose="02060603020205020403" pitchFamily="18" charset="0"/>
                <a:ea typeface="+mj-ea"/>
                <a:cs typeface="+mj-cs"/>
              </a:rPr>
              <a:t>à </a:t>
            </a:r>
            <a:r>
              <a:rPr lang="vi-VN" dirty="0">
                <a:solidFill>
                  <a:srgbClr val="0000CC"/>
                </a:solidFill>
                <a:latin typeface="Rockwell" panose="02060603020205020403" pitchFamily="18" charset="0"/>
                <a:ea typeface="+mj-ea"/>
                <a:cs typeface="+mj-cs"/>
              </a:rPr>
              <a:t>tập hợp các chính sách, công nghệ và biện pháp kỹ thuật nhằm bảo vệ dữ liệu trong CSDL khỏi các mối đe dọa, bao gồm truy cập trái phép, sửa đổi bất hợp pháp, phá hoại, mất mát hoặc rò rỉ dữ liệu.</a:t>
            </a:r>
          </a:p>
          <a:p>
            <a:endParaRPr lang="en-US" dirty="0"/>
          </a:p>
        </p:txBody>
      </p:sp>
    </p:spTree>
    <p:extLst>
      <p:ext uri="{BB962C8B-B14F-4D97-AF65-F5344CB8AC3E}">
        <p14:creationId xmlns:p14="http://schemas.microsoft.com/office/powerpoint/2010/main" val="7851292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a:solidFill>
                  <a:srgbClr val="0000CC"/>
                </a:solidFill>
                <a:latin typeface="Rockwell" panose="02060603020205020403" pitchFamily="18" charset="0"/>
              </a:rPr>
              <a:t>4</a:t>
            </a:r>
            <a:r>
              <a:rPr lang="en-US" sz="2800" b="1" dirty="0" smtClean="0">
                <a:solidFill>
                  <a:srgbClr val="0000CC"/>
                </a:solidFill>
                <a:latin typeface="Rockwell" panose="02060603020205020403" pitchFamily="18" charset="0"/>
              </a:rPr>
              <a:t>.1. </a:t>
            </a:r>
            <a:r>
              <a:rPr lang="en-US" sz="2800" b="1" dirty="0" err="1" smtClean="0">
                <a:solidFill>
                  <a:srgbClr val="0000CC"/>
                </a:solidFill>
                <a:latin typeface="Rockwell" panose="02060603020205020403" pitchFamily="18" charset="0"/>
              </a:rPr>
              <a:t>Khái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niệm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tầm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quan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trọng</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của</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bảo</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mật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CSDL</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buNone/>
            </a:pPr>
            <a:r>
              <a:rPr lang="vi-VN" b="1" dirty="0">
                <a:solidFill>
                  <a:srgbClr val="0000CC"/>
                </a:solidFill>
                <a:latin typeface="Rockwell" panose="02060603020205020403" pitchFamily="18" charset="0"/>
                <a:ea typeface="+mj-ea"/>
                <a:cs typeface="+mj-cs"/>
              </a:rPr>
              <a:t>2. Tầm quan trọng của bảo mật CSDL</a:t>
            </a:r>
          </a:p>
          <a:p>
            <a:r>
              <a:rPr lang="vi-VN" dirty="0">
                <a:solidFill>
                  <a:srgbClr val="0000CC"/>
                </a:solidFill>
                <a:latin typeface="Rockwell" panose="02060603020205020403" pitchFamily="18" charset="0"/>
                <a:ea typeface="+mj-ea"/>
                <a:cs typeface="+mj-cs"/>
              </a:rPr>
              <a:t>Tài sản quan trọng của tổ chức: CSDL thường chứa các thông tin giá trị cao như:</a:t>
            </a:r>
          </a:p>
          <a:p>
            <a:pPr lvl="1"/>
            <a:r>
              <a:rPr lang="vi-VN" dirty="0">
                <a:solidFill>
                  <a:srgbClr val="0000CC"/>
                </a:solidFill>
                <a:latin typeface="Rockwell" panose="02060603020205020403" pitchFamily="18" charset="0"/>
                <a:ea typeface="+mj-ea"/>
                <a:cs typeface="+mj-cs"/>
              </a:rPr>
              <a:t>Dữ liệu khách hàng (họ tên, số CMND/CCCD, địa chỉ, số điện thoại, email).</a:t>
            </a:r>
          </a:p>
          <a:p>
            <a:pPr lvl="1"/>
            <a:r>
              <a:rPr lang="vi-VN" dirty="0">
                <a:solidFill>
                  <a:srgbClr val="0000CC"/>
                </a:solidFill>
                <a:latin typeface="Rockwell" panose="02060603020205020403" pitchFamily="18" charset="0"/>
                <a:ea typeface="+mj-ea"/>
                <a:cs typeface="+mj-cs"/>
              </a:rPr>
              <a:t>Dữ liệu tài chính (giao dịch ngân hàng, hóa đơn, thuế).</a:t>
            </a:r>
          </a:p>
          <a:p>
            <a:pPr lvl="1"/>
            <a:r>
              <a:rPr lang="vi-VN" dirty="0">
                <a:solidFill>
                  <a:srgbClr val="0000CC"/>
                </a:solidFill>
                <a:latin typeface="Rockwell" panose="02060603020205020403" pitchFamily="18" charset="0"/>
                <a:ea typeface="+mj-ea"/>
                <a:cs typeface="+mj-cs"/>
              </a:rPr>
              <a:t>Thông tin bí mật kinh doanh (chiến lược, hợp đồng, công nghệ độc quyền).</a:t>
            </a:r>
          </a:p>
          <a:p>
            <a:pPr lvl="1"/>
            <a:r>
              <a:rPr lang="vi-VN" dirty="0">
                <a:solidFill>
                  <a:srgbClr val="0000CC"/>
                </a:solidFill>
                <a:latin typeface="Rockwell" panose="02060603020205020403" pitchFamily="18" charset="0"/>
                <a:ea typeface="+mj-ea"/>
                <a:cs typeface="+mj-cs"/>
              </a:rPr>
              <a:t>Hồ sơ nhân sự, nghiên cứu và phát triển (R&amp;D).</a:t>
            </a:r>
          </a:p>
          <a:p>
            <a:endParaRPr lang="en-US" dirty="0"/>
          </a:p>
        </p:txBody>
      </p:sp>
    </p:spTree>
    <p:extLst>
      <p:ext uri="{BB962C8B-B14F-4D97-AF65-F5344CB8AC3E}">
        <p14:creationId xmlns:p14="http://schemas.microsoft.com/office/powerpoint/2010/main" val="357826027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a:solidFill>
                  <a:srgbClr val="0000CC"/>
                </a:solidFill>
                <a:latin typeface="Rockwell" panose="02060603020205020403" pitchFamily="18" charset="0"/>
              </a:rPr>
              <a:t>4</a:t>
            </a:r>
            <a:r>
              <a:rPr lang="en-US" sz="2800" b="1" dirty="0" smtClean="0">
                <a:solidFill>
                  <a:srgbClr val="0000CC"/>
                </a:solidFill>
                <a:latin typeface="Rockwell" panose="02060603020205020403" pitchFamily="18" charset="0"/>
              </a:rPr>
              <a:t>.1. </a:t>
            </a:r>
            <a:r>
              <a:rPr lang="en-US" sz="2800" b="1" dirty="0" err="1" smtClean="0">
                <a:solidFill>
                  <a:srgbClr val="0000CC"/>
                </a:solidFill>
                <a:latin typeface="Rockwell" panose="02060603020205020403" pitchFamily="18" charset="0"/>
              </a:rPr>
              <a:t>Khái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niệm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tầm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quan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trọng</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của</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bảo</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mật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CSDL</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buNone/>
            </a:pPr>
            <a:r>
              <a:rPr lang="vi-VN" b="1" dirty="0">
                <a:solidFill>
                  <a:srgbClr val="0000CC"/>
                </a:solidFill>
                <a:latin typeface="Rockwell" panose="02060603020205020403" pitchFamily="18" charset="0"/>
                <a:ea typeface="+mj-ea"/>
                <a:cs typeface="+mj-cs"/>
              </a:rPr>
              <a:t>2. Tầm quan trọng của bảo mật CSDL</a:t>
            </a:r>
          </a:p>
          <a:p>
            <a:r>
              <a:rPr lang="vi-VN" b="1" dirty="0">
                <a:solidFill>
                  <a:srgbClr val="0000CC"/>
                </a:solidFill>
                <a:latin typeface="Rockwell" panose="02060603020205020403" pitchFamily="18" charset="0"/>
                <a:ea typeface="+mj-ea"/>
                <a:cs typeface="+mj-cs"/>
              </a:rPr>
              <a:t>Hậu quả nếu mất mát hoặc rò rỉ dữ liệu:</a:t>
            </a:r>
          </a:p>
          <a:p>
            <a:pPr lvl="1"/>
            <a:r>
              <a:rPr lang="vi-VN" dirty="0">
                <a:solidFill>
                  <a:srgbClr val="0000CC"/>
                </a:solidFill>
                <a:latin typeface="Rockwell" panose="02060603020205020403" pitchFamily="18" charset="0"/>
                <a:ea typeface="+mj-ea"/>
                <a:cs typeface="+mj-cs"/>
              </a:rPr>
              <a:t>Kinh tế: thiệt hại trực tiếp do mất dữ liệu, gián đoạn kinh doanh, chi phí khắc phục sự cố và bồi thường.</a:t>
            </a:r>
          </a:p>
          <a:p>
            <a:pPr lvl="1"/>
            <a:r>
              <a:rPr lang="vi-VN" dirty="0">
                <a:solidFill>
                  <a:srgbClr val="0000CC"/>
                </a:solidFill>
                <a:latin typeface="Rockwell" panose="02060603020205020403" pitchFamily="18" charset="0"/>
                <a:ea typeface="+mj-ea"/>
                <a:cs typeface="+mj-cs"/>
              </a:rPr>
              <a:t>Uy tín: mất niềm tin từ khách hàng, đối tác và nhà đầu tư; ảnh hưởng lâu dài đến thương hiệu.</a:t>
            </a:r>
          </a:p>
          <a:p>
            <a:pPr lvl="1"/>
            <a:r>
              <a:rPr lang="vi-VN" dirty="0">
                <a:solidFill>
                  <a:srgbClr val="0000CC"/>
                </a:solidFill>
                <a:latin typeface="Rockwell" panose="02060603020205020403" pitchFamily="18" charset="0"/>
                <a:ea typeface="+mj-ea"/>
                <a:cs typeface="+mj-cs"/>
              </a:rPr>
              <a:t>Pháp lý: vi phạm quy định bảo mật dữ liệu (như GDPR, HIPAA, Nghị định 13/2023 về bảo vệ dữ liệu cá nhân tại Việt Nam), dẫn đến bị phạt nặng hoặc truy cứu trách nhiệm pháp lý.</a:t>
            </a:r>
          </a:p>
          <a:p>
            <a:endParaRPr lang="en-US" dirty="0"/>
          </a:p>
        </p:txBody>
      </p:sp>
    </p:spTree>
    <p:extLst>
      <p:ext uri="{BB962C8B-B14F-4D97-AF65-F5344CB8AC3E}">
        <p14:creationId xmlns:p14="http://schemas.microsoft.com/office/powerpoint/2010/main" val="12043916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a:solidFill>
                  <a:srgbClr val="0000CC"/>
                </a:solidFill>
                <a:latin typeface="Rockwell" panose="02060603020205020403" pitchFamily="18" charset="0"/>
              </a:rPr>
              <a:t>4</a:t>
            </a:r>
            <a:r>
              <a:rPr lang="en-US" sz="2800" b="1" dirty="0" smtClean="0">
                <a:solidFill>
                  <a:srgbClr val="0000CC"/>
                </a:solidFill>
                <a:latin typeface="Rockwell" panose="02060603020205020403" pitchFamily="18" charset="0"/>
              </a:rPr>
              <a:t>.1. </a:t>
            </a:r>
            <a:r>
              <a:rPr lang="en-US" sz="2800" b="1" dirty="0" err="1" smtClean="0">
                <a:solidFill>
                  <a:srgbClr val="0000CC"/>
                </a:solidFill>
                <a:latin typeface="Rockwell" panose="02060603020205020403" pitchFamily="18" charset="0"/>
              </a:rPr>
              <a:t>Khái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niệm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tầm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quan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trọng</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của</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bảo</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mật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CSDL</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615877"/>
          </a:xfrm>
        </p:spPr>
        <p:txBody>
          <a:bodyPr/>
          <a:lstStyle/>
          <a:p>
            <a:pPr marL="0" indent="0">
              <a:buNone/>
            </a:pPr>
            <a:r>
              <a:rPr lang="vi-VN" b="1" dirty="0">
                <a:solidFill>
                  <a:srgbClr val="0000CC"/>
                </a:solidFill>
                <a:latin typeface="Rockwell" panose="02060603020205020403" pitchFamily="18" charset="0"/>
                <a:ea typeface="+mj-ea"/>
                <a:cs typeface="+mj-cs"/>
              </a:rPr>
              <a:t>2. Tầm quan trọng của bảo mật CSDL</a:t>
            </a:r>
          </a:p>
          <a:p>
            <a:pPr marL="0" indent="0">
              <a:buNone/>
            </a:pPr>
            <a:r>
              <a:rPr lang="vi-VN" b="1" dirty="0">
                <a:solidFill>
                  <a:srgbClr val="0000CC"/>
                </a:solidFill>
                <a:latin typeface="Rockwell" panose="02060603020205020403" pitchFamily="18" charset="0"/>
                <a:ea typeface="+mj-ea"/>
                <a:cs typeface="+mj-cs"/>
              </a:rPr>
              <a:t>Ví dụ thực tế</a:t>
            </a:r>
          </a:p>
          <a:p>
            <a:r>
              <a:rPr lang="vi-VN" dirty="0">
                <a:solidFill>
                  <a:srgbClr val="0000CC"/>
                </a:solidFill>
                <a:latin typeface="Rockwell" panose="02060603020205020403" pitchFamily="18" charset="0"/>
                <a:ea typeface="+mj-ea"/>
                <a:cs typeface="+mj-cs"/>
              </a:rPr>
              <a:t>Vụ rò rỉ dữ liệu khách hàng của Facebook (2019) làm lộ thông tin của hơn 500 triệu người dùng.</a:t>
            </a:r>
          </a:p>
          <a:p>
            <a:r>
              <a:rPr lang="vi-VN" dirty="0">
                <a:solidFill>
                  <a:srgbClr val="0000CC"/>
                </a:solidFill>
                <a:latin typeface="Rockwell" panose="02060603020205020403" pitchFamily="18" charset="0"/>
                <a:ea typeface="+mj-ea"/>
                <a:cs typeface="+mj-cs"/>
              </a:rPr>
              <a:t>Vụ tấn công vào hệ thống của Equifax (2017) làm lộ dữ liệu nhạy cảm của 147 triệu cá nhân, gây thiệt hại hàng tỷ USD.</a:t>
            </a:r>
          </a:p>
          <a:p>
            <a:r>
              <a:rPr lang="vi-VN" dirty="0">
                <a:solidFill>
                  <a:srgbClr val="0000CC"/>
                </a:solidFill>
                <a:latin typeface="Rockwell" panose="02060603020205020403" pitchFamily="18" charset="0"/>
                <a:ea typeface="+mj-ea"/>
                <a:cs typeface="+mj-cs"/>
              </a:rPr>
              <a:t>Nhiều công ty Việt Nam bị rò rỉ dữ liệu khách hàng trên các diễn đàn chợ đen, làm giảm nghiêm trọng uy tín và niềm tin của khách hàng</a:t>
            </a:r>
            <a:r>
              <a:rPr lang="vi-VN" dirty="0" smtClean="0">
                <a:solidFill>
                  <a:srgbClr val="0000CC"/>
                </a:solidFill>
                <a:latin typeface="Rockwell" panose="02060603020205020403" pitchFamily="18" charset="0"/>
                <a:ea typeface="+mj-ea"/>
                <a:cs typeface="+mj-cs"/>
              </a:rPr>
              <a:t>.</a:t>
            </a:r>
            <a:endParaRPr lang="en-US" dirty="0" smtClean="0">
              <a:solidFill>
                <a:srgbClr val="0000CC"/>
              </a:solidFill>
              <a:latin typeface="Rockwell" panose="02060603020205020403" pitchFamily="18" charset="0"/>
              <a:ea typeface="+mj-ea"/>
              <a:cs typeface="+mj-cs"/>
            </a:endParaRPr>
          </a:p>
          <a:p>
            <a:pPr marL="0" indent="0">
              <a:spcBef>
                <a:spcPts val="1800"/>
              </a:spcBef>
              <a:buNone/>
            </a:pPr>
            <a:r>
              <a:rPr lang="en-US" dirty="0" err="1" smtClean="0">
                <a:solidFill>
                  <a:srgbClr val="FF00FF"/>
                </a:solidFill>
                <a:latin typeface="Rockwell" panose="02060603020205020403" pitchFamily="18" charset="0"/>
                <a:ea typeface="+mj-ea"/>
                <a:cs typeface="+mj-cs"/>
              </a:rPr>
              <a:t>Có</a:t>
            </a:r>
            <a:r>
              <a:rPr lang="en-US" dirty="0" smtClean="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thể</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nói</a:t>
            </a:r>
            <a:r>
              <a:rPr lang="vi-VN" dirty="0">
                <a:solidFill>
                  <a:srgbClr val="FF00FF"/>
                </a:solidFill>
                <a:latin typeface="Rockwell" panose="02060603020205020403" pitchFamily="18" charset="0"/>
                <a:ea typeface="+mj-ea"/>
                <a:cs typeface="+mj-cs"/>
              </a:rPr>
              <a:t>, bảo mật CSDL không chỉ là vấn đề kỹ thuật mà còn liên quan trực tiếp đến sự sống còn, uy tín và trách nhiệm pháp lý của tổ chức.</a:t>
            </a:r>
            <a:endParaRPr lang="en-US" dirty="0">
              <a:solidFill>
                <a:srgbClr val="FF00FF"/>
              </a:solidFill>
              <a:latin typeface="Rockwell" panose="02060603020205020403" pitchFamily="18" charset="0"/>
              <a:ea typeface="+mj-ea"/>
              <a:cs typeface="+mj-cs"/>
            </a:endParaRPr>
          </a:p>
        </p:txBody>
      </p:sp>
    </p:spTree>
    <p:extLst>
      <p:ext uri="{BB962C8B-B14F-4D97-AF65-F5344CB8AC3E}">
        <p14:creationId xmlns:p14="http://schemas.microsoft.com/office/powerpoint/2010/main" val="7851923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549323"/>
            <a:ext cx="10242645" cy="528851"/>
          </a:xfrm>
        </p:spPr>
        <p:txBody>
          <a:bodyPr/>
          <a:lstStyle/>
          <a:p>
            <a:r>
              <a:rPr lang="en-US" sz="2800" b="1" dirty="0" smtClean="0">
                <a:solidFill>
                  <a:srgbClr val="0000CC"/>
                </a:solidFill>
                <a:latin typeface="Rockwell" panose="02060603020205020403" pitchFamily="18" charset="0"/>
              </a:rPr>
              <a:t>4.2.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mối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đe</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doạ</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đối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với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20645"/>
            <a:ext cx="10242645" cy="4382729"/>
          </a:xfrm>
        </p:spPr>
        <p:txBody>
          <a:bodyPr/>
          <a:lstStyle/>
          <a:p>
            <a:pPr marL="0" indent="0">
              <a:buNone/>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đối mặt với nhiều nguy cơ từ cả bên ngoài và bên trong tổ chức. </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buNone/>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Các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mối đe dọa phổ biến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gồm:</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buNone/>
            </a:pP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Tấn công SQL Injection</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Kẻ tấn công chèn mã SQL độc hại vào các truy vấn để chiếm quyền kiểm soát hoặc đánh cắp dữ liệu từ CSDL.</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Hậu quả:</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Truy xuất hoặc sửa đổi dữ liệu trái phép.</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Vô hiệu hóa hoặc xóa toàn bộ bảng dữ liệu.</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Bypass cơ chế xác thực.</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Nhiều website thương mại điện tử nhỏ bị khai thác SQL Injection, dẫn đến rò rỉ thông tin tài khoản khách hàng.</a:t>
            </a:r>
          </a:p>
          <a:p>
            <a:pPr marL="0" indent="0">
              <a:buNone/>
            </a:pP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12067091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549323"/>
            <a:ext cx="10242645" cy="528851"/>
          </a:xfrm>
        </p:spPr>
        <p:txBody>
          <a:bodyPr/>
          <a:lstStyle/>
          <a:p>
            <a:r>
              <a:rPr lang="en-US" sz="2800" b="1" dirty="0" smtClean="0">
                <a:solidFill>
                  <a:srgbClr val="0000CC"/>
                </a:solidFill>
                <a:latin typeface="Rockwell" panose="02060603020205020403" pitchFamily="18" charset="0"/>
              </a:rPr>
              <a:t>4.2.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mối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đe</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doạ</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đối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với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20645"/>
            <a:ext cx="10242645" cy="4382729"/>
          </a:xfrm>
        </p:spPr>
        <p:txBody>
          <a:bodyPr/>
          <a:lstStyle/>
          <a:p>
            <a:pPr marL="0" indent="0">
              <a:buNone/>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đối mặt với nhiều nguy cơ từ cả bên ngoài và bên trong tổ chức. </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buNone/>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Các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mối đe dọa phổ biến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gồm:</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buNone/>
            </a:pP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Rò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rỉ dữ liệu nội bộ (Insider Threats)</a:t>
            </a:r>
          </a:p>
          <a:p>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Nhân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viên, quản trị viên hoặc đối tác có quyền hợp pháp nhưng lạm dụng để sao chép, bán hoặc tiết lộ dữ liệu.</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Hậu quả:</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Rò rỉ dữ liệu nhạy cảm ra bên ngoài.</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Khó phát hiện vì hoạt động “hợp pháp” trên hệ thống.</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Một nhân viên IT sao chép dữ liệu khách hàng và bán cho đối thủ cạnh tranh.</a:t>
            </a:r>
          </a:p>
          <a:p>
            <a:pPr marL="0" indent="0">
              <a:buNone/>
            </a:pP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4188184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549323"/>
            <a:ext cx="10242645" cy="528851"/>
          </a:xfrm>
        </p:spPr>
        <p:txBody>
          <a:bodyPr/>
          <a:lstStyle/>
          <a:p>
            <a:r>
              <a:rPr lang="en-US" sz="2800" b="1" dirty="0" smtClean="0">
                <a:solidFill>
                  <a:srgbClr val="0000CC"/>
                </a:solidFill>
                <a:latin typeface="Rockwell" panose="02060603020205020403" pitchFamily="18" charset="0"/>
              </a:rPr>
              <a:t>4.2.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mối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đe</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doạ</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đối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với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20645"/>
            <a:ext cx="10242645" cy="4382729"/>
          </a:xfrm>
        </p:spPr>
        <p:txBody>
          <a:bodyPr/>
          <a:lstStyle/>
          <a:p>
            <a:pPr marL="0" indent="0">
              <a:buNone/>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đối mặt với nhiều nguy cơ từ cả bên ngoài và bên trong tổ chức. </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buNone/>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Các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mối đe dọa phổ biến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gồm:</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buNone/>
            </a:pP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Phần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mềm độc hại và Ransomware</a:t>
            </a:r>
          </a:p>
          <a:p>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Malware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hoặc ransomware xâm nhập vào hệ thống CSDL, mã hóa hoặc phá hoại dữ liệu.</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Hậu quả:</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Không thể truy cập dữ liệu nếu không trả tiền chuộc.</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Gây gián đoạn hoạt động kinh doanh.</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Cuộc tấn công ransomware WannaCry (2017) đã làm tê liệt hàng loạt hệ thống lưu trữ dữ liệu tại hơn 150 quốc gia.</a:t>
            </a:r>
          </a:p>
          <a:p>
            <a:pPr marL="0" indent="0">
              <a:buNone/>
            </a:pP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31493557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549323"/>
            <a:ext cx="10242645" cy="528851"/>
          </a:xfrm>
        </p:spPr>
        <p:txBody>
          <a:bodyPr/>
          <a:lstStyle/>
          <a:p>
            <a:r>
              <a:rPr lang="en-US" sz="2800" b="1" dirty="0" smtClean="0">
                <a:solidFill>
                  <a:srgbClr val="0000CC"/>
                </a:solidFill>
                <a:latin typeface="Rockwell" panose="02060603020205020403" pitchFamily="18" charset="0"/>
              </a:rPr>
              <a:t>4.2.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mối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đe</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doạ</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đối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với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20645"/>
            <a:ext cx="10242645" cy="4382729"/>
          </a:xfrm>
        </p:spPr>
        <p:txBody>
          <a:bodyPr/>
          <a:lstStyle/>
          <a:p>
            <a:pPr marL="0" indent="0">
              <a:buNone/>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đối mặt với nhiều nguy cơ từ cả bên ngoài và bên trong tổ chức. </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buNone/>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Các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mối đe dọa phổ biến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gồm:</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buNone/>
            </a:pP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d)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vào</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quản</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trị</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(DBMS)</a:t>
            </a:r>
          </a:p>
          <a:p>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Khái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niệm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vào</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phần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mềm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quản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trị</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(Oracle, MySQL, SQL Server, PostgreSQL, …)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để</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khai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thác</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Hậu</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quả</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lvl="1"/>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Kẻ</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chiếm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quyền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điều</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khiển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toàn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bộ</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quản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trị</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dữ</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liệu</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lvl="1"/>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bị</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đổi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xóa</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hoặc</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bị</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kiểm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soát</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Ví</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MySQL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cho</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phép</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từ</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xa</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với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quyền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root.</a:t>
            </a:r>
          </a:p>
          <a:p>
            <a:pPr marL="0" indent="0">
              <a:buNone/>
            </a:pP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7589157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549323"/>
            <a:ext cx="10242645" cy="528851"/>
          </a:xfrm>
        </p:spPr>
        <p:txBody>
          <a:bodyPr/>
          <a:lstStyle/>
          <a:p>
            <a:r>
              <a:rPr lang="en-US" sz="2800" b="1" dirty="0" smtClean="0">
                <a:solidFill>
                  <a:srgbClr val="0000CC"/>
                </a:solidFill>
                <a:latin typeface="Rockwell" panose="02060603020205020403" pitchFamily="18" charset="0"/>
              </a:rPr>
              <a:t>4.2.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mối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đe</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doạ</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đối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với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20645"/>
            <a:ext cx="10242645" cy="4382729"/>
          </a:xfrm>
        </p:spPr>
        <p:txBody>
          <a:bodyPr/>
          <a:lstStyle/>
          <a:p>
            <a:pPr marL="0" indent="0">
              <a:buNone/>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đối mặt với nhiều nguy cơ từ cả bên ngoài và bên trong tổ chức. </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buNone/>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Các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mối đe dọa phổ biến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gồm:</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buNone/>
            </a:pP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e)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Truy cập trái phép và leo thang đặc quyền (Privilege Escalation)</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Khái niệm: Kẻ tấn công hoặc người dùng thông thường khai thác sai sót trong cấu hình hoặc lỗ hổng để chiếm quyền cao hơn (quản trị viên).</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Hậu quả:</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Toàn quyền truy cập, sửa đổi hoặc xóa dữ liệu.</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Nguy cơ mất toàn bộ hệ thống.</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Hacker khai thác lỗi phân quyền trong một ứng dụng để truy cập cơ sở dữ liệu quản trị, vượt qua cơ chế kiểm soát bảo mật.</a:t>
            </a:r>
          </a:p>
          <a:p>
            <a:pPr marL="0" indent="0">
              <a:buNone/>
            </a:pP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389584060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4.3.</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sz="2800" b="1" dirty="0" smtClean="0">
                <a:solidFill>
                  <a:srgbClr val="0000CC"/>
                </a:solidFill>
                <a:latin typeface="Rockwell" panose="02060603020205020403" pitchFamily="18"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buNone/>
            </a:pPr>
            <a:r>
              <a:rPr lang="en-US"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Để</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đảm</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an </a:t>
            </a:r>
            <a:r>
              <a:rPr lang="en-US"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toàn</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cho</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dữ</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i="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liệu</a:t>
            </a:r>
            <a:r>
              <a:rPr lang="en-US"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tài</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sản</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số</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quan</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trọng</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nhất</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tổ</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việc</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thiết</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lập</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chuẩn</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là</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cần</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thiết</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buNone/>
            </a:pPr>
            <a:r>
              <a:rPr lang="en-US" i="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Một</a:t>
            </a:r>
            <a:r>
              <a:rPr lang="en-US"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số</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cốt</a:t>
            </a:r>
            <a:r>
              <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i="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lõi</a:t>
            </a:r>
            <a:r>
              <a:rPr lang="en-US"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buNone/>
            </a:pP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Nguyên tắc đặc quyền tối thiểu (Least Privilege)</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Người dùng hoặc ứng dụng chỉ nên được cấp quyền tối thiểu cần thiết để thực hiện công việc.</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Giúp hạn chế thiệt hại nếu tài khoản bị xâm nhập.</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nhân viên nhập dữ liệu chỉ có quyền “INSERT” và “SELECT”, không có quyền “DELETE” hay “DROP TABLE”.</a:t>
            </a:r>
          </a:p>
          <a:p>
            <a:pPr marL="0" indent="0">
              <a:buNone/>
            </a:pPr>
            <a:endPar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70658249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4.3.</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sz="2800" b="1" dirty="0" smtClean="0">
                <a:solidFill>
                  <a:srgbClr val="0000CC"/>
                </a:solidFill>
                <a:latin typeface="Rockwell" panose="02060603020205020403" pitchFamily="18"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buNone/>
            </a:pP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Nguyên tắc CIA (Confidentiality – Integrity – Availability)</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Confidentiality (Bảo mật): Dữ liệu chỉ được phép truy cập bởi những người/ứng dụng được ủy quyền.</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Biện pháp: mã hóa dữ liệu, phân quyền chặt chẽ, kiểm soát truy cập.</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Integrity (Toàn vẹn): Dữ liệu phải chính xác, không bị thay đổi trái phép.</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Biện pháp: kiểm soát phiên bản, checksum, chữ ký số, logging.</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Availability (Khả dụng): Dữ liệu phải luôn sẵn sàng cho người dùng hợp pháp.</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Biện pháp: hệ thống dự phòng (HA/DR), backup thường xuyên, chống DDoS.</a:t>
            </a:r>
          </a:p>
          <a:p>
            <a:pPr marL="0" indent="0">
              <a:buNone/>
            </a:pPr>
            <a:endPar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140299759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4.3.</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sz="2800" b="1" dirty="0" smtClean="0">
                <a:solidFill>
                  <a:srgbClr val="0000CC"/>
                </a:solidFill>
                <a:latin typeface="Rockwell" panose="02060603020205020403" pitchFamily="18"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buNone/>
            </a:pP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Phân tách nhiệm vụ (Separation of Duties – SoD)</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Không để một cá nhân nắm toàn bộ quyền kiểm soát hệ thống CSDL.</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Mỗi vai trò cần được tách biệt và giám sát chéo:</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DBA (Database Admin) quản lý hạ tầng.</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Developer chỉ phát triển/truy vấn.</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Auditor giám sát và kiểm tra.</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Giúp giảm nguy cơ gian lận hoặc lạm quyền.</a:t>
            </a:r>
          </a:p>
          <a:p>
            <a:pPr marL="0" indent="0">
              <a:buNone/>
            </a:pP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buNone/>
            </a:pPr>
            <a:endPar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325929541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4.3.</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sz="2800" b="1" dirty="0" smtClean="0">
                <a:solidFill>
                  <a:srgbClr val="0000CC"/>
                </a:solidFill>
                <a:latin typeface="Rockwell" panose="02060603020205020403" pitchFamily="18"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4. Quản lý vòng đời dữ liệu (Data Lifecycle Management – DLM)</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Dữ liệu cần được quản lý trong toàn bộ vòng đời:</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Tạo lập (Creation): </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Á</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p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dụng chuẩn định danh, phân loại dữ liệu.</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Lưu trữ (Storage):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ã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hóa, kiểm soát truy cập.</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Sử dụng (Usage):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hỉ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cho phép sử dụng đúng mục đích, giám sát liên tục.</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Chia sẻ/Truyền tải (Sharing/Transmission):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ử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dụng SSL/TLS, VPN, tokenization.</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Lưu trữ lâu dài (Archival):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én</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 mã hóa, đưa vào kho dữ liệu an toàn.</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Xóa bỏ (Disposal/Destruction):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ủy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dữ liệu bằng phương pháp an toàn (wipe, shred).</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Giúp đảm bảo dữ liệu luôn được bảo vệ ở mọi giai đoạn.</a:t>
            </a:r>
          </a:p>
          <a:p>
            <a:pPr marL="0" indent="0">
              <a:buNone/>
            </a:pP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buNone/>
            </a:pPr>
            <a:endPar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318677793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4.3.</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sz="2800" b="1" dirty="0" smtClean="0">
                <a:solidFill>
                  <a:srgbClr val="0000CC"/>
                </a:solidFill>
                <a:latin typeface="Rockwell" panose="02060603020205020403" pitchFamily="18"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760561"/>
            <a:ext cx="10242645" cy="4161431"/>
          </a:xfrm>
        </p:spPr>
        <p:txBody>
          <a:bodyPr/>
          <a:lstStyle/>
          <a:p>
            <a:pPr marL="0" indent="0">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Tóm lại: Các nguyên tắc bảo mật CSDL cần kết hợp chặt chẽ giữa:</a:t>
            </a:r>
          </a:p>
          <a:p>
            <a:pPr>
              <a:spcBef>
                <a:spcPts val="1200"/>
              </a:spcBef>
              <a:spcAft>
                <a:spcPts val="1200"/>
              </a:spcAft>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Mô hình CIA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(3 trụ cột của an ninh thông tin),</a:t>
            </a:r>
          </a:p>
          <a:p>
            <a:pPr>
              <a:spcBef>
                <a:spcPts val="1200"/>
              </a:spcBef>
              <a:spcAft>
                <a:spcPts val="1200"/>
              </a:spcAft>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Quản lý quyền hạn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(Least Privilege, Separation of Duties),</a:t>
            </a:r>
          </a:p>
          <a:p>
            <a:pPr>
              <a:spcBef>
                <a:spcPts val="1200"/>
              </a:spcBef>
              <a:spcAft>
                <a:spcPts val="1200"/>
              </a:spcAft>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Quản lý vòng đời dữ liệu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(DLM) để đảm bảo dữ liệu được bảo vệ từ khi sinh ra cho đến khi hủy bỏ.</a:t>
            </a:r>
          </a:p>
          <a:p>
            <a:pPr marL="0" indent="0">
              <a:buNone/>
            </a:pP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234860609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562970"/>
            <a:ext cx="10242645" cy="528851"/>
          </a:xfrm>
        </p:spPr>
        <p:txBody>
          <a:bodyPr/>
          <a:lstStyle/>
          <a:p>
            <a:r>
              <a:rPr lang="en-US" sz="2800" b="1" dirty="0" smtClean="0">
                <a:solidFill>
                  <a:srgbClr val="0000CC"/>
                </a:solidFill>
                <a:latin typeface="Rockwell" panose="02060603020205020403" pitchFamily="18" charset="0"/>
              </a:rPr>
              <a:t>4.3.</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sz="2800" b="1" dirty="0" smtClean="0">
                <a:solidFill>
                  <a:srgbClr val="0000CC"/>
                </a:solidFill>
                <a:latin typeface="Rockwell" panose="02060603020205020403" pitchFamily="18"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50877"/>
            <a:ext cx="9724031" cy="4161431"/>
          </a:xfrm>
        </p:spPr>
        <p:txBody>
          <a:bodyPr/>
          <a:lstStyle/>
          <a:p>
            <a:pPr marL="0" indent="0">
              <a:buNone/>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Một</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số</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í</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buNone/>
            </a:pP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VD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1</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Nguyên tắc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CIA</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Confidentiality (Bảo mật): Dữ liệu khách hàng trong CSDL ngân hàng được mã hóa AES-256; chỉ nhân viên có thẩm quyền mới được truy cập.</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Integrity (Toàn vẹn): Hệ thống thương mại điện tử sử dụng chữ ký số để đảm bảo dữ liệu hóa đơn không bị chỉnh sửa sau khi phát hành.</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Availability (Sẵn sàng): CSDL của bệnh viện được sao lưu định kỳ và triển khai hệ thống cluster để đảm bảo bệnh nhân luôn truy cập được hồ sơ y tế.</a:t>
            </a:r>
          </a:p>
          <a:p>
            <a:pPr marL="0" indent="0">
              <a:buNone/>
            </a:pP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132000279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562970"/>
            <a:ext cx="10242645" cy="528851"/>
          </a:xfrm>
        </p:spPr>
        <p:txBody>
          <a:bodyPr/>
          <a:lstStyle/>
          <a:p>
            <a:r>
              <a:rPr lang="en-US" sz="2800" b="1" dirty="0" smtClean="0">
                <a:solidFill>
                  <a:srgbClr val="0000CC"/>
                </a:solidFill>
                <a:latin typeface="Rockwell" panose="02060603020205020403" pitchFamily="18" charset="0"/>
              </a:rPr>
              <a:t>4.3.</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sz="2800" b="1" dirty="0" smtClean="0">
                <a:solidFill>
                  <a:srgbClr val="0000CC"/>
                </a:solidFill>
                <a:latin typeface="Rockwell" panose="02060603020205020403" pitchFamily="18"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50877"/>
            <a:ext cx="9724031" cy="4161431"/>
          </a:xfrm>
        </p:spPr>
        <p:txBody>
          <a:bodyPr/>
          <a:lstStyle/>
          <a:p>
            <a:pPr marL="0" indent="0">
              <a:buNone/>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Một</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số</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í</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buNone/>
            </a:pP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VD 2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Nguyên tắc Least Privilege</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Nhân viên chăm sóc khách hàng chỉ được quyền xem thông tin tài khoản, không được chỉnh sửa dữ liệu.</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Quản trị viên ứng dụng có quyền cấu hình hệ thống nhưng không được trực tiếp truy vấn dữ liệu nhạy cảm trong CSDL</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buNone/>
            </a:pP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VD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3</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Separation of Duties </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SoD</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Một nhân viên nhập dữ liệu hóa đơn và một nhân viên khác xác nhận thanh toán → tránh gian lận.</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Người quản trị hệ thống (SysAdmin) không đồng thời là người kiểm toán dữ liệu để giảm nguy cơ lạm dụng quyền.</a:t>
            </a:r>
          </a:p>
          <a:p>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buNone/>
            </a:pP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197936837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562970"/>
            <a:ext cx="10242645" cy="528851"/>
          </a:xfrm>
        </p:spPr>
        <p:txBody>
          <a:bodyPr/>
          <a:lstStyle/>
          <a:p>
            <a:r>
              <a:rPr lang="en-US" sz="2800" b="1" dirty="0" smtClean="0">
                <a:solidFill>
                  <a:srgbClr val="0000CC"/>
                </a:solidFill>
                <a:latin typeface="Rockwell" panose="02060603020205020403" pitchFamily="18" charset="0"/>
              </a:rPr>
              <a:t>4.3.</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sz="2800" b="1" dirty="0" smtClean="0">
                <a:solidFill>
                  <a:srgbClr val="0000CC"/>
                </a:solidFill>
                <a:latin typeface="Rockwell" panose="02060603020205020403" pitchFamily="18"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50877"/>
            <a:ext cx="9724031" cy="4161431"/>
          </a:xfrm>
        </p:spPr>
        <p:txBody>
          <a:bodyPr/>
          <a:lstStyle/>
          <a:p>
            <a:pPr marL="0" indent="0">
              <a:buNone/>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Một</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số</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í</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buNone/>
            </a:pP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VD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4</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Data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Lifecycle Management – DLM</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Tạo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Sử dụng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Lưu trữ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Hủy bỏ:</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Hồ sơ nhân viên cũ sau 5 năm được xóa khỏi CSDL theo chính sách bảo mật.</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Dữ liệu khách hàng được ẩn định danh (data masking) khi dùng cho mục đích phân tích để tránh lộ thông tin cá nhân.</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Dữ liệu quan trọng được sao lưu hàng tuần và chuyển sang hệ thống lưu trữ an toàn trước khi xóa.</a:t>
            </a:r>
          </a:p>
          <a:p>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buNone/>
            </a:pP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253516057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98894" y="535678"/>
            <a:ext cx="10242645" cy="528851"/>
          </a:xfrm>
        </p:spPr>
        <p:txBody>
          <a:bodyPr/>
          <a:lstStyle/>
          <a:p>
            <a:r>
              <a:rPr lang="en-US" sz="2800" b="1" dirty="0" smtClean="0">
                <a:solidFill>
                  <a:srgbClr val="0000CC"/>
                </a:solidFill>
                <a:latin typeface="Rockwell" panose="02060603020205020403" pitchFamily="18" charset="0"/>
              </a:rPr>
              <a:t>4.4.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dữ</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liệu</a:t>
            </a:r>
            <a:r>
              <a:rPr lang="en-US" sz="2800" b="1" dirty="0" smtClean="0">
                <a:solidFill>
                  <a:srgbClr val="0000CC"/>
                </a:solidFill>
                <a:latin typeface="Rockwell" panose="02060603020205020403" pitchFamily="18"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98894" y="1047944"/>
            <a:ext cx="10242645" cy="4382729"/>
          </a:xfrm>
        </p:spPr>
        <p:txBody>
          <a:bodyPr/>
          <a:lstStyle/>
          <a:p>
            <a:pPr marL="0" indent="0">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AAA trong bảo mật CSDL ngân hàng</a:t>
            </a:r>
          </a:p>
          <a:p>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Authentication (Xác thực</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Nhân viên phải đăng nhập vào hệ thống quản trị CSDL bằng tài khoản cá nhân và xác thực hai yếu tố (2FA).</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Nhập mật khẩu + mã OTP gửi qua ứng dụng bảo mật.</a:t>
            </a:r>
          </a:p>
          <a:p>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Authorization (Phân quyền</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Sau khi xác thực, hệ thống chỉ cấp quyền theo vai trò:</a:t>
            </a:r>
          </a:p>
          <a:p>
            <a:pPr lvl="2"/>
            <a:r>
              <a:rPr lang="vi-VN"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Nhân viên giao dịch chỉ được xem số dư và lịch sử giao dịch.</a:t>
            </a:r>
          </a:p>
          <a:p>
            <a:pPr lvl="2"/>
            <a:r>
              <a:rPr lang="vi-VN"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Quản trị viên cơ sở dữ liệu có quyền tạo bảng, quản lý cấu trúc dữ liệu nhưng không được xem thông tin chi tiết khách hàng.</a:t>
            </a:r>
          </a:p>
          <a:p>
            <a:pPr marL="0" indent="0">
              <a:buNone/>
            </a:pPr>
            <a:endPar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endParaRPr lang="en-US" dirty="0"/>
          </a:p>
        </p:txBody>
      </p:sp>
    </p:spTree>
    <p:extLst>
      <p:ext uri="{BB962C8B-B14F-4D97-AF65-F5344CB8AC3E}">
        <p14:creationId xmlns:p14="http://schemas.microsoft.com/office/powerpoint/2010/main" val="195892688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98894" y="535678"/>
            <a:ext cx="10242645" cy="528851"/>
          </a:xfrm>
        </p:spPr>
        <p:txBody>
          <a:bodyPr/>
          <a:lstStyle/>
          <a:p>
            <a:r>
              <a:rPr lang="en-US" sz="2800" b="1" dirty="0" smtClean="0">
                <a:solidFill>
                  <a:srgbClr val="0000CC"/>
                </a:solidFill>
                <a:latin typeface="Rockwell" panose="02060603020205020403" pitchFamily="18" charset="0"/>
              </a:rPr>
              <a:t>4.4.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dữ</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liệu</a:t>
            </a:r>
            <a:r>
              <a:rPr lang="en-US" sz="2800" b="1" dirty="0" smtClean="0">
                <a:solidFill>
                  <a:srgbClr val="0000CC"/>
                </a:solidFill>
                <a:latin typeface="Rockwell" panose="02060603020205020403" pitchFamily="18"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98894" y="1047944"/>
            <a:ext cx="10501954" cy="4382729"/>
          </a:xfrm>
        </p:spPr>
        <p:txBody>
          <a:bodyPr/>
          <a:lstStyle/>
          <a:p>
            <a:pPr marL="0" indent="0">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AAA trong bảo mật CSDL ngân hàng</a:t>
            </a:r>
          </a:p>
          <a:p>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Accounting (Kiểm toán/ghi log)</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Mọi hành động trên CSDL (truy vấn, thêm, sửa, xóa) đều được ghi log chi tiết.</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Nếu có người cố gắng xóa bảng dữ liệu, hệ thống sẽ lưu lại thời gian, tài khoản, hành động, đồng thời cảnh báo cho đội ngũ an ninh.</a:t>
            </a:r>
          </a:p>
          <a:p>
            <a:pPr marL="0" indent="0">
              <a:buNone/>
            </a:pPr>
            <a:endPar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buNone/>
            </a:pP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Nhờ</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áp</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AAA,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sẽ</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lvl="1"/>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Ngăn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chặn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truy</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cập</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trái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phép</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lvl="1"/>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Giảm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thiểu</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rủi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ro</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lạm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quyền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lvl="1"/>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Tăng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khả</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điều</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tra</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&amp;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truy</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vết</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khi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có</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sự</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cố</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endParaRPr lang="en-US" dirty="0"/>
          </a:p>
        </p:txBody>
      </p:sp>
    </p:spTree>
    <p:extLst>
      <p:ext uri="{BB962C8B-B14F-4D97-AF65-F5344CB8AC3E}">
        <p14:creationId xmlns:p14="http://schemas.microsoft.com/office/powerpoint/2010/main" val="42666701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98894" y="535678"/>
            <a:ext cx="10242645" cy="528851"/>
          </a:xfrm>
        </p:spPr>
        <p:txBody>
          <a:bodyPr/>
          <a:lstStyle/>
          <a:p>
            <a:r>
              <a:rPr lang="en-US" sz="2800" b="1" dirty="0" smtClean="0">
                <a:solidFill>
                  <a:srgbClr val="0000CC"/>
                </a:solidFill>
                <a:latin typeface="Rockwell" panose="02060603020205020403" pitchFamily="18" charset="0"/>
              </a:rPr>
              <a:t>4.4.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dữ</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liệu</a:t>
            </a:r>
            <a:r>
              <a:rPr lang="en-US" sz="2800" b="1" dirty="0" smtClean="0">
                <a:solidFill>
                  <a:srgbClr val="0000CC"/>
                </a:solidFill>
                <a:latin typeface="Rockwell" panose="02060603020205020403" pitchFamily="18"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b="7817"/>
          <a:stretch/>
        </p:blipFill>
        <p:spPr>
          <a:xfrm>
            <a:off x="1398893" y="1064529"/>
            <a:ext cx="9874157" cy="5793471"/>
          </a:xfrm>
        </p:spPr>
      </p:pic>
    </p:spTree>
    <p:extLst>
      <p:ext uri="{BB962C8B-B14F-4D97-AF65-F5344CB8AC3E}">
        <p14:creationId xmlns:p14="http://schemas.microsoft.com/office/powerpoint/2010/main" val="81656694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4.5.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cụ</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&amp;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Giải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pháp</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sz="2800" b="1" dirty="0" smtClean="0">
                <a:solidFill>
                  <a:srgbClr val="0000CC"/>
                </a:solidFill>
                <a:latin typeface="Rockwell" panose="02060603020205020403" pitchFamily="18"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buNone/>
            </a:pP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Tường lửa ứng dụng CSDL (Database Firewall)</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Chức năng:</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Lọc và kiểm soát các truy vấn SQL đến CSDL, ngăn chặn các lệnh bất hợp pháp (ví dụ: SQL Injection).</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Theo dõi hành vi người dùng và phát hiện truy cập bất thường.</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công cụ: Oracle Database Firewall, Imperva SecureSphere.</a:t>
            </a:r>
          </a:p>
          <a:p>
            <a:endParaRPr lang="en-US" dirty="0"/>
          </a:p>
        </p:txBody>
      </p:sp>
    </p:spTree>
    <p:extLst>
      <p:ext uri="{BB962C8B-B14F-4D97-AF65-F5344CB8AC3E}">
        <p14:creationId xmlns:p14="http://schemas.microsoft.com/office/powerpoint/2010/main" val="98976651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4.5.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cụ</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&amp;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Giải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pháp</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sz="2800" b="1" dirty="0" smtClean="0">
                <a:solidFill>
                  <a:srgbClr val="0000CC"/>
                </a:solidFill>
                <a:latin typeface="Rockwell" panose="02060603020205020403" pitchFamily="18"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buNone/>
            </a:pP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Hệ thống quản lý khóa (Key Management System – KMS)</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Chức năng:</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Quản lý vòng đời của các khóa mã hóa: tạo, phân phối, lưu trữ, hủy bỏ.</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Đảm bảo dữ liệu mã hóa được bảo vệ ngay cả khi CSDL bị rò rỉ.</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AWS KMS, HashiCorp Vault, Microsoft Azure Key Vault.</a:t>
            </a:r>
          </a:p>
          <a:p>
            <a:pPr marL="0" indent="0">
              <a:buNone/>
            </a:pPr>
            <a:endParaRPr lang="en-US" dirty="0"/>
          </a:p>
        </p:txBody>
      </p:sp>
    </p:spTree>
    <p:extLst>
      <p:ext uri="{BB962C8B-B14F-4D97-AF65-F5344CB8AC3E}">
        <p14:creationId xmlns:p14="http://schemas.microsoft.com/office/powerpoint/2010/main" val="308392976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4.5.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cụ</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&amp;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Giải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pháp</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sz="2800" b="1" dirty="0" smtClean="0">
                <a:solidFill>
                  <a:srgbClr val="0000CC"/>
                </a:solidFill>
                <a:latin typeface="Rockwell" panose="02060603020205020403" pitchFamily="18"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buNone/>
            </a:pP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Data Masking &amp; Tokenization</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Chức năng:</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Data Masking: làm ẩn dữ liệu nhạy cảm trong quá trình test/dev (ví dụ: thay số CMND bằng chuỗi giả lập).</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Tokenization: thay thế dữ liệu gốc bằng token (mã đại diện), dữ liệu thật được lưu an toàn trong vault.</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Ứng dụng: Giảm rủi ro rò rỉ dữ liệu trong quá trình phát triển, kiểm thử hoặc khi chia sẻ dữ liệu.</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Informatica Data Masking, Delphix, Protegrity.</a:t>
            </a:r>
          </a:p>
          <a:p>
            <a:pPr marL="0" indent="0">
              <a:buNone/>
            </a:pPr>
            <a:endParaRPr lang="en-US" dirty="0"/>
          </a:p>
        </p:txBody>
      </p:sp>
    </p:spTree>
    <p:extLst>
      <p:ext uri="{BB962C8B-B14F-4D97-AF65-F5344CB8AC3E}">
        <p14:creationId xmlns:p14="http://schemas.microsoft.com/office/powerpoint/2010/main" val="43207763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4.5.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cụ</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&amp;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Giải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pháp</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sz="2800" b="1" dirty="0" smtClean="0">
                <a:solidFill>
                  <a:srgbClr val="0000CC"/>
                </a:solidFill>
                <a:latin typeface="Rockwell" panose="02060603020205020403" pitchFamily="18"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buNone/>
            </a:pP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d</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Giải pháp SIEM tích hợp với CSDL</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Chức năng:</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Thu thập log từ CSDL (truy vấn, đăng nhập, thay đổi cấu trúc, xóa dữ liệu).</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Phân tích và cảnh báo khi phát hiện hành vi bất thường.</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Hỗ trợ điều tra sự cố và tuân thủ chuẩn (GDPR, HIPAA, PCI DSS).</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Splunk, IBM QRadar, ArcSight, ELK Stack (Elastic).</a:t>
            </a:r>
          </a:p>
          <a:p>
            <a:pPr marL="0" indent="0">
              <a:buNone/>
            </a:pPr>
            <a:endParaRPr lang="en-US" dirty="0"/>
          </a:p>
        </p:txBody>
      </p:sp>
    </p:spTree>
    <p:extLst>
      <p:ext uri="{BB962C8B-B14F-4D97-AF65-F5344CB8AC3E}">
        <p14:creationId xmlns:p14="http://schemas.microsoft.com/office/powerpoint/2010/main" val="345900625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8" y="453788"/>
            <a:ext cx="10242645" cy="528851"/>
          </a:xfrm>
        </p:spPr>
        <p:txBody>
          <a:bodyPr/>
          <a:lstStyle/>
          <a:p>
            <a:r>
              <a:rPr lang="en-US" sz="2800" b="1" dirty="0" smtClean="0">
                <a:solidFill>
                  <a:srgbClr val="0000CC"/>
                </a:solidFill>
                <a:latin typeface="Rockwell" panose="02060603020205020403" pitchFamily="18" charset="0"/>
              </a:rPr>
              <a:t>4.5.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cụ</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&amp;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Giải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pháp</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sz="2800" b="1" dirty="0" smtClean="0">
                <a:solidFill>
                  <a:srgbClr val="0000CC"/>
                </a:solidFill>
                <a:latin typeface="Rockwell" panose="02060603020205020403" pitchFamily="18"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1598" y="982639"/>
            <a:ext cx="9573905" cy="5875361"/>
          </a:xfrm>
        </p:spPr>
      </p:pic>
    </p:spTree>
    <p:extLst>
      <p:ext uri="{BB962C8B-B14F-4D97-AF65-F5344CB8AC3E}">
        <p14:creationId xmlns:p14="http://schemas.microsoft.com/office/powerpoint/2010/main" val="249583511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4.6.</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Xu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hướng hiện đại trong bảo mật CSDL</a:t>
            </a:r>
            <a:b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buNone/>
            </a:pP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Bảo mật CSDL trên đám mây (Cloud Database Security)</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Nhiều tổ chức chuyển dịch dữ liệu lên Cloud Database (AWS RDS, Azure SQL, Google Cloud SQL).</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Cần cơ chế bảo mật chuyên biệt:</a:t>
            </a:r>
          </a:p>
          <a:p>
            <a:pPr lvl="2"/>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Mã hóa dữ liệu khi lưu trữ (at-rest) và khi truyền tải (in-transit).</a:t>
            </a:r>
          </a:p>
          <a:p>
            <a:pPr lvl="2"/>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Quản lý truy cập dựa trên danh tính (IAM) thay cho mật khẩu cứng.</a:t>
            </a:r>
          </a:p>
          <a:p>
            <a:pPr lvl="2"/>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Backup &amp; phục hồi tự động để chống mất mát dữ liệu.</a:t>
            </a:r>
          </a:p>
          <a:p>
            <a:pPr lvl="1"/>
            <a:endParaRPr lang="en-US" dirty="0"/>
          </a:p>
        </p:txBody>
      </p:sp>
    </p:spTree>
    <p:extLst>
      <p:ext uri="{BB962C8B-B14F-4D97-AF65-F5344CB8AC3E}">
        <p14:creationId xmlns:p14="http://schemas.microsoft.com/office/powerpoint/2010/main" val="287544632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4.6.</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Xu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hướng hiện đại trong bảo mật CSDL</a:t>
            </a:r>
            <a:b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buNone/>
            </a:pP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Zero Trust cho dữ liệu (Zero Trust Data Security)</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Không tin cậy mặc định bất kỳ ai, kể cả người dùng trong hệ thống.</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Áp dụng xác thực đa yếu tố (MFA), micro-segmentation để hạn chế quyền truy cập.</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Theo dõi liên tục mọi truy vấn và hành vi với CSDL.</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Giúp giảm thiểu rủi ro tấn công nội gián (insider threats).</a:t>
            </a:r>
          </a:p>
          <a:p>
            <a:endParaRPr lang="en-US" dirty="0"/>
          </a:p>
        </p:txBody>
      </p:sp>
    </p:spTree>
    <p:extLst>
      <p:ext uri="{BB962C8B-B14F-4D97-AF65-F5344CB8AC3E}">
        <p14:creationId xmlns:p14="http://schemas.microsoft.com/office/powerpoint/2010/main" val="29519785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4.6.</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Xu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hướng hiện đại trong bảo mật CSDL</a:t>
            </a:r>
            <a:b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buNone/>
            </a:pP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Sử dụng AI/ML phát hiện truy cập bất thường</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Hệ thống AI/ML có khả năng học hành vi truy cập bình thường vào CSDL.</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Khi phát hiện mẫu truy cập bất thường (ví dụ: nhiều truy vấn nhạy cảm trong thời gian ngắn, đăng nhập bất thường từ IP lạ) → cảnh báo &amp; tự động chặn.</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IBM Guardium với AI phân tích hành vi, Oracle Autonomous Database tự động vá lỗi bảo mật.</a:t>
            </a:r>
          </a:p>
          <a:p>
            <a:pPr marL="0" indent="0">
              <a:buNone/>
            </a:pPr>
            <a:endParaRPr lang="en-US" dirty="0"/>
          </a:p>
        </p:txBody>
      </p:sp>
    </p:spTree>
    <p:extLst>
      <p:ext uri="{BB962C8B-B14F-4D97-AF65-F5344CB8AC3E}">
        <p14:creationId xmlns:p14="http://schemas.microsoft.com/office/powerpoint/2010/main" val="426466211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4.6.</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Xu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hướng hiện đại trong bảo mật CSDL</a:t>
            </a:r>
            <a:b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buNone/>
            </a:pP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d.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Tuân</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thủ</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háp</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lý</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&amp;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huẩn</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Compliance)</a:t>
            </a:r>
          </a:p>
          <a:p>
            <a:pPr lvl="1"/>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tổ</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phải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tuân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thủ</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quy</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định</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dữ</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liệu</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lvl="2"/>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GDPR</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(General Data Protection Regulation – EU):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vệ</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dữ</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liệu</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nhân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lvl="2"/>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HIPAA</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(Health Insurance Portability and Accountability Act –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Mỹ</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dữ</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liệu</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y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tế</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lvl="2"/>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PCI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DSS</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(Payment Card Industry Data Security Standard):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dữ</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liệu</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thẻ</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thanh</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toán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lvl="1"/>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Việc</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mã</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hóa</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ghi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log,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kiểm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toán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quản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lý</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vòng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đời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dữ</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liệu</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là</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bắt</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buộc</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để</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đạt</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chuẩn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buNone/>
            </a:pPr>
            <a:endParaRPr lang="en-US" dirty="0"/>
          </a:p>
        </p:txBody>
      </p:sp>
    </p:spTree>
    <p:extLst>
      <p:ext uri="{BB962C8B-B14F-4D97-AF65-F5344CB8AC3E}">
        <p14:creationId xmlns:p14="http://schemas.microsoft.com/office/powerpoint/2010/main" val="184441666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4.7.</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ảo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mật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dưới</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góc</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độ</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lập</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trình</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buNone/>
            </a:pP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truy</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vấn</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tham</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số</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(Parameterized Queries / Prepared Statements)</a:t>
            </a:r>
          </a:p>
          <a:p>
            <a:pPr lvl="1"/>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Tránh</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viết</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câu</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SQL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động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bằng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cách</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nối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chuỗi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ễ</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bị</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SQL Injection.</a:t>
            </a:r>
          </a:p>
          <a:p>
            <a:pPr lvl="1"/>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Luôn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dùng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Prepared Statement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hoặc</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ORM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(Object-Relational Mapping).</a:t>
            </a:r>
          </a:p>
          <a:p>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Ví</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(Java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JDBC</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buNone/>
            </a:pPr>
            <a:endParaRPr lang="en-US" dirty="0"/>
          </a:p>
        </p:txBody>
      </p:sp>
    </p:spTree>
    <p:extLst>
      <p:ext uri="{BB962C8B-B14F-4D97-AF65-F5344CB8AC3E}">
        <p14:creationId xmlns:p14="http://schemas.microsoft.com/office/powerpoint/2010/main" val="362956255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491794"/>
            <a:ext cx="10242645" cy="528851"/>
          </a:xfrm>
        </p:spPr>
        <p:txBody>
          <a:bodyPr/>
          <a:lstStyle/>
          <a:p>
            <a:r>
              <a:rPr lang="en-US" sz="2800" b="1" dirty="0" smtClean="0">
                <a:solidFill>
                  <a:srgbClr val="0000CC"/>
                </a:solidFill>
                <a:latin typeface="Rockwell" panose="02060603020205020403" pitchFamily="18" charset="0"/>
              </a:rPr>
              <a:t>4.7.</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ảo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mật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dưới</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góc</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độ</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lập</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trình</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20645"/>
            <a:ext cx="10461010" cy="4382729"/>
          </a:xfrm>
        </p:spPr>
        <p:txBody>
          <a:bodyPr/>
          <a:lstStyle/>
          <a:p>
            <a:pPr marL="0" indent="0">
              <a:buNone/>
            </a:pP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truy</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vấn</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tham</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số</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Ví</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(Java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JDBC</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lvl="1" indent="0">
              <a:buNone/>
            </a:pPr>
            <a:r>
              <a:rPr lang="en-US" dirty="0" smtClean="0">
                <a:solidFill>
                  <a:srgbClr val="FF0000"/>
                </a:solidFill>
                <a:latin typeface="Bell MT" panose="02020503060305020303" pitchFamily="18" charset="0"/>
              </a:rPr>
              <a:t>String </a:t>
            </a:r>
            <a:r>
              <a:rPr lang="en-US" dirty="0" err="1">
                <a:solidFill>
                  <a:srgbClr val="FF0000"/>
                </a:solidFill>
                <a:latin typeface="Bell MT" panose="02020503060305020303" pitchFamily="18" charset="0"/>
              </a:rPr>
              <a:t>sql</a:t>
            </a:r>
            <a:r>
              <a:rPr lang="en-US" dirty="0">
                <a:solidFill>
                  <a:srgbClr val="FF0000"/>
                </a:solidFill>
                <a:latin typeface="Bell MT" panose="02020503060305020303" pitchFamily="18" charset="0"/>
              </a:rPr>
              <a:t> = "SELECT * FROM users WHERE username = ? AND password = ?";</a:t>
            </a:r>
          </a:p>
          <a:p>
            <a:pPr marL="0" lvl="1" indent="0">
              <a:buNone/>
            </a:pPr>
            <a:r>
              <a:rPr lang="en-US" dirty="0" err="1">
                <a:solidFill>
                  <a:srgbClr val="FF0000"/>
                </a:solidFill>
                <a:latin typeface="Bell MT" panose="02020503060305020303" pitchFamily="18" charset="0"/>
              </a:rPr>
              <a:t>PreparedStatement</a:t>
            </a:r>
            <a:r>
              <a:rPr lang="en-US" dirty="0">
                <a:solidFill>
                  <a:srgbClr val="FF0000"/>
                </a:solidFill>
                <a:latin typeface="Bell MT" panose="02020503060305020303" pitchFamily="18" charset="0"/>
              </a:rPr>
              <a:t> </a:t>
            </a:r>
            <a:r>
              <a:rPr lang="en-US" dirty="0" err="1">
                <a:solidFill>
                  <a:srgbClr val="FF0000"/>
                </a:solidFill>
                <a:latin typeface="Bell MT" panose="02020503060305020303" pitchFamily="18" charset="0"/>
              </a:rPr>
              <a:t>stmt</a:t>
            </a:r>
            <a:r>
              <a:rPr lang="en-US" dirty="0">
                <a:solidFill>
                  <a:srgbClr val="FF0000"/>
                </a:solidFill>
                <a:latin typeface="Bell MT" panose="02020503060305020303" pitchFamily="18" charset="0"/>
              </a:rPr>
              <a:t> = </a:t>
            </a:r>
            <a:r>
              <a:rPr lang="en-US" dirty="0" err="1">
                <a:solidFill>
                  <a:srgbClr val="FF0000"/>
                </a:solidFill>
                <a:latin typeface="Bell MT" panose="02020503060305020303" pitchFamily="18" charset="0"/>
              </a:rPr>
              <a:t>conn.prepareStatement</a:t>
            </a:r>
            <a:r>
              <a:rPr lang="en-US" dirty="0">
                <a:solidFill>
                  <a:srgbClr val="FF0000"/>
                </a:solidFill>
                <a:latin typeface="Bell MT" panose="02020503060305020303" pitchFamily="18" charset="0"/>
              </a:rPr>
              <a:t>(</a:t>
            </a:r>
            <a:r>
              <a:rPr lang="en-US" dirty="0" err="1">
                <a:solidFill>
                  <a:srgbClr val="FF0000"/>
                </a:solidFill>
                <a:latin typeface="Bell MT" panose="02020503060305020303" pitchFamily="18" charset="0"/>
              </a:rPr>
              <a:t>sql</a:t>
            </a:r>
            <a:r>
              <a:rPr lang="en-US" dirty="0">
                <a:solidFill>
                  <a:srgbClr val="FF0000"/>
                </a:solidFill>
                <a:latin typeface="Bell MT" panose="02020503060305020303" pitchFamily="18" charset="0"/>
              </a:rPr>
              <a:t>);</a:t>
            </a:r>
          </a:p>
          <a:p>
            <a:pPr marL="0" lvl="1" indent="0">
              <a:buNone/>
            </a:pPr>
            <a:r>
              <a:rPr lang="en-US" dirty="0" err="1">
                <a:solidFill>
                  <a:srgbClr val="FF0000"/>
                </a:solidFill>
                <a:latin typeface="Bell MT" panose="02020503060305020303" pitchFamily="18" charset="0"/>
              </a:rPr>
              <a:t>stmt.setString</a:t>
            </a:r>
            <a:r>
              <a:rPr lang="en-US" dirty="0">
                <a:solidFill>
                  <a:srgbClr val="FF0000"/>
                </a:solidFill>
                <a:latin typeface="Bell MT" panose="02020503060305020303" pitchFamily="18" charset="0"/>
              </a:rPr>
              <a:t>(1, username);</a:t>
            </a:r>
          </a:p>
          <a:p>
            <a:pPr marL="0" lvl="1" indent="0">
              <a:buNone/>
            </a:pPr>
            <a:r>
              <a:rPr lang="en-US" dirty="0" err="1">
                <a:solidFill>
                  <a:srgbClr val="FF0000"/>
                </a:solidFill>
                <a:latin typeface="Bell MT" panose="02020503060305020303" pitchFamily="18" charset="0"/>
              </a:rPr>
              <a:t>stmt.setString</a:t>
            </a:r>
            <a:r>
              <a:rPr lang="en-US" dirty="0">
                <a:solidFill>
                  <a:srgbClr val="FF0000"/>
                </a:solidFill>
                <a:latin typeface="Bell MT" panose="02020503060305020303" pitchFamily="18" charset="0"/>
              </a:rPr>
              <a:t>(2, password);</a:t>
            </a:r>
          </a:p>
          <a:p>
            <a:pPr marL="0" lvl="1" indent="0">
              <a:buNone/>
            </a:pPr>
            <a:r>
              <a:rPr lang="en-US" dirty="0" err="1">
                <a:solidFill>
                  <a:srgbClr val="FF0000"/>
                </a:solidFill>
                <a:latin typeface="Bell MT" panose="02020503060305020303" pitchFamily="18" charset="0"/>
              </a:rPr>
              <a:t>ResultSet</a:t>
            </a:r>
            <a:r>
              <a:rPr lang="en-US" dirty="0">
                <a:solidFill>
                  <a:srgbClr val="FF0000"/>
                </a:solidFill>
                <a:latin typeface="Bell MT" panose="02020503060305020303" pitchFamily="18" charset="0"/>
              </a:rPr>
              <a:t> </a:t>
            </a:r>
            <a:r>
              <a:rPr lang="en-US" dirty="0" err="1">
                <a:solidFill>
                  <a:srgbClr val="FF0000"/>
                </a:solidFill>
                <a:latin typeface="Bell MT" panose="02020503060305020303" pitchFamily="18" charset="0"/>
              </a:rPr>
              <a:t>rs</a:t>
            </a:r>
            <a:r>
              <a:rPr lang="en-US" dirty="0">
                <a:solidFill>
                  <a:srgbClr val="FF0000"/>
                </a:solidFill>
                <a:latin typeface="Bell MT" panose="02020503060305020303" pitchFamily="18" charset="0"/>
              </a:rPr>
              <a:t> = </a:t>
            </a:r>
            <a:r>
              <a:rPr lang="en-US" dirty="0" err="1">
                <a:solidFill>
                  <a:srgbClr val="FF0000"/>
                </a:solidFill>
                <a:latin typeface="Bell MT" panose="02020503060305020303" pitchFamily="18" charset="0"/>
              </a:rPr>
              <a:t>stmt.executeQuery</a:t>
            </a:r>
            <a:r>
              <a:rPr lang="en-US" dirty="0">
                <a:solidFill>
                  <a:srgbClr val="FF0000"/>
                </a:solidFill>
                <a:latin typeface="Bell MT" panose="02020503060305020303" pitchFamily="18" charset="0"/>
              </a:rPr>
              <a:t>();</a:t>
            </a:r>
          </a:p>
          <a:p>
            <a:pPr marL="0" indent="0">
              <a:spcBef>
                <a:spcPts val="1200"/>
              </a:spcBef>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Điểm an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toàn</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627063" lvl="1">
              <a:spcBef>
                <a:spcPts val="1200"/>
              </a:spcBef>
            </a:pP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ùng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PreparedStatement</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 với tham số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 nghĩa là câu lệnh SQL sẽ được biên dịch trước, sau đó mới gán giá trị biến (username, password).</a:t>
            </a:r>
          </a:p>
          <a:p>
            <a:pPr marL="627063" lvl="1">
              <a:spcBef>
                <a:spcPts val="1200"/>
              </a:spcBef>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Cách này giúp ngăn ngừa SQL Injection vì dữ liệu người dùng nhập vào sẽ được coi như tham số, không phải một phần của câu lệnh SQL.</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170869277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83114"/>
            <a:ext cx="10242645" cy="528851"/>
          </a:xfrm>
        </p:spPr>
        <p:txBody>
          <a:bodyPr/>
          <a:lstStyle/>
          <a:p>
            <a:r>
              <a:rPr lang="en-US" sz="2800" b="1" dirty="0" smtClean="0">
                <a:solidFill>
                  <a:srgbClr val="0000CC"/>
                </a:solidFill>
                <a:latin typeface="Rockwell" panose="02060603020205020403" pitchFamily="18" charset="0"/>
              </a:rPr>
              <a:t>4.7.</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ảo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mật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dưới</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góc</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độ</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lập</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trình</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93853"/>
            <a:ext cx="10461010" cy="4382729"/>
          </a:xfrm>
        </p:spPr>
        <p:txBody>
          <a:bodyPr/>
          <a:lstStyle/>
          <a:p>
            <a:pPr marL="0" indent="0">
              <a:buNone/>
            </a:pP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Mã hóa dữ liệu nhạy cảm</a:t>
            </a:r>
          </a:p>
          <a:p>
            <a:pPr marL="573088"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Không lưu mật khẩu ở dạng plain text.</a:t>
            </a:r>
          </a:p>
          <a:p>
            <a:pPr marL="573088"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Dùng hash + salt (SHA-256, bcrypt, Argon2).</a:t>
            </a:r>
          </a:p>
          <a:p>
            <a:pPr marL="573088"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Với dữ liệu quan trọng (số thẻ tín dụng, CMND) → dùng AES-256.</a:t>
            </a:r>
          </a:p>
          <a:p>
            <a:pPr marL="573088" lvl="1"/>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buNone/>
            </a:pP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Nguyên tắc phân quyền trong lập trình</a:t>
            </a:r>
          </a:p>
          <a:p>
            <a:pPr marL="573088"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Chỉ cấp quyền SELECT, INSERT, UPDATE cần thiết cho từng ứng dụng.</a:t>
            </a:r>
          </a:p>
          <a:p>
            <a:pPr marL="573088"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Không cho ứng dụng quyền DBA hoặc DROP TABLE.</a:t>
            </a:r>
          </a:p>
          <a:p>
            <a:pPr marL="573088"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Dùng nhiều tài khoản DB khác nhau cho các mục đích khác nhau.</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192074453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83114"/>
            <a:ext cx="10242645" cy="528851"/>
          </a:xfrm>
        </p:spPr>
        <p:txBody>
          <a:bodyPr/>
          <a:lstStyle/>
          <a:p>
            <a:r>
              <a:rPr lang="en-US" sz="2800" b="1" dirty="0" smtClean="0">
                <a:solidFill>
                  <a:srgbClr val="0000CC"/>
                </a:solidFill>
                <a:latin typeface="Rockwell" panose="02060603020205020403" pitchFamily="18" charset="0"/>
              </a:rPr>
              <a:t>4.7.</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ảo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mật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dưới</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góc</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độ</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lập</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trình</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93853"/>
            <a:ext cx="10461010" cy="4382729"/>
          </a:xfrm>
        </p:spPr>
        <p:txBody>
          <a:bodyPr/>
          <a:lstStyle/>
          <a:p>
            <a:pPr marL="0" indent="0">
              <a:buNone/>
            </a:pP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d</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Validation &amp; Sanitization dữ liệu đầu vào</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Luôn kiểm tra dữ liệu đầu vào từ form/web API.</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Chỉ chấp nhận dữ liệu hợp lệ (whitelist), thay vì chỉ chặn (blacklist).</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kiểm tra email bằng regex, giới hạn độ dài chuỗi.</a:t>
            </a:r>
          </a:p>
          <a:p>
            <a:pPr marL="0" indent="0">
              <a:buNone/>
            </a:pP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e</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Logging &amp; Audit trong ứng dụng</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Ghi lại các hoạt động quan trọng (đăng nhập, thay đổi dữ liệu, quyền truy cập).</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Không ghi log dữ liệu nhạy cảm (mật khẩu, số thẻ tín dụng).</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Tích hợp với SIEM để phát hiện hành vi bất thường.</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24513091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83114"/>
            <a:ext cx="10242645" cy="528851"/>
          </a:xfrm>
        </p:spPr>
        <p:txBody>
          <a:bodyPr/>
          <a:lstStyle/>
          <a:p>
            <a:r>
              <a:rPr lang="en-US" sz="2800" b="1" dirty="0" smtClean="0">
                <a:solidFill>
                  <a:srgbClr val="0000CC"/>
                </a:solidFill>
                <a:latin typeface="Rockwell" panose="02060603020205020403" pitchFamily="18" charset="0"/>
              </a:rPr>
              <a:t>4.7.</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ảo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mật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dưới</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góc</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độ</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lập</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trình</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93853"/>
            <a:ext cx="10461010" cy="4382729"/>
          </a:xfrm>
        </p:spPr>
        <p:txBody>
          <a:bodyPr/>
          <a:lstStyle/>
          <a:p>
            <a:pPr marL="0" indent="0">
              <a:buNone/>
            </a:pP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f</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Bảo vệ API kết nối CSDL</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Dùng token-based authentication (JWT, OAuth2).</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Giới hạn rate-limit để tránh tấn công brute-force.</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Luôn dùng HTTPS/TLS khi truyền dữ liệu.</a:t>
            </a:r>
          </a:p>
          <a:p>
            <a:pPr marL="0" indent="0">
              <a:buNone/>
            </a:pPr>
            <a:endPar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Kết luận</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Ở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góc độ lập trình, bảo vệ CSDL tập trung vào:</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Truy vấn an toàn (Prepared Statements</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Mã hóa &amp; hash dữ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liệu</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Phân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quyền hợp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lý</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Kiểm soát dữ liệu đầu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vào</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Logging &amp;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Audit</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API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an toàn.</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284450507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7" y="532737"/>
            <a:ext cx="10242645" cy="528851"/>
          </a:xfrm>
        </p:spPr>
        <p:txBody>
          <a:bodyPr/>
          <a:lstStyle/>
          <a:p>
            <a:r>
              <a:rPr lang="en-US" sz="2800" b="1" dirty="0" smtClean="0">
                <a:solidFill>
                  <a:srgbClr val="0000CC"/>
                </a:solidFill>
                <a:latin typeface="Rockwell" panose="02060603020205020403" pitchFamily="18" charset="0"/>
              </a:rPr>
              <a:t>4.7.</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ảo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mật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dưới</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góc</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độ</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lập</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trình</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1061588"/>
            <a:ext cx="10242645" cy="4382729"/>
          </a:xfrm>
        </p:spPr>
        <p:txBody>
          <a:bodyPr/>
          <a:lstStyle/>
          <a:p>
            <a:pPr marL="0" indent="0">
              <a:buNone/>
            </a:pP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Thảo</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về</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kẻ</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hở</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an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toàn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đoạn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code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trên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lvl="1" indent="0">
              <a:buNone/>
            </a:pPr>
            <a:r>
              <a:rPr lang="en-US" dirty="0">
                <a:solidFill>
                  <a:srgbClr val="FF0000"/>
                </a:solidFill>
                <a:latin typeface="Bell MT" panose="02020503060305020303" pitchFamily="18" charset="0"/>
              </a:rPr>
              <a:t>String </a:t>
            </a:r>
            <a:r>
              <a:rPr lang="en-US" dirty="0" err="1">
                <a:solidFill>
                  <a:srgbClr val="FF0000"/>
                </a:solidFill>
                <a:latin typeface="Bell MT" panose="02020503060305020303" pitchFamily="18" charset="0"/>
              </a:rPr>
              <a:t>sql</a:t>
            </a:r>
            <a:r>
              <a:rPr lang="en-US" dirty="0">
                <a:solidFill>
                  <a:srgbClr val="FF0000"/>
                </a:solidFill>
                <a:latin typeface="Bell MT" panose="02020503060305020303" pitchFamily="18" charset="0"/>
              </a:rPr>
              <a:t> = "SELECT * FROM users WHERE username = ? AND password = ?";</a:t>
            </a:r>
          </a:p>
          <a:p>
            <a:pPr marL="0" lvl="1" indent="0">
              <a:buNone/>
            </a:pPr>
            <a:r>
              <a:rPr lang="en-US" dirty="0" err="1">
                <a:solidFill>
                  <a:srgbClr val="FF0000"/>
                </a:solidFill>
                <a:latin typeface="Bell MT" panose="02020503060305020303" pitchFamily="18" charset="0"/>
              </a:rPr>
              <a:t>PreparedStatement</a:t>
            </a:r>
            <a:r>
              <a:rPr lang="en-US" dirty="0">
                <a:solidFill>
                  <a:srgbClr val="FF0000"/>
                </a:solidFill>
                <a:latin typeface="Bell MT" panose="02020503060305020303" pitchFamily="18" charset="0"/>
              </a:rPr>
              <a:t> </a:t>
            </a:r>
            <a:r>
              <a:rPr lang="en-US" dirty="0" err="1">
                <a:solidFill>
                  <a:srgbClr val="FF0000"/>
                </a:solidFill>
                <a:latin typeface="Bell MT" panose="02020503060305020303" pitchFamily="18" charset="0"/>
              </a:rPr>
              <a:t>stmt</a:t>
            </a:r>
            <a:r>
              <a:rPr lang="en-US" dirty="0">
                <a:solidFill>
                  <a:srgbClr val="FF0000"/>
                </a:solidFill>
                <a:latin typeface="Bell MT" panose="02020503060305020303" pitchFamily="18" charset="0"/>
              </a:rPr>
              <a:t> = </a:t>
            </a:r>
            <a:r>
              <a:rPr lang="en-US" dirty="0" err="1">
                <a:solidFill>
                  <a:srgbClr val="FF0000"/>
                </a:solidFill>
                <a:latin typeface="Bell MT" panose="02020503060305020303" pitchFamily="18" charset="0"/>
              </a:rPr>
              <a:t>conn.prepareStatement</a:t>
            </a:r>
            <a:r>
              <a:rPr lang="en-US" dirty="0">
                <a:solidFill>
                  <a:srgbClr val="FF0000"/>
                </a:solidFill>
                <a:latin typeface="Bell MT" panose="02020503060305020303" pitchFamily="18" charset="0"/>
              </a:rPr>
              <a:t>(</a:t>
            </a:r>
            <a:r>
              <a:rPr lang="en-US" dirty="0" err="1">
                <a:solidFill>
                  <a:srgbClr val="FF0000"/>
                </a:solidFill>
                <a:latin typeface="Bell MT" panose="02020503060305020303" pitchFamily="18" charset="0"/>
              </a:rPr>
              <a:t>sql</a:t>
            </a:r>
            <a:r>
              <a:rPr lang="en-US" dirty="0">
                <a:solidFill>
                  <a:srgbClr val="FF0000"/>
                </a:solidFill>
                <a:latin typeface="Bell MT" panose="02020503060305020303" pitchFamily="18" charset="0"/>
              </a:rPr>
              <a:t>);</a:t>
            </a:r>
          </a:p>
          <a:p>
            <a:pPr marL="0" lvl="1" indent="0">
              <a:buNone/>
            </a:pPr>
            <a:r>
              <a:rPr lang="en-US" dirty="0" err="1">
                <a:solidFill>
                  <a:srgbClr val="FF0000"/>
                </a:solidFill>
                <a:latin typeface="Bell MT" panose="02020503060305020303" pitchFamily="18" charset="0"/>
              </a:rPr>
              <a:t>stmt.setString</a:t>
            </a:r>
            <a:r>
              <a:rPr lang="en-US" dirty="0">
                <a:solidFill>
                  <a:srgbClr val="FF0000"/>
                </a:solidFill>
                <a:latin typeface="Bell MT" panose="02020503060305020303" pitchFamily="18" charset="0"/>
              </a:rPr>
              <a:t>(1, username);</a:t>
            </a:r>
          </a:p>
          <a:p>
            <a:pPr marL="0" lvl="1" indent="0">
              <a:buNone/>
            </a:pPr>
            <a:r>
              <a:rPr lang="en-US" dirty="0" err="1">
                <a:solidFill>
                  <a:srgbClr val="FF0000"/>
                </a:solidFill>
                <a:latin typeface="Bell MT" panose="02020503060305020303" pitchFamily="18" charset="0"/>
              </a:rPr>
              <a:t>stmt.setString</a:t>
            </a:r>
            <a:r>
              <a:rPr lang="en-US" dirty="0">
                <a:solidFill>
                  <a:srgbClr val="FF0000"/>
                </a:solidFill>
                <a:latin typeface="Bell MT" panose="02020503060305020303" pitchFamily="18" charset="0"/>
              </a:rPr>
              <a:t>(2, password);</a:t>
            </a:r>
          </a:p>
          <a:p>
            <a:pPr marL="0" lvl="1" indent="0">
              <a:buNone/>
            </a:pPr>
            <a:r>
              <a:rPr lang="en-US" dirty="0" err="1">
                <a:solidFill>
                  <a:srgbClr val="FF0000"/>
                </a:solidFill>
                <a:latin typeface="Bell MT" panose="02020503060305020303" pitchFamily="18" charset="0"/>
              </a:rPr>
              <a:t>ResultSet</a:t>
            </a:r>
            <a:r>
              <a:rPr lang="en-US" dirty="0">
                <a:solidFill>
                  <a:srgbClr val="FF0000"/>
                </a:solidFill>
                <a:latin typeface="Bell MT" panose="02020503060305020303" pitchFamily="18" charset="0"/>
              </a:rPr>
              <a:t> </a:t>
            </a:r>
            <a:r>
              <a:rPr lang="en-US" dirty="0" err="1">
                <a:solidFill>
                  <a:srgbClr val="FF0000"/>
                </a:solidFill>
                <a:latin typeface="Bell MT" panose="02020503060305020303" pitchFamily="18" charset="0"/>
              </a:rPr>
              <a:t>rs</a:t>
            </a:r>
            <a:r>
              <a:rPr lang="en-US" dirty="0">
                <a:solidFill>
                  <a:srgbClr val="FF0000"/>
                </a:solidFill>
                <a:latin typeface="Bell MT" panose="02020503060305020303" pitchFamily="18" charset="0"/>
              </a:rPr>
              <a:t> = </a:t>
            </a:r>
            <a:r>
              <a:rPr lang="en-US" dirty="0" err="1">
                <a:solidFill>
                  <a:srgbClr val="FF0000"/>
                </a:solidFill>
                <a:latin typeface="Bell MT" panose="02020503060305020303" pitchFamily="18" charset="0"/>
              </a:rPr>
              <a:t>stmt.executeQuery</a:t>
            </a:r>
            <a:r>
              <a:rPr lang="en-US" dirty="0">
                <a:solidFill>
                  <a:srgbClr val="FF0000"/>
                </a:solidFill>
                <a:latin typeface="Bell MT" panose="02020503060305020303" pitchFamily="18" charset="0"/>
              </a:rPr>
              <a:t>();</a:t>
            </a:r>
          </a:p>
          <a:p>
            <a:pPr marL="0" indent="0">
              <a:buNone/>
            </a:pP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1.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Lưu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mật khẩu dạng clear-text (hoặc so sánh trực tiếp)</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Đoạn code so sánh trực tiếp mật khẩu từ input với dữ liệu trong DB.</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Nếu CSDL lưu mật khẩu ở dạng plain text → cực kỳ nguy hiểm.</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Giải pháp: phải hash + salt mật khẩu (ví dụ dùng bcrypt, Argon2). Khi người dùng đăng nhập, hash mật khẩu nhập vào và so sánh với giá trị hash lưu trong DB.</a:t>
            </a:r>
          </a:p>
          <a:p>
            <a:pPr marL="0" indent="0">
              <a:buNone/>
            </a:pP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337527364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7" y="532737"/>
            <a:ext cx="10242645" cy="528851"/>
          </a:xfrm>
        </p:spPr>
        <p:txBody>
          <a:bodyPr/>
          <a:lstStyle/>
          <a:p>
            <a:r>
              <a:rPr lang="en-US" sz="2800" b="1" dirty="0" smtClean="0">
                <a:solidFill>
                  <a:srgbClr val="0000CC"/>
                </a:solidFill>
                <a:latin typeface="Rockwell" panose="02060603020205020403" pitchFamily="18" charset="0"/>
              </a:rPr>
              <a:t>4.7.</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ảo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mật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dưới</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góc</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độ</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lập</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trình</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1061588"/>
            <a:ext cx="10242645" cy="4382729"/>
          </a:xfrm>
        </p:spPr>
        <p:txBody>
          <a:bodyPr/>
          <a:lstStyle/>
          <a:p>
            <a:pPr marL="0" indent="0">
              <a:buNone/>
            </a:pP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Thảo</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về</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kẻ</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hở</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an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toàn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đoạn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code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trên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lvl="1" indent="0">
              <a:buNone/>
            </a:pPr>
            <a:r>
              <a:rPr lang="en-US" dirty="0">
                <a:solidFill>
                  <a:srgbClr val="FF0000"/>
                </a:solidFill>
                <a:latin typeface="Bell MT" panose="02020503060305020303" pitchFamily="18" charset="0"/>
              </a:rPr>
              <a:t>String </a:t>
            </a:r>
            <a:r>
              <a:rPr lang="en-US" dirty="0" err="1">
                <a:solidFill>
                  <a:srgbClr val="FF0000"/>
                </a:solidFill>
                <a:latin typeface="Bell MT" panose="02020503060305020303" pitchFamily="18" charset="0"/>
              </a:rPr>
              <a:t>sql</a:t>
            </a:r>
            <a:r>
              <a:rPr lang="en-US" dirty="0">
                <a:solidFill>
                  <a:srgbClr val="FF0000"/>
                </a:solidFill>
                <a:latin typeface="Bell MT" panose="02020503060305020303" pitchFamily="18" charset="0"/>
              </a:rPr>
              <a:t> = "SELECT * FROM users WHERE username = ? AND password = ?";</a:t>
            </a:r>
          </a:p>
          <a:p>
            <a:pPr marL="0" lvl="1" indent="0">
              <a:buNone/>
            </a:pPr>
            <a:r>
              <a:rPr lang="en-US" dirty="0" err="1">
                <a:solidFill>
                  <a:srgbClr val="FF0000"/>
                </a:solidFill>
                <a:latin typeface="Bell MT" panose="02020503060305020303" pitchFamily="18" charset="0"/>
              </a:rPr>
              <a:t>PreparedStatement</a:t>
            </a:r>
            <a:r>
              <a:rPr lang="en-US" dirty="0">
                <a:solidFill>
                  <a:srgbClr val="FF0000"/>
                </a:solidFill>
                <a:latin typeface="Bell MT" panose="02020503060305020303" pitchFamily="18" charset="0"/>
              </a:rPr>
              <a:t> </a:t>
            </a:r>
            <a:r>
              <a:rPr lang="en-US" dirty="0" err="1">
                <a:solidFill>
                  <a:srgbClr val="FF0000"/>
                </a:solidFill>
                <a:latin typeface="Bell MT" panose="02020503060305020303" pitchFamily="18" charset="0"/>
              </a:rPr>
              <a:t>stmt</a:t>
            </a:r>
            <a:r>
              <a:rPr lang="en-US" dirty="0">
                <a:solidFill>
                  <a:srgbClr val="FF0000"/>
                </a:solidFill>
                <a:latin typeface="Bell MT" panose="02020503060305020303" pitchFamily="18" charset="0"/>
              </a:rPr>
              <a:t> = </a:t>
            </a:r>
            <a:r>
              <a:rPr lang="en-US" dirty="0" err="1">
                <a:solidFill>
                  <a:srgbClr val="FF0000"/>
                </a:solidFill>
                <a:latin typeface="Bell MT" panose="02020503060305020303" pitchFamily="18" charset="0"/>
              </a:rPr>
              <a:t>conn.prepareStatement</a:t>
            </a:r>
            <a:r>
              <a:rPr lang="en-US" dirty="0">
                <a:solidFill>
                  <a:srgbClr val="FF0000"/>
                </a:solidFill>
                <a:latin typeface="Bell MT" panose="02020503060305020303" pitchFamily="18" charset="0"/>
              </a:rPr>
              <a:t>(</a:t>
            </a:r>
            <a:r>
              <a:rPr lang="en-US" dirty="0" err="1">
                <a:solidFill>
                  <a:srgbClr val="FF0000"/>
                </a:solidFill>
                <a:latin typeface="Bell MT" panose="02020503060305020303" pitchFamily="18" charset="0"/>
              </a:rPr>
              <a:t>sql</a:t>
            </a:r>
            <a:r>
              <a:rPr lang="en-US" dirty="0">
                <a:solidFill>
                  <a:srgbClr val="FF0000"/>
                </a:solidFill>
                <a:latin typeface="Bell MT" panose="02020503060305020303" pitchFamily="18" charset="0"/>
              </a:rPr>
              <a:t>);</a:t>
            </a:r>
          </a:p>
          <a:p>
            <a:pPr marL="0" lvl="1" indent="0">
              <a:buNone/>
            </a:pPr>
            <a:r>
              <a:rPr lang="en-US" dirty="0" err="1">
                <a:solidFill>
                  <a:srgbClr val="FF0000"/>
                </a:solidFill>
                <a:latin typeface="Bell MT" panose="02020503060305020303" pitchFamily="18" charset="0"/>
              </a:rPr>
              <a:t>stmt.setString</a:t>
            </a:r>
            <a:r>
              <a:rPr lang="en-US" dirty="0">
                <a:solidFill>
                  <a:srgbClr val="FF0000"/>
                </a:solidFill>
                <a:latin typeface="Bell MT" panose="02020503060305020303" pitchFamily="18" charset="0"/>
              </a:rPr>
              <a:t>(1, username);</a:t>
            </a:r>
          </a:p>
          <a:p>
            <a:pPr marL="0" lvl="1" indent="0">
              <a:buNone/>
            </a:pPr>
            <a:r>
              <a:rPr lang="en-US" dirty="0" err="1">
                <a:solidFill>
                  <a:srgbClr val="FF0000"/>
                </a:solidFill>
                <a:latin typeface="Bell MT" panose="02020503060305020303" pitchFamily="18" charset="0"/>
              </a:rPr>
              <a:t>stmt.setString</a:t>
            </a:r>
            <a:r>
              <a:rPr lang="en-US" dirty="0">
                <a:solidFill>
                  <a:srgbClr val="FF0000"/>
                </a:solidFill>
                <a:latin typeface="Bell MT" panose="02020503060305020303" pitchFamily="18" charset="0"/>
              </a:rPr>
              <a:t>(2, password);</a:t>
            </a:r>
          </a:p>
          <a:p>
            <a:pPr marL="0" lvl="1" indent="0">
              <a:buNone/>
            </a:pPr>
            <a:r>
              <a:rPr lang="en-US" dirty="0" err="1">
                <a:solidFill>
                  <a:srgbClr val="FF0000"/>
                </a:solidFill>
                <a:latin typeface="Bell MT" panose="02020503060305020303" pitchFamily="18" charset="0"/>
              </a:rPr>
              <a:t>ResultSet</a:t>
            </a:r>
            <a:r>
              <a:rPr lang="en-US" dirty="0">
                <a:solidFill>
                  <a:srgbClr val="FF0000"/>
                </a:solidFill>
                <a:latin typeface="Bell MT" panose="02020503060305020303" pitchFamily="18" charset="0"/>
              </a:rPr>
              <a:t> </a:t>
            </a:r>
            <a:r>
              <a:rPr lang="en-US" dirty="0" err="1">
                <a:solidFill>
                  <a:srgbClr val="FF0000"/>
                </a:solidFill>
                <a:latin typeface="Bell MT" panose="02020503060305020303" pitchFamily="18" charset="0"/>
              </a:rPr>
              <a:t>rs</a:t>
            </a:r>
            <a:r>
              <a:rPr lang="en-US" dirty="0">
                <a:solidFill>
                  <a:srgbClr val="FF0000"/>
                </a:solidFill>
                <a:latin typeface="Bell MT" panose="02020503060305020303" pitchFamily="18" charset="0"/>
              </a:rPr>
              <a:t> = </a:t>
            </a:r>
            <a:r>
              <a:rPr lang="en-US" dirty="0" err="1">
                <a:solidFill>
                  <a:srgbClr val="FF0000"/>
                </a:solidFill>
                <a:latin typeface="Bell MT" panose="02020503060305020303" pitchFamily="18" charset="0"/>
              </a:rPr>
              <a:t>stmt.executeQuery</a:t>
            </a:r>
            <a:r>
              <a:rPr lang="en-US" dirty="0">
                <a:solidFill>
                  <a:srgbClr val="FF0000"/>
                </a:solidFill>
                <a:latin typeface="Bell MT" panose="02020503060305020303" pitchFamily="18" charset="0"/>
              </a:rPr>
              <a:t>();</a:t>
            </a:r>
          </a:p>
          <a:p>
            <a:pPr marL="0" indent="0">
              <a:buNone/>
            </a:pP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2</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Trả về toàn bộ thông tin người dùng (SELECT *)</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Truy vấn này lấy tất cả các cột trong bảng users.</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Không an toàn và tốn tài nguyên (có thể lộ thông tin nhạy cảm như email, role, hash mật khẩu).</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Giải pháp: chỉ select những cột cần thiết, ví dụ SELECT id, username FROM users ....</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15468427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7" y="532737"/>
            <a:ext cx="10242645" cy="528851"/>
          </a:xfrm>
        </p:spPr>
        <p:txBody>
          <a:bodyPr/>
          <a:lstStyle/>
          <a:p>
            <a:r>
              <a:rPr lang="en-US" sz="2800" b="1" dirty="0" smtClean="0">
                <a:solidFill>
                  <a:srgbClr val="0000CC"/>
                </a:solidFill>
                <a:latin typeface="Rockwell" panose="02060603020205020403" pitchFamily="18" charset="0"/>
              </a:rPr>
              <a:t>4.7.</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ảo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mật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dưới</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góc</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độ</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lập</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trình</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1061588"/>
            <a:ext cx="10242645" cy="4382729"/>
          </a:xfrm>
        </p:spPr>
        <p:txBody>
          <a:bodyPr/>
          <a:lstStyle/>
          <a:p>
            <a:pPr marL="0" indent="0">
              <a:buNone/>
            </a:pP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Thảo</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về</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kẻ</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hở</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an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toàn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đoạn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code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trên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lvl="1" indent="0">
              <a:buNone/>
            </a:pPr>
            <a:r>
              <a:rPr lang="en-US" dirty="0">
                <a:solidFill>
                  <a:srgbClr val="FF0000"/>
                </a:solidFill>
                <a:latin typeface="Bell MT" panose="02020503060305020303" pitchFamily="18" charset="0"/>
              </a:rPr>
              <a:t>String </a:t>
            </a:r>
            <a:r>
              <a:rPr lang="en-US" dirty="0" err="1">
                <a:solidFill>
                  <a:srgbClr val="FF0000"/>
                </a:solidFill>
                <a:latin typeface="Bell MT" panose="02020503060305020303" pitchFamily="18" charset="0"/>
              </a:rPr>
              <a:t>sql</a:t>
            </a:r>
            <a:r>
              <a:rPr lang="en-US" dirty="0">
                <a:solidFill>
                  <a:srgbClr val="FF0000"/>
                </a:solidFill>
                <a:latin typeface="Bell MT" panose="02020503060305020303" pitchFamily="18" charset="0"/>
              </a:rPr>
              <a:t> = "SELECT * FROM users WHERE username = ? AND password = ?";</a:t>
            </a:r>
          </a:p>
          <a:p>
            <a:pPr marL="0" lvl="1" indent="0">
              <a:buNone/>
            </a:pPr>
            <a:r>
              <a:rPr lang="en-US" dirty="0" err="1">
                <a:solidFill>
                  <a:srgbClr val="FF0000"/>
                </a:solidFill>
                <a:latin typeface="Bell MT" panose="02020503060305020303" pitchFamily="18" charset="0"/>
              </a:rPr>
              <a:t>PreparedStatement</a:t>
            </a:r>
            <a:r>
              <a:rPr lang="en-US" dirty="0">
                <a:solidFill>
                  <a:srgbClr val="FF0000"/>
                </a:solidFill>
                <a:latin typeface="Bell MT" panose="02020503060305020303" pitchFamily="18" charset="0"/>
              </a:rPr>
              <a:t> </a:t>
            </a:r>
            <a:r>
              <a:rPr lang="en-US" dirty="0" err="1">
                <a:solidFill>
                  <a:srgbClr val="FF0000"/>
                </a:solidFill>
                <a:latin typeface="Bell MT" panose="02020503060305020303" pitchFamily="18" charset="0"/>
              </a:rPr>
              <a:t>stmt</a:t>
            </a:r>
            <a:r>
              <a:rPr lang="en-US" dirty="0">
                <a:solidFill>
                  <a:srgbClr val="FF0000"/>
                </a:solidFill>
                <a:latin typeface="Bell MT" panose="02020503060305020303" pitchFamily="18" charset="0"/>
              </a:rPr>
              <a:t> = </a:t>
            </a:r>
            <a:r>
              <a:rPr lang="en-US" dirty="0" err="1">
                <a:solidFill>
                  <a:srgbClr val="FF0000"/>
                </a:solidFill>
                <a:latin typeface="Bell MT" panose="02020503060305020303" pitchFamily="18" charset="0"/>
              </a:rPr>
              <a:t>conn.prepareStatement</a:t>
            </a:r>
            <a:r>
              <a:rPr lang="en-US" dirty="0">
                <a:solidFill>
                  <a:srgbClr val="FF0000"/>
                </a:solidFill>
                <a:latin typeface="Bell MT" panose="02020503060305020303" pitchFamily="18" charset="0"/>
              </a:rPr>
              <a:t>(</a:t>
            </a:r>
            <a:r>
              <a:rPr lang="en-US" dirty="0" err="1">
                <a:solidFill>
                  <a:srgbClr val="FF0000"/>
                </a:solidFill>
                <a:latin typeface="Bell MT" panose="02020503060305020303" pitchFamily="18" charset="0"/>
              </a:rPr>
              <a:t>sql</a:t>
            </a:r>
            <a:r>
              <a:rPr lang="en-US" dirty="0">
                <a:solidFill>
                  <a:srgbClr val="FF0000"/>
                </a:solidFill>
                <a:latin typeface="Bell MT" panose="02020503060305020303" pitchFamily="18" charset="0"/>
              </a:rPr>
              <a:t>);</a:t>
            </a:r>
          </a:p>
          <a:p>
            <a:pPr marL="0" lvl="1" indent="0">
              <a:buNone/>
            </a:pPr>
            <a:r>
              <a:rPr lang="en-US" dirty="0" err="1">
                <a:solidFill>
                  <a:srgbClr val="FF0000"/>
                </a:solidFill>
                <a:latin typeface="Bell MT" panose="02020503060305020303" pitchFamily="18" charset="0"/>
              </a:rPr>
              <a:t>stmt.setString</a:t>
            </a:r>
            <a:r>
              <a:rPr lang="en-US" dirty="0">
                <a:solidFill>
                  <a:srgbClr val="FF0000"/>
                </a:solidFill>
                <a:latin typeface="Bell MT" panose="02020503060305020303" pitchFamily="18" charset="0"/>
              </a:rPr>
              <a:t>(1, username);</a:t>
            </a:r>
          </a:p>
          <a:p>
            <a:pPr marL="0" lvl="1" indent="0">
              <a:buNone/>
            </a:pPr>
            <a:r>
              <a:rPr lang="en-US" dirty="0" err="1">
                <a:solidFill>
                  <a:srgbClr val="FF0000"/>
                </a:solidFill>
                <a:latin typeface="Bell MT" panose="02020503060305020303" pitchFamily="18" charset="0"/>
              </a:rPr>
              <a:t>stmt.setString</a:t>
            </a:r>
            <a:r>
              <a:rPr lang="en-US" dirty="0">
                <a:solidFill>
                  <a:srgbClr val="FF0000"/>
                </a:solidFill>
                <a:latin typeface="Bell MT" panose="02020503060305020303" pitchFamily="18" charset="0"/>
              </a:rPr>
              <a:t>(2, password);</a:t>
            </a:r>
          </a:p>
          <a:p>
            <a:pPr marL="0" lvl="1" indent="0">
              <a:buNone/>
            </a:pPr>
            <a:r>
              <a:rPr lang="en-US" dirty="0" err="1">
                <a:solidFill>
                  <a:srgbClr val="FF0000"/>
                </a:solidFill>
                <a:latin typeface="Bell MT" panose="02020503060305020303" pitchFamily="18" charset="0"/>
              </a:rPr>
              <a:t>ResultSet</a:t>
            </a:r>
            <a:r>
              <a:rPr lang="en-US" dirty="0">
                <a:solidFill>
                  <a:srgbClr val="FF0000"/>
                </a:solidFill>
                <a:latin typeface="Bell MT" panose="02020503060305020303" pitchFamily="18" charset="0"/>
              </a:rPr>
              <a:t> </a:t>
            </a:r>
            <a:r>
              <a:rPr lang="en-US" dirty="0" err="1">
                <a:solidFill>
                  <a:srgbClr val="FF0000"/>
                </a:solidFill>
                <a:latin typeface="Bell MT" panose="02020503060305020303" pitchFamily="18" charset="0"/>
              </a:rPr>
              <a:t>rs</a:t>
            </a:r>
            <a:r>
              <a:rPr lang="en-US" dirty="0">
                <a:solidFill>
                  <a:srgbClr val="FF0000"/>
                </a:solidFill>
                <a:latin typeface="Bell MT" panose="02020503060305020303" pitchFamily="18" charset="0"/>
              </a:rPr>
              <a:t> = </a:t>
            </a:r>
            <a:r>
              <a:rPr lang="en-US" dirty="0" err="1">
                <a:solidFill>
                  <a:srgbClr val="FF0000"/>
                </a:solidFill>
                <a:latin typeface="Bell MT" panose="02020503060305020303" pitchFamily="18" charset="0"/>
              </a:rPr>
              <a:t>stmt.executeQuery</a:t>
            </a:r>
            <a:r>
              <a:rPr lang="en-US" dirty="0">
                <a:solidFill>
                  <a:srgbClr val="FF0000"/>
                </a:solidFill>
                <a:latin typeface="Bell MT" panose="02020503060305020303" pitchFamily="18" charset="0"/>
              </a:rPr>
              <a:t>();</a:t>
            </a:r>
          </a:p>
          <a:p>
            <a:pPr marL="0" indent="0">
              <a:buNone/>
            </a:pP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3.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Không có kiểm soát số lần đăng nhập sai (Brute-force attack)</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Đoạn code này không có cơ chế chống brute-force.</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Hacker có thể thử hàng nghìn mật khẩu đến khi đúng.</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Giải pháp: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iới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hạn số lần login sai, lock account tạm thời, hoặc CAPTCHA.</a:t>
            </a:r>
          </a:p>
          <a:p>
            <a:pPr marL="0" indent="0">
              <a:buNone/>
            </a:pP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394358270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7" y="532737"/>
            <a:ext cx="10242645" cy="528851"/>
          </a:xfrm>
        </p:spPr>
        <p:txBody>
          <a:bodyPr/>
          <a:lstStyle/>
          <a:p>
            <a:r>
              <a:rPr lang="en-US" sz="2800" b="1" dirty="0" smtClean="0">
                <a:solidFill>
                  <a:srgbClr val="0000CC"/>
                </a:solidFill>
                <a:latin typeface="Rockwell" panose="02060603020205020403" pitchFamily="18" charset="0"/>
              </a:rPr>
              <a:t>4.7.</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ảo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mật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dưới</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góc</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độ</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lập</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trình</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1061588"/>
            <a:ext cx="10242645" cy="4382729"/>
          </a:xfrm>
        </p:spPr>
        <p:txBody>
          <a:bodyPr/>
          <a:lstStyle/>
          <a:p>
            <a:pPr marL="0" indent="0">
              <a:buNone/>
            </a:pP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Thảo</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về</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kẻ</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hở</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an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toàn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đoạn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code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trên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lvl="1" indent="0">
              <a:buNone/>
            </a:pPr>
            <a:r>
              <a:rPr lang="en-US" dirty="0">
                <a:solidFill>
                  <a:srgbClr val="FF0000"/>
                </a:solidFill>
                <a:latin typeface="Bell MT" panose="02020503060305020303" pitchFamily="18" charset="0"/>
              </a:rPr>
              <a:t>String </a:t>
            </a:r>
            <a:r>
              <a:rPr lang="en-US" dirty="0" err="1">
                <a:solidFill>
                  <a:srgbClr val="FF0000"/>
                </a:solidFill>
                <a:latin typeface="Bell MT" panose="02020503060305020303" pitchFamily="18" charset="0"/>
              </a:rPr>
              <a:t>sql</a:t>
            </a:r>
            <a:r>
              <a:rPr lang="en-US" dirty="0">
                <a:solidFill>
                  <a:srgbClr val="FF0000"/>
                </a:solidFill>
                <a:latin typeface="Bell MT" panose="02020503060305020303" pitchFamily="18" charset="0"/>
              </a:rPr>
              <a:t> = "SELECT * FROM users WHERE username = ? AND password = ?";</a:t>
            </a:r>
          </a:p>
          <a:p>
            <a:pPr marL="0" lvl="1" indent="0">
              <a:buNone/>
            </a:pPr>
            <a:r>
              <a:rPr lang="en-US" dirty="0" err="1">
                <a:solidFill>
                  <a:srgbClr val="FF0000"/>
                </a:solidFill>
                <a:latin typeface="Bell MT" panose="02020503060305020303" pitchFamily="18" charset="0"/>
              </a:rPr>
              <a:t>PreparedStatement</a:t>
            </a:r>
            <a:r>
              <a:rPr lang="en-US" dirty="0">
                <a:solidFill>
                  <a:srgbClr val="FF0000"/>
                </a:solidFill>
                <a:latin typeface="Bell MT" panose="02020503060305020303" pitchFamily="18" charset="0"/>
              </a:rPr>
              <a:t> </a:t>
            </a:r>
            <a:r>
              <a:rPr lang="en-US" dirty="0" err="1">
                <a:solidFill>
                  <a:srgbClr val="FF0000"/>
                </a:solidFill>
                <a:latin typeface="Bell MT" panose="02020503060305020303" pitchFamily="18" charset="0"/>
              </a:rPr>
              <a:t>stmt</a:t>
            </a:r>
            <a:r>
              <a:rPr lang="en-US" dirty="0">
                <a:solidFill>
                  <a:srgbClr val="FF0000"/>
                </a:solidFill>
                <a:latin typeface="Bell MT" panose="02020503060305020303" pitchFamily="18" charset="0"/>
              </a:rPr>
              <a:t> = </a:t>
            </a:r>
            <a:r>
              <a:rPr lang="en-US" dirty="0" err="1">
                <a:solidFill>
                  <a:srgbClr val="FF0000"/>
                </a:solidFill>
                <a:latin typeface="Bell MT" panose="02020503060305020303" pitchFamily="18" charset="0"/>
              </a:rPr>
              <a:t>conn.prepareStatement</a:t>
            </a:r>
            <a:r>
              <a:rPr lang="en-US" dirty="0">
                <a:solidFill>
                  <a:srgbClr val="FF0000"/>
                </a:solidFill>
                <a:latin typeface="Bell MT" panose="02020503060305020303" pitchFamily="18" charset="0"/>
              </a:rPr>
              <a:t>(</a:t>
            </a:r>
            <a:r>
              <a:rPr lang="en-US" dirty="0" err="1">
                <a:solidFill>
                  <a:srgbClr val="FF0000"/>
                </a:solidFill>
                <a:latin typeface="Bell MT" panose="02020503060305020303" pitchFamily="18" charset="0"/>
              </a:rPr>
              <a:t>sql</a:t>
            </a:r>
            <a:r>
              <a:rPr lang="en-US" dirty="0">
                <a:solidFill>
                  <a:srgbClr val="FF0000"/>
                </a:solidFill>
                <a:latin typeface="Bell MT" panose="02020503060305020303" pitchFamily="18" charset="0"/>
              </a:rPr>
              <a:t>);</a:t>
            </a:r>
          </a:p>
          <a:p>
            <a:pPr marL="0" lvl="1" indent="0">
              <a:buNone/>
            </a:pPr>
            <a:r>
              <a:rPr lang="en-US" dirty="0" err="1">
                <a:solidFill>
                  <a:srgbClr val="FF0000"/>
                </a:solidFill>
                <a:latin typeface="Bell MT" panose="02020503060305020303" pitchFamily="18" charset="0"/>
              </a:rPr>
              <a:t>stmt.setString</a:t>
            </a:r>
            <a:r>
              <a:rPr lang="en-US" dirty="0">
                <a:solidFill>
                  <a:srgbClr val="FF0000"/>
                </a:solidFill>
                <a:latin typeface="Bell MT" panose="02020503060305020303" pitchFamily="18" charset="0"/>
              </a:rPr>
              <a:t>(1, username);</a:t>
            </a:r>
          </a:p>
          <a:p>
            <a:pPr marL="0" lvl="1" indent="0">
              <a:buNone/>
            </a:pPr>
            <a:r>
              <a:rPr lang="en-US" dirty="0" err="1">
                <a:solidFill>
                  <a:srgbClr val="FF0000"/>
                </a:solidFill>
                <a:latin typeface="Bell MT" panose="02020503060305020303" pitchFamily="18" charset="0"/>
              </a:rPr>
              <a:t>stmt.setString</a:t>
            </a:r>
            <a:r>
              <a:rPr lang="en-US" dirty="0">
                <a:solidFill>
                  <a:srgbClr val="FF0000"/>
                </a:solidFill>
                <a:latin typeface="Bell MT" panose="02020503060305020303" pitchFamily="18" charset="0"/>
              </a:rPr>
              <a:t>(2, password);</a:t>
            </a:r>
          </a:p>
          <a:p>
            <a:pPr marL="0" lvl="1" indent="0">
              <a:buNone/>
            </a:pPr>
            <a:r>
              <a:rPr lang="en-US" dirty="0" err="1">
                <a:solidFill>
                  <a:srgbClr val="FF0000"/>
                </a:solidFill>
                <a:latin typeface="Bell MT" panose="02020503060305020303" pitchFamily="18" charset="0"/>
              </a:rPr>
              <a:t>ResultSet</a:t>
            </a:r>
            <a:r>
              <a:rPr lang="en-US" dirty="0">
                <a:solidFill>
                  <a:srgbClr val="FF0000"/>
                </a:solidFill>
                <a:latin typeface="Bell MT" panose="02020503060305020303" pitchFamily="18" charset="0"/>
              </a:rPr>
              <a:t> </a:t>
            </a:r>
            <a:r>
              <a:rPr lang="en-US" dirty="0" err="1">
                <a:solidFill>
                  <a:srgbClr val="FF0000"/>
                </a:solidFill>
                <a:latin typeface="Bell MT" panose="02020503060305020303" pitchFamily="18" charset="0"/>
              </a:rPr>
              <a:t>rs</a:t>
            </a:r>
            <a:r>
              <a:rPr lang="en-US" dirty="0">
                <a:solidFill>
                  <a:srgbClr val="FF0000"/>
                </a:solidFill>
                <a:latin typeface="Bell MT" panose="02020503060305020303" pitchFamily="18" charset="0"/>
              </a:rPr>
              <a:t> = </a:t>
            </a:r>
            <a:r>
              <a:rPr lang="en-US" dirty="0" err="1">
                <a:solidFill>
                  <a:srgbClr val="FF0000"/>
                </a:solidFill>
                <a:latin typeface="Bell MT" panose="02020503060305020303" pitchFamily="18" charset="0"/>
              </a:rPr>
              <a:t>stmt.executeQuery</a:t>
            </a:r>
            <a:r>
              <a:rPr lang="en-US" dirty="0">
                <a:solidFill>
                  <a:srgbClr val="FF0000"/>
                </a:solidFill>
                <a:latin typeface="Bell MT" panose="02020503060305020303" pitchFamily="18" charset="0"/>
              </a:rPr>
              <a:t>();</a:t>
            </a:r>
          </a:p>
          <a:p>
            <a:pPr marL="0" indent="0">
              <a:buNone/>
            </a:pP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buNone/>
            </a:pP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3.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Không có Logging/Auditing</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Mọi lần đăng nhập thành công/thất bại đều không được log lại.</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Khó phát hiện tấn công dò mật khẩu hoặc truy cập trái phép.</a:t>
            </a:r>
          </a:p>
          <a:p>
            <a:pPr marL="0" indent="0">
              <a:buNone/>
            </a:pP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28406102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7" y="532737"/>
            <a:ext cx="10242645" cy="528851"/>
          </a:xfrm>
        </p:spPr>
        <p:txBody>
          <a:bodyPr/>
          <a:lstStyle/>
          <a:p>
            <a:r>
              <a:rPr lang="en-US" sz="2800" b="1" dirty="0" smtClean="0">
                <a:solidFill>
                  <a:srgbClr val="0000CC"/>
                </a:solidFill>
                <a:latin typeface="Rockwell" panose="02060603020205020403" pitchFamily="18" charset="0"/>
              </a:rPr>
              <a:t>4.7.</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ảo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mật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dưới</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góc</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độ</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lập</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trình</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1061588"/>
            <a:ext cx="10242645" cy="4382729"/>
          </a:xfrm>
        </p:spPr>
        <p:txBody>
          <a:bodyPr/>
          <a:lstStyle/>
          <a:p>
            <a:pPr marL="0" indent="0">
              <a:buNone/>
            </a:pP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Thảo</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về</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kẻ</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hở</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an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toàn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đoạn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code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trên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lvl="1" indent="0">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Kết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800100" lvl="2"/>
            <a:r>
              <a:rPr lang="vi-VN"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An toàn với SQL Injection (nhờ PreparedStatement).</a:t>
            </a:r>
          </a:p>
          <a:p>
            <a:pPr marL="800100" lvl="2"/>
            <a:r>
              <a:rPr lang="vi-VN"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Mất an toàn ở mức bảo mật mật khẩu và logic ứng dụng:</a:t>
            </a:r>
          </a:p>
          <a:p>
            <a:pPr marL="1257300" lvl="3"/>
            <a:r>
              <a:rPr lang="vi-VN"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Lưu và so sánh mật khẩu sai cách.</a:t>
            </a:r>
          </a:p>
          <a:p>
            <a:pPr marL="1257300" lvl="3"/>
            <a:r>
              <a:rPr lang="vi-VN"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Lấy dữ liệu thừa (SELECT *).</a:t>
            </a:r>
          </a:p>
          <a:p>
            <a:pPr marL="1257300" lvl="3"/>
            <a:r>
              <a:rPr lang="vi-VN"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Không chống brute-force.</a:t>
            </a:r>
          </a:p>
          <a:p>
            <a:pPr marL="1257300" lvl="3"/>
            <a:r>
              <a:rPr lang="vi-VN"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Không log sự kiện bảo mật.</a:t>
            </a:r>
          </a:p>
          <a:p>
            <a:pPr marL="0" lvl="1" indent="0">
              <a:buNone/>
            </a:pPr>
            <a:endParaRPr lang="vi-VN" dirty="0">
              <a:solidFill>
                <a:srgbClr val="FF00FF"/>
              </a:solidFill>
              <a:latin typeface="Rockwell" panose="02060603020205020403" pitchFamily="18" charset="0"/>
              <a:ea typeface="Segoe UI Emoji" panose="020B0502040204020203" pitchFamily="34" charset="0"/>
              <a:cs typeface="Tahoma" panose="020B0604030504040204" pitchFamily="34" charset="0"/>
            </a:endParaRPr>
          </a:p>
          <a:p>
            <a:pPr marL="0" lvl="1" indent="0" algn="ctr">
              <a:buNone/>
            </a:pPr>
            <a:r>
              <a:rPr lang="en-US" dirty="0" err="1" smtClean="0">
                <a:solidFill>
                  <a:srgbClr val="FF00FF"/>
                </a:solidFill>
                <a:latin typeface="Rockwell" panose="02060603020205020403" pitchFamily="18" charset="0"/>
                <a:ea typeface="Segoe UI Emoji" panose="020B0502040204020203" pitchFamily="34" charset="0"/>
                <a:cs typeface="Tahoma" panose="020B0604030504040204" pitchFamily="34" charset="0"/>
              </a:rPr>
              <a:t>Nhận</a:t>
            </a:r>
            <a:r>
              <a:rPr lang="en-US" dirty="0" smtClean="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FF00FF"/>
                </a:solidFill>
                <a:latin typeface="Rockwell" panose="02060603020205020403" pitchFamily="18" charset="0"/>
                <a:ea typeface="Segoe UI Emoji" panose="020B0502040204020203" pitchFamily="34" charset="0"/>
                <a:cs typeface="Tahoma" panose="020B0604030504040204" pitchFamily="34" charset="0"/>
              </a:rPr>
              <a:t>định</a:t>
            </a:r>
            <a:r>
              <a:rPr lang="vi-VN" dirty="0" smtClean="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FF00FF"/>
                </a:solidFill>
                <a:latin typeface="Rockwell" panose="02060603020205020403" pitchFamily="18" charset="0"/>
                <a:ea typeface="Segoe UI Emoji" panose="020B0502040204020203" pitchFamily="34" charset="0"/>
                <a:cs typeface="Tahoma" panose="020B0604030504040204" pitchFamily="34" charset="0"/>
              </a:rPr>
              <a:t>đoạn code này không đủ an toàn để triển khai thực tế.</a:t>
            </a:r>
            <a:endParaRPr lang="en-US" dirty="0">
              <a:solidFill>
                <a:srgbClr val="FF00FF"/>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207595936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7" y="532737"/>
            <a:ext cx="10242645" cy="528851"/>
          </a:xfrm>
        </p:spPr>
        <p:txBody>
          <a:bodyPr/>
          <a:lstStyle/>
          <a:p>
            <a:r>
              <a:rPr lang="en-US" sz="2800" b="1" dirty="0" smtClean="0">
                <a:solidFill>
                  <a:srgbClr val="0000CC"/>
                </a:solidFill>
                <a:latin typeface="Rockwell" panose="02060603020205020403" pitchFamily="18" charset="0"/>
              </a:rPr>
              <a:t>4.7.</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ảo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mật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dưới</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góc</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độ</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lập</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trình</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1061588"/>
            <a:ext cx="10242645" cy="4382729"/>
          </a:xfrm>
        </p:spPr>
        <p:txBody>
          <a:bodyPr/>
          <a:lstStyle/>
          <a:p>
            <a:pPr marL="0" indent="0">
              <a:buNone/>
            </a:pP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Thảo</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về</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điểm</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an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toàn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đoạn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code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trên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Cơ chế bảo vệ của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PreparedStatement</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 với </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lvl="1" indent="0">
              <a:buNone/>
            </a:pPr>
            <a:r>
              <a:rPr lang="en-US" dirty="0" smtClean="0">
                <a:solidFill>
                  <a:srgbClr val="FF0000"/>
                </a:solidFill>
                <a:latin typeface="Bell MT" panose="02020503060305020303" pitchFamily="18" charset="0"/>
              </a:rPr>
              <a:t>String </a:t>
            </a:r>
            <a:r>
              <a:rPr lang="en-US" dirty="0" err="1">
                <a:solidFill>
                  <a:srgbClr val="FF0000"/>
                </a:solidFill>
                <a:latin typeface="Bell MT" panose="02020503060305020303" pitchFamily="18" charset="0"/>
              </a:rPr>
              <a:t>sql</a:t>
            </a:r>
            <a:r>
              <a:rPr lang="en-US" dirty="0">
                <a:solidFill>
                  <a:srgbClr val="FF0000"/>
                </a:solidFill>
                <a:latin typeface="Bell MT" panose="02020503060305020303" pitchFamily="18" charset="0"/>
              </a:rPr>
              <a:t> = "SELECT * FROM users WHERE username = ? AND password = ?";</a:t>
            </a:r>
          </a:p>
          <a:p>
            <a:pPr marL="0" lvl="1" indent="0">
              <a:buNone/>
            </a:pPr>
            <a:r>
              <a:rPr lang="en-US" dirty="0" err="1">
                <a:solidFill>
                  <a:srgbClr val="FF0000"/>
                </a:solidFill>
                <a:latin typeface="Bell MT" panose="02020503060305020303" pitchFamily="18" charset="0"/>
              </a:rPr>
              <a:t>PreparedStatement</a:t>
            </a:r>
            <a:r>
              <a:rPr lang="en-US" dirty="0">
                <a:solidFill>
                  <a:srgbClr val="FF0000"/>
                </a:solidFill>
                <a:latin typeface="Bell MT" panose="02020503060305020303" pitchFamily="18" charset="0"/>
              </a:rPr>
              <a:t> </a:t>
            </a:r>
            <a:r>
              <a:rPr lang="en-US" dirty="0" err="1">
                <a:solidFill>
                  <a:srgbClr val="FF0000"/>
                </a:solidFill>
                <a:latin typeface="Bell MT" panose="02020503060305020303" pitchFamily="18" charset="0"/>
              </a:rPr>
              <a:t>stmt</a:t>
            </a:r>
            <a:r>
              <a:rPr lang="en-US" dirty="0">
                <a:solidFill>
                  <a:srgbClr val="FF0000"/>
                </a:solidFill>
                <a:latin typeface="Bell MT" panose="02020503060305020303" pitchFamily="18" charset="0"/>
              </a:rPr>
              <a:t> = </a:t>
            </a:r>
            <a:r>
              <a:rPr lang="en-US" dirty="0" err="1">
                <a:solidFill>
                  <a:srgbClr val="FF0000"/>
                </a:solidFill>
                <a:latin typeface="Bell MT" panose="02020503060305020303" pitchFamily="18" charset="0"/>
              </a:rPr>
              <a:t>conn.prepareStatement</a:t>
            </a:r>
            <a:r>
              <a:rPr lang="en-US" dirty="0">
                <a:solidFill>
                  <a:srgbClr val="FF0000"/>
                </a:solidFill>
                <a:latin typeface="Bell MT" panose="02020503060305020303" pitchFamily="18" charset="0"/>
              </a:rPr>
              <a:t>(</a:t>
            </a:r>
            <a:r>
              <a:rPr lang="en-US" dirty="0" err="1">
                <a:solidFill>
                  <a:srgbClr val="FF0000"/>
                </a:solidFill>
                <a:latin typeface="Bell MT" panose="02020503060305020303" pitchFamily="18" charset="0"/>
              </a:rPr>
              <a:t>sql</a:t>
            </a:r>
            <a:r>
              <a:rPr lang="en-US" dirty="0">
                <a:solidFill>
                  <a:srgbClr val="FF0000"/>
                </a:solidFill>
                <a:latin typeface="Bell MT" panose="02020503060305020303" pitchFamily="18" charset="0"/>
              </a:rPr>
              <a:t>);</a:t>
            </a:r>
          </a:p>
          <a:p>
            <a:pPr marL="0" lvl="1" indent="0">
              <a:buNone/>
            </a:pPr>
            <a:r>
              <a:rPr lang="en-US" dirty="0" err="1">
                <a:solidFill>
                  <a:srgbClr val="FF0000"/>
                </a:solidFill>
                <a:latin typeface="Bell MT" panose="02020503060305020303" pitchFamily="18" charset="0"/>
              </a:rPr>
              <a:t>stmt.setString</a:t>
            </a:r>
            <a:r>
              <a:rPr lang="en-US" dirty="0">
                <a:solidFill>
                  <a:srgbClr val="FF0000"/>
                </a:solidFill>
                <a:latin typeface="Bell MT" panose="02020503060305020303" pitchFamily="18" charset="0"/>
              </a:rPr>
              <a:t>(1, username);</a:t>
            </a:r>
          </a:p>
          <a:p>
            <a:pPr marL="0" lvl="1" indent="0">
              <a:buNone/>
            </a:pPr>
            <a:r>
              <a:rPr lang="en-US" dirty="0" err="1">
                <a:solidFill>
                  <a:srgbClr val="FF0000"/>
                </a:solidFill>
                <a:latin typeface="Bell MT" panose="02020503060305020303" pitchFamily="18" charset="0"/>
              </a:rPr>
              <a:t>stmt.setString</a:t>
            </a:r>
            <a:r>
              <a:rPr lang="en-US" dirty="0">
                <a:solidFill>
                  <a:srgbClr val="FF0000"/>
                </a:solidFill>
                <a:latin typeface="Bell MT" panose="02020503060305020303" pitchFamily="18" charset="0"/>
              </a:rPr>
              <a:t>(2, password);</a:t>
            </a:r>
          </a:p>
          <a:p>
            <a:pPr marL="0" lvl="1" indent="0">
              <a:buNone/>
            </a:pPr>
            <a:r>
              <a:rPr lang="en-US" dirty="0" err="1">
                <a:solidFill>
                  <a:srgbClr val="FF0000"/>
                </a:solidFill>
                <a:latin typeface="Bell MT" panose="02020503060305020303" pitchFamily="18" charset="0"/>
              </a:rPr>
              <a:t>ResultSet</a:t>
            </a:r>
            <a:r>
              <a:rPr lang="en-US" dirty="0">
                <a:solidFill>
                  <a:srgbClr val="FF0000"/>
                </a:solidFill>
                <a:latin typeface="Bell MT" panose="02020503060305020303" pitchFamily="18" charset="0"/>
              </a:rPr>
              <a:t> </a:t>
            </a:r>
            <a:r>
              <a:rPr lang="en-US" dirty="0" err="1">
                <a:solidFill>
                  <a:srgbClr val="FF0000"/>
                </a:solidFill>
                <a:latin typeface="Bell MT" panose="02020503060305020303" pitchFamily="18" charset="0"/>
              </a:rPr>
              <a:t>rs</a:t>
            </a:r>
            <a:r>
              <a:rPr lang="en-US" dirty="0">
                <a:solidFill>
                  <a:srgbClr val="FF0000"/>
                </a:solidFill>
                <a:latin typeface="Bell MT" panose="02020503060305020303" pitchFamily="18" charset="0"/>
              </a:rPr>
              <a:t> = </a:t>
            </a:r>
            <a:r>
              <a:rPr lang="en-US" dirty="0" err="1">
                <a:solidFill>
                  <a:srgbClr val="FF0000"/>
                </a:solidFill>
                <a:latin typeface="Bell MT" panose="02020503060305020303" pitchFamily="18" charset="0"/>
              </a:rPr>
              <a:t>stmt.executeQuery</a:t>
            </a:r>
            <a:r>
              <a:rPr lang="en-US" dirty="0">
                <a:solidFill>
                  <a:srgbClr val="FF0000"/>
                </a:solidFill>
                <a:latin typeface="Bell MT" panose="02020503060305020303" pitchFamily="18" charset="0"/>
              </a:rPr>
              <a:t>();</a:t>
            </a:r>
          </a:p>
          <a:p>
            <a:pPr marL="0" indent="0">
              <a:buNone/>
            </a:pP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Tách biệt giữa câu lệnh SQL và dữ liệu đầu vào</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Khi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coder</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viết </a:t>
            </a:r>
            <a:r>
              <a:rPr lang="vi-VN" dirty="0">
                <a:solidFill>
                  <a:srgbClr val="FF0000"/>
                </a:solidFill>
                <a:latin typeface="Bell MT" panose="02020503060305020303" pitchFamily="18" charset="0"/>
              </a:rPr>
              <a:t>username = ?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và </a:t>
            </a:r>
            <a:r>
              <a:rPr lang="vi-VN" dirty="0">
                <a:solidFill>
                  <a:srgbClr val="FF0000"/>
                </a:solidFill>
                <a:latin typeface="Bell MT" panose="02020503060305020303" pitchFamily="18" charset="0"/>
              </a:rPr>
              <a:t>password = </a:t>
            </a:r>
            <a:r>
              <a:rPr lang="vi-VN" dirty="0" smtClean="0">
                <a:solidFill>
                  <a:srgbClr val="FF0000"/>
                </a:solidFill>
                <a:latin typeface="Bell MT" panose="02020503060305020303" pitchFamily="18" charset="0"/>
              </a:rPr>
              <a:t>?</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t</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rình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điều khiển JDBC sẽ biên dịch câu SQL trước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ó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chỉ biết rằng có 2 chỗ cần gán giá trị).</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Lúc này, chuỗi nhập từ người dùng (</a:t>
            </a:r>
            <a:r>
              <a:rPr lang="vi-VN" dirty="0">
                <a:solidFill>
                  <a:srgbClr val="FF0000"/>
                </a:solidFill>
                <a:latin typeface="Bell MT" panose="02020503060305020303" pitchFamily="18" charset="0"/>
              </a:rPr>
              <a:t>username, password</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 không được chèn trực tiếp vào câu lệnh.</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246322959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7" y="505441"/>
            <a:ext cx="10242645" cy="528851"/>
          </a:xfrm>
        </p:spPr>
        <p:txBody>
          <a:bodyPr/>
          <a:lstStyle/>
          <a:p>
            <a:r>
              <a:rPr lang="en-US" sz="2800" b="1" dirty="0" smtClean="0">
                <a:solidFill>
                  <a:srgbClr val="0000CC"/>
                </a:solidFill>
                <a:latin typeface="Rockwell" panose="02060603020205020403" pitchFamily="18" charset="0"/>
              </a:rPr>
              <a:t>4.7.</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ảo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mật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dưới</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góc</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độ</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lập</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trình</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1006996"/>
            <a:ext cx="10242645" cy="4382729"/>
          </a:xfrm>
        </p:spPr>
        <p:txBody>
          <a:bodyPr/>
          <a:lstStyle/>
          <a:p>
            <a:pPr marL="0" indent="0">
              <a:buNone/>
            </a:pP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Thảo</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về</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điểm</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an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toàn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đoạn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code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trên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Cơ chế bảo vệ của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PreparedStatement</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 với </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lvl="1" indent="0">
              <a:buNone/>
            </a:pPr>
            <a:r>
              <a:rPr lang="en-US" dirty="0" smtClean="0">
                <a:solidFill>
                  <a:srgbClr val="FF0000"/>
                </a:solidFill>
                <a:latin typeface="Bell MT" panose="02020503060305020303" pitchFamily="18" charset="0"/>
              </a:rPr>
              <a:t>String </a:t>
            </a:r>
            <a:r>
              <a:rPr lang="en-US" dirty="0" err="1">
                <a:solidFill>
                  <a:srgbClr val="FF0000"/>
                </a:solidFill>
                <a:latin typeface="Bell MT" panose="02020503060305020303" pitchFamily="18" charset="0"/>
              </a:rPr>
              <a:t>sql</a:t>
            </a:r>
            <a:r>
              <a:rPr lang="en-US" dirty="0">
                <a:solidFill>
                  <a:srgbClr val="FF0000"/>
                </a:solidFill>
                <a:latin typeface="Bell MT" panose="02020503060305020303" pitchFamily="18" charset="0"/>
              </a:rPr>
              <a:t> = "SELECT * FROM users WHERE username = ? AND password = ?";</a:t>
            </a:r>
          </a:p>
          <a:p>
            <a:pPr marL="0" lvl="1" indent="0">
              <a:buNone/>
            </a:pPr>
            <a:r>
              <a:rPr lang="en-US" dirty="0" err="1">
                <a:solidFill>
                  <a:srgbClr val="FF0000"/>
                </a:solidFill>
                <a:latin typeface="Bell MT" panose="02020503060305020303" pitchFamily="18" charset="0"/>
              </a:rPr>
              <a:t>PreparedStatement</a:t>
            </a:r>
            <a:r>
              <a:rPr lang="en-US" dirty="0">
                <a:solidFill>
                  <a:srgbClr val="FF0000"/>
                </a:solidFill>
                <a:latin typeface="Bell MT" panose="02020503060305020303" pitchFamily="18" charset="0"/>
              </a:rPr>
              <a:t> </a:t>
            </a:r>
            <a:r>
              <a:rPr lang="en-US" dirty="0" err="1">
                <a:solidFill>
                  <a:srgbClr val="FF0000"/>
                </a:solidFill>
                <a:latin typeface="Bell MT" panose="02020503060305020303" pitchFamily="18" charset="0"/>
              </a:rPr>
              <a:t>stmt</a:t>
            </a:r>
            <a:r>
              <a:rPr lang="en-US" dirty="0">
                <a:solidFill>
                  <a:srgbClr val="FF0000"/>
                </a:solidFill>
                <a:latin typeface="Bell MT" panose="02020503060305020303" pitchFamily="18" charset="0"/>
              </a:rPr>
              <a:t> = </a:t>
            </a:r>
            <a:r>
              <a:rPr lang="en-US" dirty="0" err="1">
                <a:solidFill>
                  <a:srgbClr val="FF0000"/>
                </a:solidFill>
                <a:latin typeface="Bell MT" panose="02020503060305020303" pitchFamily="18" charset="0"/>
              </a:rPr>
              <a:t>conn.prepareStatement</a:t>
            </a:r>
            <a:r>
              <a:rPr lang="en-US" dirty="0">
                <a:solidFill>
                  <a:srgbClr val="FF0000"/>
                </a:solidFill>
                <a:latin typeface="Bell MT" panose="02020503060305020303" pitchFamily="18" charset="0"/>
              </a:rPr>
              <a:t>(</a:t>
            </a:r>
            <a:r>
              <a:rPr lang="en-US" dirty="0" err="1">
                <a:solidFill>
                  <a:srgbClr val="FF0000"/>
                </a:solidFill>
                <a:latin typeface="Bell MT" panose="02020503060305020303" pitchFamily="18" charset="0"/>
              </a:rPr>
              <a:t>sql</a:t>
            </a:r>
            <a:r>
              <a:rPr lang="en-US" dirty="0">
                <a:solidFill>
                  <a:srgbClr val="FF0000"/>
                </a:solidFill>
                <a:latin typeface="Bell MT" panose="02020503060305020303" pitchFamily="18" charset="0"/>
              </a:rPr>
              <a:t>);</a:t>
            </a:r>
          </a:p>
          <a:p>
            <a:pPr marL="0" lvl="1" indent="0">
              <a:buNone/>
            </a:pPr>
            <a:r>
              <a:rPr lang="en-US" dirty="0" err="1">
                <a:solidFill>
                  <a:srgbClr val="FF0000"/>
                </a:solidFill>
                <a:latin typeface="Bell MT" panose="02020503060305020303" pitchFamily="18" charset="0"/>
              </a:rPr>
              <a:t>stmt.setString</a:t>
            </a:r>
            <a:r>
              <a:rPr lang="en-US" dirty="0">
                <a:solidFill>
                  <a:srgbClr val="FF0000"/>
                </a:solidFill>
                <a:latin typeface="Bell MT" panose="02020503060305020303" pitchFamily="18" charset="0"/>
              </a:rPr>
              <a:t>(1, username</a:t>
            </a:r>
            <a:r>
              <a:rPr lang="en-US" dirty="0" smtClean="0">
                <a:solidFill>
                  <a:srgbClr val="FF0000"/>
                </a:solidFill>
                <a:latin typeface="Bell MT" panose="02020503060305020303" pitchFamily="18" charset="0"/>
              </a:rPr>
              <a:t>); </a:t>
            </a:r>
            <a:r>
              <a:rPr lang="en-US" dirty="0" err="1" smtClean="0">
                <a:solidFill>
                  <a:srgbClr val="FF0000"/>
                </a:solidFill>
                <a:latin typeface="Bell MT" panose="02020503060305020303" pitchFamily="18" charset="0"/>
              </a:rPr>
              <a:t>stmt.setString</a:t>
            </a:r>
            <a:r>
              <a:rPr lang="en-US" dirty="0" smtClean="0">
                <a:solidFill>
                  <a:srgbClr val="FF0000"/>
                </a:solidFill>
                <a:latin typeface="Bell MT" panose="02020503060305020303" pitchFamily="18" charset="0"/>
              </a:rPr>
              <a:t>(2</a:t>
            </a:r>
            <a:r>
              <a:rPr lang="en-US" dirty="0">
                <a:solidFill>
                  <a:srgbClr val="FF0000"/>
                </a:solidFill>
                <a:latin typeface="Bell MT" panose="02020503060305020303" pitchFamily="18" charset="0"/>
              </a:rPr>
              <a:t>, password);</a:t>
            </a:r>
          </a:p>
          <a:p>
            <a:pPr marL="0" lvl="1" indent="0">
              <a:buNone/>
            </a:pPr>
            <a:r>
              <a:rPr lang="en-US" dirty="0" err="1">
                <a:solidFill>
                  <a:srgbClr val="FF0000"/>
                </a:solidFill>
                <a:latin typeface="Bell MT" panose="02020503060305020303" pitchFamily="18" charset="0"/>
              </a:rPr>
              <a:t>ResultSet</a:t>
            </a:r>
            <a:r>
              <a:rPr lang="en-US" dirty="0">
                <a:solidFill>
                  <a:srgbClr val="FF0000"/>
                </a:solidFill>
                <a:latin typeface="Bell MT" panose="02020503060305020303" pitchFamily="18" charset="0"/>
              </a:rPr>
              <a:t> </a:t>
            </a:r>
            <a:r>
              <a:rPr lang="en-US" dirty="0" err="1">
                <a:solidFill>
                  <a:srgbClr val="FF0000"/>
                </a:solidFill>
                <a:latin typeface="Bell MT" panose="02020503060305020303" pitchFamily="18" charset="0"/>
              </a:rPr>
              <a:t>rs</a:t>
            </a:r>
            <a:r>
              <a:rPr lang="en-US" dirty="0">
                <a:solidFill>
                  <a:srgbClr val="FF0000"/>
                </a:solidFill>
                <a:latin typeface="Bell MT" panose="02020503060305020303" pitchFamily="18" charset="0"/>
              </a:rPr>
              <a:t> = </a:t>
            </a:r>
            <a:r>
              <a:rPr lang="en-US" dirty="0" err="1">
                <a:solidFill>
                  <a:srgbClr val="FF0000"/>
                </a:solidFill>
                <a:latin typeface="Bell MT" panose="02020503060305020303" pitchFamily="18" charset="0"/>
              </a:rPr>
              <a:t>stmt.executeQuery</a:t>
            </a:r>
            <a:r>
              <a:rPr lang="en-US" dirty="0">
                <a:solidFill>
                  <a:srgbClr val="FF0000"/>
                </a:solidFill>
                <a:latin typeface="Bell MT" panose="02020503060305020303" pitchFamily="18" charset="0"/>
              </a:rPr>
              <a:t>();</a:t>
            </a:r>
          </a:p>
          <a:p>
            <a:pPr marL="0" indent="0">
              <a:spcBef>
                <a:spcPts val="600"/>
              </a:spcBef>
              <a:buNone/>
            </a:pP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Biến đầu vào được xử lý như dữ liệu, không phải lệnh</a:t>
            </a:r>
          </a:p>
          <a:p>
            <a:pPr marL="0" indent="0">
              <a:spcBef>
                <a:spcPts val="600"/>
              </a:spcBef>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Với </a:t>
            </a:r>
            <a:r>
              <a:rPr lang="vi-VN" i="1" dirty="0">
                <a:solidFill>
                  <a:srgbClr val="FF0000"/>
                </a:solidFill>
                <a:latin typeface="Bell MT" panose="02020503060305020303" pitchFamily="18" charset="0"/>
              </a:rPr>
              <a:t>stmt.setString(1, username</a:t>
            </a:r>
            <a:r>
              <a:rPr lang="vi-VN" i="1" dirty="0" smtClean="0">
                <a:solidFill>
                  <a:srgbClr val="FF0000"/>
                </a:solidFill>
                <a:latin typeface="Bell MT" panose="02020503060305020303" pitchFamily="18" charset="0"/>
              </a:rPr>
              <a:t>);</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J</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DBC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coi </a:t>
            </a:r>
            <a:r>
              <a:rPr lang="vi-VN" i="1" dirty="0">
                <a:solidFill>
                  <a:srgbClr val="FF0000"/>
                </a:solidFill>
                <a:latin typeface="Bell MT" panose="02020503060305020303" pitchFamily="18" charset="0"/>
              </a:rPr>
              <a:t>username</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 chỉ là một giá trị chuỗi, dù nó chứa ký tự đặc biệt </a:t>
            </a:r>
            <a:r>
              <a:rPr lang="vi-VN" i="1" dirty="0">
                <a:solidFill>
                  <a:srgbClr val="FF0000"/>
                </a:solidFill>
                <a:latin typeface="Bell MT" panose="02020503060305020303" pitchFamily="18" charset="0"/>
              </a:rPr>
              <a:t>(' OR 1=1 --)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thì cũng chỉ được escape và gán đúng vị trí</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Nghĩa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là nó sẽ trở thành:</a:t>
            </a:r>
          </a:p>
          <a:p>
            <a:pPr marL="0" indent="0">
              <a:spcBef>
                <a:spcPts val="600"/>
              </a:spcBef>
              <a:buNone/>
            </a:pPr>
            <a:r>
              <a:rPr lang="vi-VN" i="1" dirty="0">
                <a:solidFill>
                  <a:srgbClr val="FF0000"/>
                </a:solidFill>
                <a:latin typeface="Bell MT" panose="02020503060305020303" pitchFamily="18" charset="0"/>
              </a:rPr>
              <a:t>SELECT * FROM users WHERE username = 'abc' AND password = 'xyz'</a:t>
            </a:r>
          </a:p>
          <a:p>
            <a:pPr marL="0" indent="0">
              <a:spcBef>
                <a:spcPts val="600"/>
              </a:spcBef>
              <a:buNone/>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không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bao giờ biến thành:</a:t>
            </a:r>
          </a:p>
          <a:p>
            <a:pPr marL="0" indent="0">
              <a:spcBef>
                <a:spcPts val="600"/>
              </a:spcBef>
              <a:buNone/>
            </a:pPr>
            <a:r>
              <a:rPr lang="vi-VN" i="1" dirty="0">
                <a:solidFill>
                  <a:srgbClr val="FF0000"/>
                </a:solidFill>
                <a:latin typeface="Bell MT" panose="02020503060305020303" pitchFamily="18" charset="0"/>
              </a:rPr>
              <a:t>SELECT * FROM users WHERE username = '' OR 1=1 </a:t>
            </a:r>
            <a:r>
              <a:rPr lang="vi-VN" i="1" dirty="0">
                <a:solidFill>
                  <a:schemeClr val="bg1">
                    <a:lumMod val="65000"/>
                  </a:schemeClr>
                </a:solidFill>
                <a:latin typeface="Bell MT" panose="02020503060305020303" pitchFamily="18" charset="0"/>
              </a:rPr>
              <a:t>--' AND password = ''</a:t>
            </a:r>
            <a:endParaRPr lang="en-US" i="1" dirty="0">
              <a:solidFill>
                <a:schemeClr val="bg1">
                  <a:lumMod val="65000"/>
                </a:schemeClr>
              </a:solidFill>
              <a:latin typeface="Bell MT" panose="02020503060305020303" pitchFamily="18" charset="0"/>
            </a:endParaRPr>
          </a:p>
        </p:txBody>
      </p:sp>
    </p:spTree>
    <p:extLst>
      <p:ext uri="{BB962C8B-B14F-4D97-AF65-F5344CB8AC3E}">
        <p14:creationId xmlns:p14="http://schemas.microsoft.com/office/powerpoint/2010/main" val="268397193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7" y="505441"/>
            <a:ext cx="10242645" cy="528851"/>
          </a:xfrm>
        </p:spPr>
        <p:txBody>
          <a:bodyPr/>
          <a:lstStyle/>
          <a:p>
            <a:r>
              <a:rPr lang="en-US" sz="2800" b="1" dirty="0" smtClean="0">
                <a:solidFill>
                  <a:srgbClr val="0000CC"/>
                </a:solidFill>
                <a:latin typeface="Rockwell" panose="02060603020205020403" pitchFamily="18" charset="0"/>
              </a:rPr>
              <a:t>4.7.</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ảo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mật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dưới</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góc</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độ</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lập</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trình</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1006996"/>
            <a:ext cx="10242645" cy="4382729"/>
          </a:xfrm>
        </p:spPr>
        <p:txBody>
          <a:bodyPr/>
          <a:lstStyle/>
          <a:p>
            <a:pPr marL="0" indent="0">
              <a:buNone/>
            </a:pP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Thảo</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về</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điểm</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an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toàn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đoạn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code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trên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Cơ chế bảo vệ của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PreparedStatement</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 với </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lvl="1" indent="0">
              <a:buNone/>
            </a:pPr>
            <a:r>
              <a:rPr lang="en-US" dirty="0" smtClean="0">
                <a:solidFill>
                  <a:srgbClr val="FF0000"/>
                </a:solidFill>
                <a:latin typeface="Bell MT" panose="02020503060305020303" pitchFamily="18" charset="0"/>
              </a:rPr>
              <a:t>String </a:t>
            </a:r>
            <a:r>
              <a:rPr lang="en-US" dirty="0" err="1">
                <a:solidFill>
                  <a:srgbClr val="FF0000"/>
                </a:solidFill>
                <a:latin typeface="Bell MT" panose="02020503060305020303" pitchFamily="18" charset="0"/>
              </a:rPr>
              <a:t>sql</a:t>
            </a:r>
            <a:r>
              <a:rPr lang="en-US" dirty="0">
                <a:solidFill>
                  <a:srgbClr val="FF0000"/>
                </a:solidFill>
                <a:latin typeface="Bell MT" panose="02020503060305020303" pitchFamily="18" charset="0"/>
              </a:rPr>
              <a:t> = "SELECT * FROM users WHERE username = ? AND password = ?";</a:t>
            </a:r>
          </a:p>
          <a:p>
            <a:pPr marL="0" lvl="1" indent="0">
              <a:buNone/>
            </a:pPr>
            <a:r>
              <a:rPr lang="en-US" dirty="0" err="1">
                <a:solidFill>
                  <a:srgbClr val="FF0000"/>
                </a:solidFill>
                <a:latin typeface="Bell MT" panose="02020503060305020303" pitchFamily="18" charset="0"/>
              </a:rPr>
              <a:t>PreparedStatement</a:t>
            </a:r>
            <a:r>
              <a:rPr lang="en-US" dirty="0">
                <a:solidFill>
                  <a:srgbClr val="FF0000"/>
                </a:solidFill>
                <a:latin typeface="Bell MT" panose="02020503060305020303" pitchFamily="18" charset="0"/>
              </a:rPr>
              <a:t> </a:t>
            </a:r>
            <a:r>
              <a:rPr lang="en-US" dirty="0" err="1">
                <a:solidFill>
                  <a:srgbClr val="FF0000"/>
                </a:solidFill>
                <a:latin typeface="Bell MT" panose="02020503060305020303" pitchFamily="18" charset="0"/>
              </a:rPr>
              <a:t>stmt</a:t>
            </a:r>
            <a:r>
              <a:rPr lang="en-US" dirty="0">
                <a:solidFill>
                  <a:srgbClr val="FF0000"/>
                </a:solidFill>
                <a:latin typeface="Bell MT" panose="02020503060305020303" pitchFamily="18" charset="0"/>
              </a:rPr>
              <a:t> = </a:t>
            </a:r>
            <a:r>
              <a:rPr lang="en-US" dirty="0" err="1">
                <a:solidFill>
                  <a:srgbClr val="FF0000"/>
                </a:solidFill>
                <a:latin typeface="Bell MT" panose="02020503060305020303" pitchFamily="18" charset="0"/>
              </a:rPr>
              <a:t>conn.prepareStatement</a:t>
            </a:r>
            <a:r>
              <a:rPr lang="en-US" dirty="0">
                <a:solidFill>
                  <a:srgbClr val="FF0000"/>
                </a:solidFill>
                <a:latin typeface="Bell MT" panose="02020503060305020303" pitchFamily="18" charset="0"/>
              </a:rPr>
              <a:t>(</a:t>
            </a:r>
            <a:r>
              <a:rPr lang="en-US" dirty="0" err="1">
                <a:solidFill>
                  <a:srgbClr val="FF0000"/>
                </a:solidFill>
                <a:latin typeface="Bell MT" panose="02020503060305020303" pitchFamily="18" charset="0"/>
              </a:rPr>
              <a:t>sql</a:t>
            </a:r>
            <a:r>
              <a:rPr lang="en-US" dirty="0">
                <a:solidFill>
                  <a:srgbClr val="FF0000"/>
                </a:solidFill>
                <a:latin typeface="Bell MT" panose="02020503060305020303" pitchFamily="18" charset="0"/>
              </a:rPr>
              <a:t>);</a:t>
            </a:r>
          </a:p>
          <a:p>
            <a:pPr marL="0" lvl="1" indent="0">
              <a:buNone/>
            </a:pPr>
            <a:r>
              <a:rPr lang="en-US" dirty="0" err="1">
                <a:solidFill>
                  <a:srgbClr val="FF0000"/>
                </a:solidFill>
                <a:latin typeface="Bell MT" panose="02020503060305020303" pitchFamily="18" charset="0"/>
              </a:rPr>
              <a:t>stmt.setString</a:t>
            </a:r>
            <a:r>
              <a:rPr lang="en-US" dirty="0">
                <a:solidFill>
                  <a:srgbClr val="FF0000"/>
                </a:solidFill>
                <a:latin typeface="Bell MT" panose="02020503060305020303" pitchFamily="18" charset="0"/>
              </a:rPr>
              <a:t>(1, username</a:t>
            </a:r>
            <a:r>
              <a:rPr lang="en-US" dirty="0" smtClean="0">
                <a:solidFill>
                  <a:srgbClr val="FF0000"/>
                </a:solidFill>
                <a:latin typeface="Bell MT" panose="02020503060305020303" pitchFamily="18" charset="0"/>
              </a:rPr>
              <a:t>); </a:t>
            </a:r>
            <a:r>
              <a:rPr lang="en-US" dirty="0" err="1" smtClean="0">
                <a:solidFill>
                  <a:srgbClr val="FF0000"/>
                </a:solidFill>
                <a:latin typeface="Bell MT" panose="02020503060305020303" pitchFamily="18" charset="0"/>
              </a:rPr>
              <a:t>stmt.setString</a:t>
            </a:r>
            <a:r>
              <a:rPr lang="en-US" dirty="0" smtClean="0">
                <a:solidFill>
                  <a:srgbClr val="FF0000"/>
                </a:solidFill>
                <a:latin typeface="Bell MT" panose="02020503060305020303" pitchFamily="18" charset="0"/>
              </a:rPr>
              <a:t>(2</a:t>
            </a:r>
            <a:r>
              <a:rPr lang="en-US" dirty="0">
                <a:solidFill>
                  <a:srgbClr val="FF0000"/>
                </a:solidFill>
                <a:latin typeface="Bell MT" panose="02020503060305020303" pitchFamily="18" charset="0"/>
              </a:rPr>
              <a:t>, password);</a:t>
            </a:r>
          </a:p>
          <a:p>
            <a:pPr marL="0" lvl="1" indent="0">
              <a:buNone/>
            </a:pPr>
            <a:r>
              <a:rPr lang="en-US" dirty="0" err="1">
                <a:solidFill>
                  <a:srgbClr val="FF0000"/>
                </a:solidFill>
                <a:latin typeface="Bell MT" panose="02020503060305020303" pitchFamily="18" charset="0"/>
              </a:rPr>
              <a:t>ResultSet</a:t>
            </a:r>
            <a:r>
              <a:rPr lang="en-US" dirty="0">
                <a:solidFill>
                  <a:srgbClr val="FF0000"/>
                </a:solidFill>
                <a:latin typeface="Bell MT" panose="02020503060305020303" pitchFamily="18" charset="0"/>
              </a:rPr>
              <a:t> </a:t>
            </a:r>
            <a:r>
              <a:rPr lang="en-US" dirty="0" err="1">
                <a:solidFill>
                  <a:srgbClr val="FF0000"/>
                </a:solidFill>
                <a:latin typeface="Bell MT" panose="02020503060305020303" pitchFamily="18" charset="0"/>
              </a:rPr>
              <a:t>rs</a:t>
            </a:r>
            <a:r>
              <a:rPr lang="en-US" dirty="0">
                <a:solidFill>
                  <a:srgbClr val="FF0000"/>
                </a:solidFill>
                <a:latin typeface="Bell MT" panose="02020503060305020303" pitchFamily="18" charset="0"/>
              </a:rPr>
              <a:t> = </a:t>
            </a:r>
            <a:r>
              <a:rPr lang="en-US" dirty="0" err="1">
                <a:solidFill>
                  <a:srgbClr val="FF0000"/>
                </a:solidFill>
                <a:latin typeface="Bell MT" panose="02020503060305020303" pitchFamily="18" charset="0"/>
              </a:rPr>
              <a:t>stmt.executeQuery</a:t>
            </a:r>
            <a:r>
              <a:rPr lang="en-US" dirty="0">
                <a:solidFill>
                  <a:srgbClr val="FF0000"/>
                </a:solidFill>
                <a:latin typeface="Bell MT" panose="02020503060305020303" pitchFamily="18" charset="0"/>
              </a:rPr>
              <a:t>();</a:t>
            </a:r>
          </a:p>
          <a:p>
            <a:pPr marL="0" indent="0">
              <a:spcBef>
                <a:spcPts val="600"/>
              </a:spcBef>
              <a:buNone/>
            </a:pP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 Câu SQL được biên dịch một lần duy nhất</a:t>
            </a:r>
          </a:p>
          <a:p>
            <a:pPr lvl="1">
              <a:spcBef>
                <a:spcPts val="600"/>
              </a:spcBef>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Trình quản lý CSDL (DBMS) biên dịch SELECT * FROM users WHERE username = ? AND password = ? thành một query plan.</a:t>
            </a:r>
          </a:p>
          <a:p>
            <a:pPr lvl="1">
              <a:spcBef>
                <a:spcPts val="600"/>
              </a:spcBef>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Sau đó chỉ thay giá trị biến vào, không thay đổi cấu trúc câu lệnh.</a:t>
            </a:r>
          </a:p>
          <a:p>
            <a:pPr lvl="1">
              <a:spcBef>
                <a:spcPts val="600"/>
              </a:spcBef>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Điều này chặn hoàn toàn SQL Injection dựa trên việc chèn thêm lệnh SQL.</a:t>
            </a:r>
            <a:endParaRPr lang="en-US" i="1" dirty="0">
              <a:solidFill>
                <a:schemeClr val="bg1">
                  <a:lumMod val="65000"/>
                </a:schemeClr>
              </a:solidFill>
              <a:latin typeface="Bell MT" panose="02020503060305020303" pitchFamily="18" charset="0"/>
            </a:endParaRPr>
          </a:p>
        </p:txBody>
      </p:sp>
    </p:spTree>
    <p:extLst>
      <p:ext uri="{BB962C8B-B14F-4D97-AF65-F5344CB8AC3E}">
        <p14:creationId xmlns:p14="http://schemas.microsoft.com/office/powerpoint/2010/main" val="202947074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7" y="505441"/>
            <a:ext cx="10242645" cy="528851"/>
          </a:xfrm>
        </p:spPr>
        <p:txBody>
          <a:bodyPr/>
          <a:lstStyle/>
          <a:p>
            <a:r>
              <a:rPr lang="en-US" sz="2800" b="1" dirty="0" smtClean="0">
                <a:solidFill>
                  <a:srgbClr val="0000CC"/>
                </a:solidFill>
                <a:latin typeface="Rockwell" panose="02060603020205020403" pitchFamily="18" charset="0"/>
              </a:rPr>
              <a:t>4.7.</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ảo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mật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dưới</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góc</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độ</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lập</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trình</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1006996"/>
            <a:ext cx="10242645" cy="4382729"/>
          </a:xfrm>
        </p:spPr>
        <p:txBody>
          <a:bodyPr/>
          <a:lstStyle/>
          <a:p>
            <a:pPr marL="0" indent="0">
              <a:buNone/>
            </a:pP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Thảo</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về</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điểm</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an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toàn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đoạn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code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trên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Cơ chế bảo vệ của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PreparedStatement</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 với </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lvl="1" indent="0">
              <a:buNone/>
            </a:pPr>
            <a:r>
              <a:rPr lang="en-US" dirty="0" smtClean="0">
                <a:solidFill>
                  <a:srgbClr val="FF0000"/>
                </a:solidFill>
                <a:latin typeface="Bell MT" panose="02020503060305020303" pitchFamily="18" charset="0"/>
              </a:rPr>
              <a:t>String </a:t>
            </a:r>
            <a:r>
              <a:rPr lang="en-US" dirty="0" err="1">
                <a:solidFill>
                  <a:srgbClr val="FF0000"/>
                </a:solidFill>
                <a:latin typeface="Bell MT" panose="02020503060305020303" pitchFamily="18" charset="0"/>
              </a:rPr>
              <a:t>sql</a:t>
            </a:r>
            <a:r>
              <a:rPr lang="en-US" dirty="0">
                <a:solidFill>
                  <a:srgbClr val="FF0000"/>
                </a:solidFill>
                <a:latin typeface="Bell MT" panose="02020503060305020303" pitchFamily="18" charset="0"/>
              </a:rPr>
              <a:t> = "SELECT * FROM users WHERE username = ? AND password = ?";</a:t>
            </a:r>
          </a:p>
          <a:p>
            <a:pPr marL="0" lvl="1" indent="0">
              <a:buNone/>
            </a:pPr>
            <a:r>
              <a:rPr lang="en-US" dirty="0" err="1">
                <a:solidFill>
                  <a:srgbClr val="FF0000"/>
                </a:solidFill>
                <a:latin typeface="Bell MT" panose="02020503060305020303" pitchFamily="18" charset="0"/>
              </a:rPr>
              <a:t>PreparedStatement</a:t>
            </a:r>
            <a:r>
              <a:rPr lang="en-US" dirty="0">
                <a:solidFill>
                  <a:srgbClr val="FF0000"/>
                </a:solidFill>
                <a:latin typeface="Bell MT" panose="02020503060305020303" pitchFamily="18" charset="0"/>
              </a:rPr>
              <a:t> </a:t>
            </a:r>
            <a:r>
              <a:rPr lang="en-US" dirty="0" err="1">
                <a:solidFill>
                  <a:srgbClr val="FF0000"/>
                </a:solidFill>
                <a:latin typeface="Bell MT" panose="02020503060305020303" pitchFamily="18" charset="0"/>
              </a:rPr>
              <a:t>stmt</a:t>
            </a:r>
            <a:r>
              <a:rPr lang="en-US" dirty="0">
                <a:solidFill>
                  <a:srgbClr val="FF0000"/>
                </a:solidFill>
                <a:latin typeface="Bell MT" panose="02020503060305020303" pitchFamily="18" charset="0"/>
              </a:rPr>
              <a:t> = </a:t>
            </a:r>
            <a:r>
              <a:rPr lang="en-US" dirty="0" err="1">
                <a:solidFill>
                  <a:srgbClr val="FF0000"/>
                </a:solidFill>
                <a:latin typeface="Bell MT" panose="02020503060305020303" pitchFamily="18" charset="0"/>
              </a:rPr>
              <a:t>conn.prepareStatement</a:t>
            </a:r>
            <a:r>
              <a:rPr lang="en-US" dirty="0">
                <a:solidFill>
                  <a:srgbClr val="FF0000"/>
                </a:solidFill>
                <a:latin typeface="Bell MT" panose="02020503060305020303" pitchFamily="18" charset="0"/>
              </a:rPr>
              <a:t>(</a:t>
            </a:r>
            <a:r>
              <a:rPr lang="en-US" dirty="0" err="1">
                <a:solidFill>
                  <a:srgbClr val="FF0000"/>
                </a:solidFill>
                <a:latin typeface="Bell MT" panose="02020503060305020303" pitchFamily="18" charset="0"/>
              </a:rPr>
              <a:t>sql</a:t>
            </a:r>
            <a:r>
              <a:rPr lang="en-US" dirty="0">
                <a:solidFill>
                  <a:srgbClr val="FF0000"/>
                </a:solidFill>
                <a:latin typeface="Bell MT" panose="02020503060305020303" pitchFamily="18" charset="0"/>
              </a:rPr>
              <a:t>);</a:t>
            </a:r>
          </a:p>
          <a:p>
            <a:pPr marL="0" lvl="1" indent="0">
              <a:buNone/>
            </a:pPr>
            <a:r>
              <a:rPr lang="en-US" dirty="0" err="1">
                <a:solidFill>
                  <a:srgbClr val="FF0000"/>
                </a:solidFill>
                <a:latin typeface="Bell MT" panose="02020503060305020303" pitchFamily="18" charset="0"/>
              </a:rPr>
              <a:t>stmt.setString</a:t>
            </a:r>
            <a:r>
              <a:rPr lang="en-US" dirty="0">
                <a:solidFill>
                  <a:srgbClr val="FF0000"/>
                </a:solidFill>
                <a:latin typeface="Bell MT" panose="02020503060305020303" pitchFamily="18" charset="0"/>
              </a:rPr>
              <a:t>(1, username</a:t>
            </a:r>
            <a:r>
              <a:rPr lang="en-US" dirty="0" smtClean="0">
                <a:solidFill>
                  <a:srgbClr val="FF0000"/>
                </a:solidFill>
                <a:latin typeface="Bell MT" panose="02020503060305020303" pitchFamily="18" charset="0"/>
              </a:rPr>
              <a:t>); </a:t>
            </a:r>
          </a:p>
          <a:p>
            <a:pPr marL="0" lvl="1" indent="0">
              <a:buNone/>
            </a:pPr>
            <a:r>
              <a:rPr lang="en-US" dirty="0" err="1" smtClean="0">
                <a:solidFill>
                  <a:srgbClr val="FF0000"/>
                </a:solidFill>
                <a:latin typeface="Bell MT" panose="02020503060305020303" pitchFamily="18" charset="0"/>
              </a:rPr>
              <a:t>stmt.setString</a:t>
            </a:r>
            <a:r>
              <a:rPr lang="en-US" dirty="0" smtClean="0">
                <a:solidFill>
                  <a:srgbClr val="FF0000"/>
                </a:solidFill>
                <a:latin typeface="Bell MT" panose="02020503060305020303" pitchFamily="18" charset="0"/>
              </a:rPr>
              <a:t>(2</a:t>
            </a:r>
            <a:r>
              <a:rPr lang="en-US" dirty="0">
                <a:solidFill>
                  <a:srgbClr val="FF0000"/>
                </a:solidFill>
                <a:latin typeface="Bell MT" panose="02020503060305020303" pitchFamily="18" charset="0"/>
              </a:rPr>
              <a:t>, password);</a:t>
            </a:r>
          </a:p>
          <a:p>
            <a:pPr marL="0" lvl="1" indent="0">
              <a:buNone/>
            </a:pPr>
            <a:r>
              <a:rPr lang="en-US" dirty="0" err="1" smtClean="0">
                <a:solidFill>
                  <a:srgbClr val="FF0000"/>
                </a:solidFill>
                <a:latin typeface="Bell MT" panose="02020503060305020303" pitchFamily="18" charset="0"/>
              </a:rPr>
              <a:t>ResultSet</a:t>
            </a:r>
            <a:r>
              <a:rPr lang="en-US" dirty="0" smtClean="0">
                <a:solidFill>
                  <a:srgbClr val="FF0000"/>
                </a:solidFill>
                <a:latin typeface="Bell MT" panose="02020503060305020303" pitchFamily="18" charset="0"/>
              </a:rPr>
              <a:t> </a:t>
            </a:r>
            <a:r>
              <a:rPr lang="en-US" dirty="0" err="1">
                <a:solidFill>
                  <a:srgbClr val="FF0000"/>
                </a:solidFill>
                <a:latin typeface="Bell MT" panose="02020503060305020303" pitchFamily="18" charset="0"/>
              </a:rPr>
              <a:t>rs</a:t>
            </a:r>
            <a:r>
              <a:rPr lang="en-US" dirty="0">
                <a:solidFill>
                  <a:srgbClr val="FF0000"/>
                </a:solidFill>
                <a:latin typeface="Bell MT" panose="02020503060305020303" pitchFamily="18" charset="0"/>
              </a:rPr>
              <a:t> = </a:t>
            </a:r>
            <a:r>
              <a:rPr lang="en-US" dirty="0" err="1">
                <a:solidFill>
                  <a:srgbClr val="FF0000"/>
                </a:solidFill>
                <a:latin typeface="Bell MT" panose="02020503060305020303" pitchFamily="18" charset="0"/>
              </a:rPr>
              <a:t>stmt.executeQuery</a:t>
            </a:r>
            <a:r>
              <a:rPr lang="en-US" dirty="0">
                <a:solidFill>
                  <a:srgbClr val="FF0000"/>
                </a:solidFill>
                <a:latin typeface="Bell MT" panose="02020503060305020303" pitchFamily="18" charset="0"/>
              </a:rPr>
              <a:t>();</a:t>
            </a:r>
          </a:p>
          <a:p>
            <a:pPr marL="0" lvl="1" indent="0">
              <a:buNone/>
            </a:pPr>
            <a:endParaRPr lang="en-US" sz="1800" dirty="0" smtClean="0">
              <a:solidFill>
                <a:srgbClr val="FF0000"/>
              </a:solidFill>
              <a:latin typeface="Bell MT" panose="02020503060305020303" pitchFamily="18" charset="0"/>
            </a:endParaRPr>
          </a:p>
          <a:p>
            <a:pPr marL="0" lvl="1" indent="0">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Kết luận: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Điểm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an toàn của code này nằm ở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PreparedStatement</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 với placeholder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 giúp:</a:t>
            </a:r>
          </a:p>
          <a:p>
            <a:pPr marL="800100" lvl="2"/>
            <a:r>
              <a:rPr lang="vi-VN"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Ngăn người dùng chèn lệnh SQL ác ý.</a:t>
            </a:r>
          </a:p>
          <a:p>
            <a:pPr marL="800100" lvl="2"/>
            <a:r>
              <a:rPr lang="vi-VN"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Tách </a:t>
            </a:r>
            <a:r>
              <a:rPr lang="vi-VN"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biệt dữ liệu với câu lệnh.</a:t>
            </a:r>
          </a:p>
          <a:p>
            <a:pPr marL="800100" lvl="2"/>
            <a:r>
              <a:rPr lang="vi-VN"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Cố </a:t>
            </a:r>
            <a:r>
              <a:rPr lang="vi-VN"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định cấu trúc query (chỉ thay giá trị, không thay đổi logic</a:t>
            </a:r>
            <a:r>
              <a:rPr lang="vi-VN"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35133613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7" y="505441"/>
            <a:ext cx="10242645" cy="528851"/>
          </a:xfrm>
        </p:spPr>
        <p:txBody>
          <a:bodyPr/>
          <a:lstStyle/>
          <a:p>
            <a:r>
              <a:rPr lang="en-US" sz="2800" b="1" dirty="0" smtClean="0">
                <a:solidFill>
                  <a:srgbClr val="0000CC"/>
                </a:solidFill>
                <a:latin typeface="Rockwell" panose="02060603020205020403" pitchFamily="18" charset="0"/>
              </a:rPr>
              <a:t>4.7.</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ảo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mật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CSDL</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dưới</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góc</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độ</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lập</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trình</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1006996"/>
            <a:ext cx="10556544" cy="4382729"/>
          </a:xfrm>
        </p:spPr>
        <p:txBody>
          <a:bodyPr/>
          <a:lstStyle/>
          <a:p>
            <a:pPr marL="0" indent="0">
              <a:buNone/>
            </a:pP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Thảo</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về</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điểm</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an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toàn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đoạn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code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trên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PreparedStatement</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với </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vs.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Statement</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lvl="1" indent="0">
              <a:spcBef>
                <a:spcPts val="1200"/>
              </a:spcBef>
              <a:buNone/>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Nếu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người dùng nhập username = "admin' OR '1'=</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'1</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lvl="1" indent="0">
              <a:buNone/>
            </a:pP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342900" lvl="1"/>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Với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Statement (không an toàn):</a:t>
            </a:r>
          </a:p>
          <a:p>
            <a:pPr marL="0" lvl="1" indent="0">
              <a:buNone/>
            </a:pPr>
            <a:r>
              <a:rPr lang="vi-VN" sz="2200" dirty="0">
                <a:solidFill>
                  <a:srgbClr val="FF0000"/>
                </a:solidFill>
                <a:latin typeface="Bell MT" panose="02020503060305020303" pitchFamily="18" charset="0"/>
              </a:rPr>
              <a:t>SELECT * FROM users WHERE username = 'admin' </a:t>
            </a:r>
            <a:r>
              <a:rPr lang="vi-VN" sz="2200" dirty="0">
                <a:solidFill>
                  <a:srgbClr val="0000CC"/>
                </a:solidFill>
                <a:latin typeface="Bell MT" panose="02020503060305020303" pitchFamily="18" charset="0"/>
              </a:rPr>
              <a:t>OR '1'='1' </a:t>
            </a:r>
            <a:r>
              <a:rPr lang="en-US" sz="2200" dirty="0" smtClean="0">
                <a:solidFill>
                  <a:schemeClr val="bg1">
                    <a:lumMod val="65000"/>
                  </a:schemeClr>
                </a:solidFill>
                <a:latin typeface="Bell MT" panose="02020503060305020303" pitchFamily="18" charset="0"/>
              </a:rPr>
              <a:t>--</a:t>
            </a:r>
            <a:r>
              <a:rPr lang="vi-VN" sz="2200" dirty="0" smtClean="0">
                <a:solidFill>
                  <a:schemeClr val="bg1">
                    <a:lumMod val="65000"/>
                  </a:schemeClr>
                </a:solidFill>
                <a:latin typeface="Bell MT" panose="02020503060305020303" pitchFamily="18" charset="0"/>
              </a:rPr>
              <a:t>AND </a:t>
            </a:r>
            <a:r>
              <a:rPr lang="vi-VN" sz="2200" dirty="0">
                <a:solidFill>
                  <a:schemeClr val="bg1">
                    <a:lumMod val="65000"/>
                  </a:schemeClr>
                </a:solidFill>
                <a:latin typeface="Bell MT" panose="02020503060305020303" pitchFamily="18" charset="0"/>
              </a:rPr>
              <a:t>password = '...';</a:t>
            </a:r>
          </a:p>
          <a:p>
            <a:pPr marL="0" lvl="1" indent="0">
              <a:buNone/>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Luôn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đúng, hacker bypass login</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lvl="1" indent="0">
              <a:buNone/>
            </a:pP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342900" lvl="1"/>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Với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PreparedStatement (an toàn):</a:t>
            </a:r>
          </a:p>
          <a:p>
            <a:pPr marL="0" lvl="1" indent="0">
              <a:buNone/>
            </a:pPr>
            <a:r>
              <a:rPr lang="vi-VN" sz="2200" dirty="0">
                <a:solidFill>
                  <a:srgbClr val="FF0000"/>
                </a:solidFill>
                <a:latin typeface="Bell MT" panose="02020503060305020303" pitchFamily="18" charset="0"/>
              </a:rPr>
              <a:t>SELECT * FROM users WHERE username = 'admin'' OR </a:t>
            </a:r>
            <a:r>
              <a:rPr lang="vi-VN" sz="2200" b="1" dirty="0">
                <a:solidFill>
                  <a:srgbClr val="0000CC"/>
                </a:solidFill>
                <a:latin typeface="Bell MT" panose="02020503060305020303" pitchFamily="18" charset="0"/>
              </a:rPr>
              <a:t>''1''='</a:t>
            </a:r>
            <a:r>
              <a:rPr lang="vi-VN" sz="2200" b="1" dirty="0" smtClean="0">
                <a:solidFill>
                  <a:srgbClr val="0000CC"/>
                </a:solidFill>
                <a:latin typeface="Bell MT" panose="02020503060305020303" pitchFamily="18" charset="0"/>
              </a:rPr>
              <a:t>'1</a:t>
            </a:r>
            <a:r>
              <a:rPr lang="en-US" sz="2200" b="1" dirty="0" smtClean="0">
                <a:solidFill>
                  <a:srgbClr val="0000CC"/>
                </a:solidFill>
                <a:latin typeface="Bell MT" panose="02020503060305020303" pitchFamily="18" charset="0"/>
              </a:rPr>
              <a:t>--</a:t>
            </a:r>
            <a:r>
              <a:rPr lang="vi-VN" sz="2200" b="1" dirty="0" smtClean="0">
                <a:solidFill>
                  <a:srgbClr val="0000CC"/>
                </a:solidFill>
                <a:latin typeface="Bell MT" panose="02020503060305020303" pitchFamily="18" charset="0"/>
              </a:rPr>
              <a:t>' </a:t>
            </a:r>
            <a:r>
              <a:rPr lang="vi-VN" sz="2200" dirty="0">
                <a:solidFill>
                  <a:srgbClr val="FF0000"/>
                </a:solidFill>
                <a:latin typeface="Bell MT" panose="02020503060305020303" pitchFamily="18" charset="0"/>
              </a:rPr>
              <a:t>AND password = '...';</a:t>
            </a:r>
          </a:p>
          <a:p>
            <a:pPr marL="0" lvl="1" indent="0">
              <a:buNone/>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OR '1'='1 chỉ được coi là chuỗi literal, không thay đổi logic của SQL.</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395871779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5F415-7490-4054-85B4-10F7AE6D3385}"/>
              </a:ext>
            </a:extLst>
          </p:cNvPr>
          <p:cNvSpPr>
            <a:spLocks noGrp="1"/>
          </p:cNvSpPr>
          <p:nvPr>
            <p:ph type="ctrTitle"/>
          </p:nvPr>
        </p:nvSpPr>
        <p:spPr>
          <a:xfrm>
            <a:off x="1798358" y="129270"/>
            <a:ext cx="9403307" cy="944020"/>
          </a:xfrm>
        </p:spPr>
        <p:txBody>
          <a:bodyPr>
            <a:normAutofit/>
          </a:bodyPr>
          <a:lstStyle/>
          <a:p>
            <a:pPr algn="l"/>
            <a:r>
              <a:rPr lang="en-US" sz="3000" dirty="0" err="1" smtClean="0">
                <a:solidFill>
                  <a:schemeClr val="bg1"/>
                </a:solidFill>
                <a:latin typeface="Rockwell" panose="02060603020205020403" pitchFamily="18" charset="0"/>
              </a:rPr>
              <a:t>Những</a:t>
            </a:r>
            <a:r>
              <a:rPr lang="en-US" sz="3000" dirty="0" smtClean="0">
                <a:solidFill>
                  <a:schemeClr val="bg1"/>
                </a:solidFill>
                <a:latin typeface="Rockwell" panose="02060603020205020403" pitchFamily="18" charset="0"/>
              </a:rPr>
              <a:t> </a:t>
            </a:r>
            <a:r>
              <a:rPr lang="en-US" sz="3000" dirty="0" err="1" smtClean="0">
                <a:solidFill>
                  <a:schemeClr val="bg1"/>
                </a:solidFill>
                <a:latin typeface="Rockwell" panose="02060603020205020403" pitchFamily="18" charset="0"/>
              </a:rPr>
              <a:t>nội</a:t>
            </a:r>
            <a:r>
              <a:rPr lang="en-US" sz="3000" dirty="0" smtClean="0">
                <a:solidFill>
                  <a:schemeClr val="bg1"/>
                </a:solidFill>
                <a:latin typeface="Rockwell" panose="02060603020205020403" pitchFamily="18" charset="0"/>
              </a:rPr>
              <a:t> dung </a:t>
            </a:r>
            <a:r>
              <a:rPr lang="en-US" sz="3000" dirty="0" err="1" smtClean="0">
                <a:solidFill>
                  <a:schemeClr val="bg1"/>
                </a:solidFill>
                <a:latin typeface="Rockwell" panose="02060603020205020403" pitchFamily="18" charset="0"/>
              </a:rPr>
              <a:t>cần</a:t>
            </a:r>
            <a:r>
              <a:rPr lang="en-US" sz="3000" dirty="0" smtClean="0">
                <a:solidFill>
                  <a:schemeClr val="bg1"/>
                </a:solidFill>
                <a:latin typeface="Rockwell" panose="02060603020205020403" pitchFamily="18" charset="0"/>
              </a:rPr>
              <a:t> </a:t>
            </a:r>
            <a:r>
              <a:rPr lang="en-US" sz="3000" dirty="0" err="1" smtClean="0">
                <a:solidFill>
                  <a:schemeClr val="bg1"/>
                </a:solidFill>
                <a:latin typeface="Rockwell" panose="02060603020205020403" pitchFamily="18" charset="0"/>
              </a:rPr>
              <a:t>lưu</a:t>
            </a:r>
            <a:r>
              <a:rPr lang="en-US" sz="3000" dirty="0" smtClean="0">
                <a:solidFill>
                  <a:schemeClr val="bg1"/>
                </a:solidFill>
                <a:latin typeface="Rockwell" panose="02060603020205020403" pitchFamily="18" charset="0"/>
              </a:rPr>
              <a:t> </a:t>
            </a:r>
            <a:r>
              <a:rPr lang="en-US" sz="3000" dirty="0" smtClean="0">
                <a:solidFill>
                  <a:schemeClr val="bg1"/>
                </a:solidFill>
                <a:latin typeface="Rockwell" panose="02060603020205020403" pitchFamily="18" charset="0"/>
              </a:rPr>
              <a:t>ý:</a:t>
            </a:r>
            <a:endParaRPr lang="en-US" sz="3000" dirty="0">
              <a:solidFill>
                <a:schemeClr val="bg1"/>
              </a:solidFill>
              <a:latin typeface="Rockwell" panose="02060603020205020403" pitchFamily="18" charset="0"/>
            </a:endParaRPr>
          </a:p>
        </p:txBody>
      </p:sp>
      <p:sp>
        <p:nvSpPr>
          <p:cNvPr id="3" name="Subtitle 2">
            <a:extLst>
              <a:ext uri="{FF2B5EF4-FFF2-40B4-BE49-F238E27FC236}">
                <a16:creationId xmlns:a16="http://schemas.microsoft.com/office/drawing/2014/main" id="{D05F6415-1E7C-453D-B6B7-DBF76BDA691B}"/>
              </a:ext>
            </a:extLst>
          </p:cNvPr>
          <p:cNvSpPr>
            <a:spLocks noGrp="1"/>
          </p:cNvSpPr>
          <p:nvPr>
            <p:ph type="subTitle" idx="1"/>
          </p:nvPr>
        </p:nvSpPr>
        <p:spPr>
          <a:xfrm>
            <a:off x="1910692" y="1073290"/>
            <a:ext cx="9902236" cy="4372169"/>
          </a:xfrm>
        </p:spPr>
        <p:txBody>
          <a:bodyPr>
            <a:noAutofit/>
          </a:bodyPr>
          <a:lstStyle/>
          <a:p>
            <a:pPr algn="l"/>
            <a:r>
              <a:rPr lang="vi-VN" dirty="0" smtClean="0">
                <a:solidFill>
                  <a:schemeClr val="bg1"/>
                </a:solidFill>
                <a:latin typeface="Rockwell" panose="02060603020205020403" pitchFamily="18" charset="0"/>
                <a:ea typeface="+mj-ea"/>
                <a:cs typeface="+mj-cs"/>
              </a:rPr>
              <a:t>1</a:t>
            </a:r>
            <a:r>
              <a:rPr lang="vi-VN" dirty="0">
                <a:solidFill>
                  <a:schemeClr val="bg1"/>
                </a:solidFill>
                <a:latin typeface="Rockwell" panose="02060603020205020403" pitchFamily="18" charset="0"/>
                <a:ea typeface="+mj-ea"/>
                <a:cs typeface="+mj-cs"/>
              </a:rPr>
              <a:t>. CSDL là tài sản quan trọng nhất của tổ chức, cần bảo vệ toàn diện để tránh rò rỉ dữ liệu nhạy cảm.</a:t>
            </a:r>
          </a:p>
          <a:p>
            <a:pPr algn="l"/>
            <a:r>
              <a:rPr lang="vi-VN" dirty="0" smtClean="0">
                <a:solidFill>
                  <a:schemeClr val="bg1"/>
                </a:solidFill>
                <a:latin typeface="Rockwell" panose="02060603020205020403" pitchFamily="18" charset="0"/>
                <a:ea typeface="+mj-ea"/>
                <a:cs typeface="+mj-cs"/>
              </a:rPr>
              <a:t>2</a:t>
            </a:r>
            <a:r>
              <a:rPr lang="vi-VN" dirty="0">
                <a:solidFill>
                  <a:schemeClr val="bg1"/>
                </a:solidFill>
                <a:latin typeface="Rockwell" panose="02060603020205020403" pitchFamily="18" charset="0"/>
                <a:ea typeface="+mj-ea"/>
                <a:cs typeface="+mj-cs"/>
              </a:rPr>
              <a:t>. Các mối đe dọa phổ biến gồm: SQL Injection, rò rỉ nội bộ, malware/ransomware, tấn công DBMS, truy cập trái phép.</a:t>
            </a:r>
          </a:p>
          <a:p>
            <a:pPr algn="l"/>
            <a:r>
              <a:rPr lang="vi-VN" dirty="0" smtClean="0">
                <a:solidFill>
                  <a:schemeClr val="bg1"/>
                </a:solidFill>
                <a:latin typeface="Rockwell" panose="02060603020205020403" pitchFamily="18" charset="0"/>
                <a:ea typeface="+mj-ea"/>
                <a:cs typeface="+mj-cs"/>
              </a:rPr>
              <a:t>3</a:t>
            </a:r>
            <a:r>
              <a:rPr lang="vi-VN" dirty="0">
                <a:solidFill>
                  <a:schemeClr val="bg1"/>
                </a:solidFill>
                <a:latin typeface="Rockwell" panose="02060603020205020403" pitchFamily="18" charset="0"/>
                <a:ea typeface="+mj-ea"/>
                <a:cs typeface="+mj-cs"/>
              </a:rPr>
              <a:t>. Nguyên tắc bảo mật CSDL:</a:t>
            </a:r>
          </a:p>
          <a:p>
            <a:pPr marL="800100" lvl="1" indent="-342900" algn="l">
              <a:buFont typeface="Arial" panose="020B0604020202020204" pitchFamily="34" charset="0"/>
              <a:buChar char="•"/>
            </a:pPr>
            <a:r>
              <a:rPr lang="vi-VN" sz="2400" dirty="0">
                <a:solidFill>
                  <a:schemeClr val="bg1"/>
                </a:solidFill>
                <a:latin typeface="Rockwell" panose="02060603020205020403" pitchFamily="18" charset="0"/>
                <a:ea typeface="+mj-ea"/>
                <a:cs typeface="+mj-cs"/>
              </a:rPr>
              <a:t>CIA (Confidentiality – Integrity – Availability).</a:t>
            </a:r>
          </a:p>
          <a:p>
            <a:pPr marL="800100" lvl="1" indent="-342900" algn="l">
              <a:buFont typeface="Arial" panose="020B0604020202020204" pitchFamily="34" charset="0"/>
              <a:buChar char="•"/>
            </a:pPr>
            <a:r>
              <a:rPr lang="vi-VN" sz="2400" dirty="0">
                <a:solidFill>
                  <a:schemeClr val="bg1"/>
                </a:solidFill>
                <a:latin typeface="Rockwell" panose="02060603020205020403" pitchFamily="18" charset="0"/>
                <a:ea typeface="+mj-ea"/>
                <a:cs typeface="+mj-cs"/>
              </a:rPr>
              <a:t>Least Privilege, Separation of Duties, Data Lifecycle Management.</a:t>
            </a:r>
          </a:p>
          <a:p>
            <a:pPr marL="800100" lvl="1" indent="-342900" algn="l">
              <a:buFont typeface="Arial" panose="020B0604020202020204" pitchFamily="34" charset="0"/>
              <a:buChar char="•"/>
            </a:pPr>
            <a:r>
              <a:rPr lang="vi-VN" sz="2400" dirty="0">
                <a:solidFill>
                  <a:schemeClr val="bg1"/>
                </a:solidFill>
                <a:latin typeface="Rockwell" panose="02060603020205020403" pitchFamily="18" charset="0"/>
                <a:ea typeface="+mj-ea"/>
                <a:cs typeface="+mj-cs"/>
              </a:rPr>
              <a:t>AAA (Authentication – Authorization – Accounting).</a:t>
            </a:r>
            <a:endParaRPr lang="en-US" sz="2400" dirty="0">
              <a:solidFill>
                <a:schemeClr val="bg1"/>
              </a:solidFill>
              <a:latin typeface="Rockwell" panose="02060603020205020403" pitchFamily="18" charset="0"/>
              <a:ea typeface="+mj-ea"/>
              <a:cs typeface="+mj-cs"/>
            </a:endParaRPr>
          </a:p>
        </p:txBody>
      </p:sp>
      <p:pic>
        <p:nvPicPr>
          <p:cNvPr id="15" name="Graphic 14" descr="Clipboard">
            <a:extLst>
              <a:ext uri="{FF2B5EF4-FFF2-40B4-BE49-F238E27FC236}">
                <a16:creationId xmlns:a16="http://schemas.microsoft.com/office/drawing/2014/main" id="{2A123BD8-A09C-49C0-98E8-54B55610A9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rot="20625611">
            <a:off x="9158743" y="3804329"/>
            <a:ext cx="3068244" cy="3068244"/>
          </a:xfrm>
          <a:prstGeom prst="rect">
            <a:avLst/>
          </a:prstGeom>
        </p:spPr>
      </p:pic>
      <p:pic>
        <p:nvPicPr>
          <p:cNvPr id="11" name="Graphic 10" descr="Microscope">
            <a:extLst>
              <a:ext uri="{FF2B5EF4-FFF2-40B4-BE49-F238E27FC236}">
                <a16:creationId xmlns:a16="http://schemas.microsoft.com/office/drawing/2014/main" id="{3CB00449-E308-4DF3-9CFD-9A7D30B672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rot="1338607" flipH="1">
            <a:off x="178752" y="161130"/>
            <a:ext cx="2684499" cy="2684499"/>
          </a:xfrm>
          <a:prstGeom prst="rect">
            <a:avLst/>
          </a:prstGeom>
        </p:spPr>
      </p:pic>
      <p:pic>
        <p:nvPicPr>
          <p:cNvPr id="13" name="Graphic 12" descr="Test tubes">
            <a:extLst>
              <a:ext uri="{FF2B5EF4-FFF2-40B4-BE49-F238E27FC236}">
                <a16:creationId xmlns:a16="http://schemas.microsoft.com/office/drawing/2014/main" id="{6A56DF0C-1331-406E-AEE6-06E0E59FB9A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rot="21078969">
            <a:off x="2845508" y="4247745"/>
            <a:ext cx="2609837" cy="2609837"/>
          </a:xfrm>
          <a:prstGeom prst="rect">
            <a:avLst/>
          </a:prstGeom>
        </p:spPr>
      </p:pic>
      <p:pic>
        <p:nvPicPr>
          <p:cNvPr id="7" name="Graphic 6" descr="Beaker">
            <a:extLst>
              <a:ext uri="{FF2B5EF4-FFF2-40B4-BE49-F238E27FC236}">
                <a16:creationId xmlns:a16="http://schemas.microsoft.com/office/drawing/2014/main" id="{88D22565-F42F-439B-A6A4-CF161165E6B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rot="1213697">
            <a:off x="8622" y="3682815"/>
            <a:ext cx="2989655" cy="2989655"/>
          </a:xfrm>
          <a:prstGeom prst="rect">
            <a:avLst/>
          </a:prstGeom>
        </p:spPr>
      </p:pic>
      <p:pic>
        <p:nvPicPr>
          <p:cNvPr id="9" name="Graphic 8" descr="Flask">
            <a:extLst>
              <a:ext uri="{FF2B5EF4-FFF2-40B4-BE49-F238E27FC236}">
                <a16:creationId xmlns:a16="http://schemas.microsoft.com/office/drawing/2014/main" id="{B46E3E84-D1E6-4422-AA93-3EE98A821B9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rot="20451125">
            <a:off x="5018091" y="3913634"/>
            <a:ext cx="2887871" cy="2887871"/>
          </a:xfrm>
          <a:prstGeom prst="rect">
            <a:avLst/>
          </a:prstGeom>
        </p:spPr>
      </p:pic>
      <p:pic>
        <p:nvPicPr>
          <p:cNvPr id="19" name="Graphic 18" descr="Ruler">
            <a:extLst>
              <a:ext uri="{FF2B5EF4-FFF2-40B4-BE49-F238E27FC236}">
                <a16:creationId xmlns:a16="http://schemas.microsoft.com/office/drawing/2014/main" id="{39130E3C-1E93-4315-AE76-13C55147DCF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 xmlns:asvg="http://schemas.microsoft.com/office/drawing/2016/SVG/main" r:embed="rId13"/>
              </a:ext>
            </a:extLst>
          </a:blip>
          <a:stretch>
            <a:fillRect/>
          </a:stretch>
        </p:blipFill>
        <p:spPr>
          <a:xfrm rot="19608170">
            <a:off x="7533681" y="4437027"/>
            <a:ext cx="1920302" cy="1920302"/>
          </a:xfrm>
          <a:prstGeom prst="rect">
            <a:avLst/>
          </a:prstGeom>
        </p:spPr>
      </p:pic>
      <p:pic>
        <p:nvPicPr>
          <p:cNvPr id="21" name="Graphic 20" descr="Pencil">
            <a:extLst>
              <a:ext uri="{FF2B5EF4-FFF2-40B4-BE49-F238E27FC236}">
                <a16:creationId xmlns:a16="http://schemas.microsoft.com/office/drawing/2014/main" id="{FFEC1660-205F-490E-800A-0D57D250BAE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 xmlns:asvg="http://schemas.microsoft.com/office/drawing/2016/SVG/main" r:embed="rId15"/>
              </a:ext>
            </a:extLst>
          </a:blip>
          <a:stretch>
            <a:fillRect/>
          </a:stretch>
        </p:blipFill>
        <p:spPr>
          <a:xfrm rot="20520790">
            <a:off x="10807084" y="4055592"/>
            <a:ext cx="1324884" cy="1324884"/>
          </a:xfrm>
          <a:prstGeom prst="rect">
            <a:avLst/>
          </a:prstGeom>
        </p:spPr>
      </p:pic>
    </p:spTree>
    <p:extLst>
      <p:ext uri="{BB962C8B-B14F-4D97-AF65-F5344CB8AC3E}">
        <p14:creationId xmlns:p14="http://schemas.microsoft.com/office/powerpoint/2010/main" val="24328151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5F415-7490-4054-85B4-10F7AE6D3385}"/>
              </a:ext>
            </a:extLst>
          </p:cNvPr>
          <p:cNvSpPr>
            <a:spLocks noGrp="1"/>
          </p:cNvSpPr>
          <p:nvPr>
            <p:ph type="ctrTitle"/>
          </p:nvPr>
        </p:nvSpPr>
        <p:spPr>
          <a:xfrm>
            <a:off x="1798358" y="129270"/>
            <a:ext cx="9403307" cy="944020"/>
          </a:xfrm>
        </p:spPr>
        <p:txBody>
          <a:bodyPr>
            <a:normAutofit/>
          </a:bodyPr>
          <a:lstStyle/>
          <a:p>
            <a:pPr algn="l"/>
            <a:r>
              <a:rPr lang="en-US" sz="3000" dirty="0" err="1" smtClean="0">
                <a:solidFill>
                  <a:schemeClr val="bg1"/>
                </a:solidFill>
                <a:latin typeface="Rockwell" panose="02060603020205020403" pitchFamily="18" charset="0"/>
              </a:rPr>
              <a:t>Những</a:t>
            </a:r>
            <a:r>
              <a:rPr lang="en-US" sz="3000" dirty="0" smtClean="0">
                <a:solidFill>
                  <a:schemeClr val="bg1"/>
                </a:solidFill>
                <a:latin typeface="Rockwell" panose="02060603020205020403" pitchFamily="18" charset="0"/>
              </a:rPr>
              <a:t> </a:t>
            </a:r>
            <a:r>
              <a:rPr lang="en-US" sz="3000" dirty="0" err="1" smtClean="0">
                <a:solidFill>
                  <a:schemeClr val="bg1"/>
                </a:solidFill>
                <a:latin typeface="Rockwell" panose="02060603020205020403" pitchFamily="18" charset="0"/>
              </a:rPr>
              <a:t>nội</a:t>
            </a:r>
            <a:r>
              <a:rPr lang="en-US" sz="3000" dirty="0" smtClean="0">
                <a:solidFill>
                  <a:schemeClr val="bg1"/>
                </a:solidFill>
                <a:latin typeface="Rockwell" panose="02060603020205020403" pitchFamily="18" charset="0"/>
              </a:rPr>
              <a:t> dung </a:t>
            </a:r>
            <a:r>
              <a:rPr lang="en-US" sz="3000" dirty="0" err="1" smtClean="0">
                <a:solidFill>
                  <a:schemeClr val="bg1"/>
                </a:solidFill>
                <a:latin typeface="Rockwell" panose="02060603020205020403" pitchFamily="18" charset="0"/>
              </a:rPr>
              <a:t>cần</a:t>
            </a:r>
            <a:r>
              <a:rPr lang="en-US" sz="3000" dirty="0" smtClean="0">
                <a:solidFill>
                  <a:schemeClr val="bg1"/>
                </a:solidFill>
                <a:latin typeface="Rockwell" panose="02060603020205020403" pitchFamily="18" charset="0"/>
              </a:rPr>
              <a:t> </a:t>
            </a:r>
            <a:r>
              <a:rPr lang="en-US" sz="3000" dirty="0" err="1" smtClean="0">
                <a:solidFill>
                  <a:schemeClr val="bg1"/>
                </a:solidFill>
                <a:latin typeface="Rockwell" panose="02060603020205020403" pitchFamily="18" charset="0"/>
              </a:rPr>
              <a:t>lưu</a:t>
            </a:r>
            <a:r>
              <a:rPr lang="en-US" sz="3000" dirty="0" smtClean="0">
                <a:solidFill>
                  <a:schemeClr val="bg1"/>
                </a:solidFill>
                <a:latin typeface="Rockwell" panose="02060603020205020403" pitchFamily="18" charset="0"/>
              </a:rPr>
              <a:t> </a:t>
            </a:r>
            <a:r>
              <a:rPr lang="en-US" sz="3000" dirty="0" smtClean="0">
                <a:solidFill>
                  <a:schemeClr val="bg1"/>
                </a:solidFill>
                <a:latin typeface="Rockwell" panose="02060603020205020403" pitchFamily="18" charset="0"/>
              </a:rPr>
              <a:t>ý:</a:t>
            </a:r>
            <a:endParaRPr lang="en-US" sz="3000" dirty="0">
              <a:solidFill>
                <a:schemeClr val="bg1"/>
              </a:solidFill>
              <a:latin typeface="Rockwell" panose="02060603020205020403" pitchFamily="18" charset="0"/>
            </a:endParaRPr>
          </a:p>
        </p:txBody>
      </p:sp>
      <p:sp>
        <p:nvSpPr>
          <p:cNvPr id="3" name="Subtitle 2">
            <a:extLst>
              <a:ext uri="{FF2B5EF4-FFF2-40B4-BE49-F238E27FC236}">
                <a16:creationId xmlns:a16="http://schemas.microsoft.com/office/drawing/2014/main" id="{D05F6415-1E7C-453D-B6B7-DBF76BDA691B}"/>
              </a:ext>
            </a:extLst>
          </p:cNvPr>
          <p:cNvSpPr>
            <a:spLocks noGrp="1"/>
          </p:cNvSpPr>
          <p:nvPr>
            <p:ph type="subTitle" idx="1"/>
          </p:nvPr>
        </p:nvSpPr>
        <p:spPr>
          <a:xfrm>
            <a:off x="1910692" y="1073290"/>
            <a:ext cx="9902236" cy="4372169"/>
          </a:xfrm>
        </p:spPr>
        <p:txBody>
          <a:bodyPr>
            <a:noAutofit/>
          </a:bodyPr>
          <a:lstStyle/>
          <a:p>
            <a:pPr algn="l"/>
            <a:r>
              <a:rPr lang="vi-VN" dirty="0" smtClean="0">
                <a:solidFill>
                  <a:schemeClr val="bg1"/>
                </a:solidFill>
                <a:latin typeface="Rockwell" panose="02060603020205020403" pitchFamily="18" charset="0"/>
                <a:ea typeface="+mj-ea"/>
                <a:cs typeface="+mj-cs"/>
              </a:rPr>
              <a:t>4</a:t>
            </a:r>
            <a:r>
              <a:rPr lang="vi-VN" dirty="0">
                <a:solidFill>
                  <a:schemeClr val="bg1"/>
                </a:solidFill>
                <a:latin typeface="Rockwell" panose="02060603020205020403" pitchFamily="18" charset="0"/>
                <a:ea typeface="+mj-ea"/>
                <a:cs typeface="+mj-cs"/>
              </a:rPr>
              <a:t>. Công cụ &amp; Giải pháp: Database Firewall, KMS, Data Masking, Tokenization, SIEM.</a:t>
            </a:r>
          </a:p>
          <a:p>
            <a:pPr algn="l"/>
            <a:r>
              <a:rPr lang="vi-VN" dirty="0" smtClean="0">
                <a:solidFill>
                  <a:schemeClr val="bg1"/>
                </a:solidFill>
                <a:latin typeface="Rockwell" panose="02060603020205020403" pitchFamily="18" charset="0"/>
                <a:ea typeface="+mj-ea"/>
                <a:cs typeface="+mj-cs"/>
              </a:rPr>
              <a:t>5</a:t>
            </a:r>
            <a:r>
              <a:rPr lang="vi-VN" dirty="0">
                <a:solidFill>
                  <a:schemeClr val="bg1"/>
                </a:solidFill>
                <a:latin typeface="Rockwell" panose="02060603020205020403" pitchFamily="18" charset="0"/>
                <a:ea typeface="+mj-ea"/>
                <a:cs typeface="+mj-cs"/>
              </a:rPr>
              <a:t>. Xu hướng hiện đại:</a:t>
            </a:r>
          </a:p>
          <a:p>
            <a:pPr marL="800100" lvl="1" indent="-342900" algn="l">
              <a:buFont typeface="Arial" panose="020B0604020202020204" pitchFamily="34" charset="0"/>
              <a:buChar char="•"/>
            </a:pPr>
            <a:r>
              <a:rPr lang="vi-VN" sz="2400" dirty="0">
                <a:solidFill>
                  <a:schemeClr val="bg1"/>
                </a:solidFill>
                <a:latin typeface="Rockwell" panose="02060603020205020403" pitchFamily="18" charset="0"/>
                <a:ea typeface="+mj-ea"/>
                <a:cs typeface="+mj-cs"/>
              </a:rPr>
              <a:t>Bảo mật CSDL trên đám mây.</a:t>
            </a:r>
          </a:p>
          <a:p>
            <a:pPr marL="800100" lvl="1" indent="-342900" algn="l">
              <a:buFont typeface="Arial" panose="020B0604020202020204" pitchFamily="34" charset="0"/>
              <a:buChar char="•"/>
            </a:pPr>
            <a:r>
              <a:rPr lang="vi-VN" sz="2400" dirty="0">
                <a:solidFill>
                  <a:schemeClr val="bg1"/>
                </a:solidFill>
                <a:latin typeface="Rockwell" panose="02060603020205020403" pitchFamily="18" charset="0"/>
                <a:ea typeface="+mj-ea"/>
                <a:cs typeface="+mj-cs"/>
              </a:rPr>
              <a:t>Zero Trust cho dữ liệu.</a:t>
            </a:r>
          </a:p>
          <a:p>
            <a:pPr marL="800100" lvl="1" indent="-342900" algn="l">
              <a:buFont typeface="Arial" panose="020B0604020202020204" pitchFamily="34" charset="0"/>
              <a:buChar char="•"/>
            </a:pPr>
            <a:r>
              <a:rPr lang="vi-VN" sz="2400" dirty="0">
                <a:solidFill>
                  <a:schemeClr val="bg1"/>
                </a:solidFill>
                <a:latin typeface="Rockwell" panose="02060603020205020403" pitchFamily="18" charset="0"/>
                <a:ea typeface="+mj-ea"/>
                <a:cs typeface="+mj-cs"/>
              </a:rPr>
              <a:t>AI/ML phát hiện bất thường.</a:t>
            </a:r>
          </a:p>
          <a:p>
            <a:pPr marL="800100" lvl="1" indent="-342900" algn="l">
              <a:buFont typeface="Arial" panose="020B0604020202020204" pitchFamily="34" charset="0"/>
              <a:buChar char="•"/>
            </a:pPr>
            <a:r>
              <a:rPr lang="vi-VN" sz="2400" dirty="0">
                <a:solidFill>
                  <a:schemeClr val="bg1"/>
                </a:solidFill>
                <a:latin typeface="Rockwell" panose="02060603020205020403" pitchFamily="18" charset="0"/>
                <a:ea typeface="+mj-ea"/>
                <a:cs typeface="+mj-cs"/>
              </a:rPr>
              <a:t>Tuân thủ GDPR, HIPAA, PCI DSS.</a:t>
            </a:r>
          </a:p>
          <a:p>
            <a:pPr algn="l"/>
            <a:r>
              <a:rPr lang="vi-VN" dirty="0" smtClean="0">
                <a:solidFill>
                  <a:schemeClr val="bg1"/>
                </a:solidFill>
                <a:latin typeface="Rockwell" panose="02060603020205020403" pitchFamily="18" charset="0"/>
                <a:ea typeface="+mj-ea"/>
                <a:cs typeface="+mj-cs"/>
              </a:rPr>
              <a:t>6</a:t>
            </a:r>
            <a:r>
              <a:rPr lang="vi-VN" dirty="0">
                <a:solidFill>
                  <a:schemeClr val="bg1"/>
                </a:solidFill>
                <a:latin typeface="Rockwell" panose="02060603020205020403" pitchFamily="18" charset="0"/>
                <a:ea typeface="+mj-ea"/>
                <a:cs typeface="+mj-cs"/>
              </a:rPr>
              <a:t>. Vai trò của lập trình viên &amp; quản trị viên: viết code an toàn, quản lý mật khẩu đúng chuẩn, cập nhật bản vá, đào tạo nâng cao nhận thức.</a:t>
            </a:r>
            <a:endParaRPr lang="en-US" sz="2400" dirty="0">
              <a:solidFill>
                <a:schemeClr val="bg1"/>
              </a:solidFill>
              <a:latin typeface="Rockwell" panose="02060603020205020403" pitchFamily="18" charset="0"/>
              <a:ea typeface="+mj-ea"/>
              <a:cs typeface="+mj-cs"/>
            </a:endParaRPr>
          </a:p>
        </p:txBody>
      </p:sp>
      <p:pic>
        <p:nvPicPr>
          <p:cNvPr id="15" name="Graphic 14" descr="Clipboard">
            <a:extLst>
              <a:ext uri="{FF2B5EF4-FFF2-40B4-BE49-F238E27FC236}">
                <a16:creationId xmlns:a16="http://schemas.microsoft.com/office/drawing/2014/main" id="{2A123BD8-A09C-49C0-98E8-54B55610A9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rot="20625611">
            <a:off x="9074711" y="4195353"/>
            <a:ext cx="2678761" cy="2678761"/>
          </a:xfrm>
          <a:prstGeom prst="rect">
            <a:avLst/>
          </a:prstGeom>
        </p:spPr>
      </p:pic>
      <p:pic>
        <p:nvPicPr>
          <p:cNvPr id="11" name="Graphic 10" descr="Microscope">
            <a:extLst>
              <a:ext uri="{FF2B5EF4-FFF2-40B4-BE49-F238E27FC236}">
                <a16:creationId xmlns:a16="http://schemas.microsoft.com/office/drawing/2014/main" id="{3CB00449-E308-4DF3-9CFD-9A7D30B672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rot="1338607" flipH="1">
            <a:off x="178752" y="161130"/>
            <a:ext cx="2684499" cy="2684499"/>
          </a:xfrm>
          <a:prstGeom prst="rect">
            <a:avLst/>
          </a:prstGeom>
        </p:spPr>
      </p:pic>
      <p:pic>
        <p:nvPicPr>
          <p:cNvPr id="13" name="Graphic 12" descr="Test tubes">
            <a:extLst>
              <a:ext uri="{FF2B5EF4-FFF2-40B4-BE49-F238E27FC236}">
                <a16:creationId xmlns:a16="http://schemas.microsoft.com/office/drawing/2014/main" id="{6A56DF0C-1331-406E-AEE6-06E0E59FB9A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rot="21078969">
            <a:off x="2872417" y="4602149"/>
            <a:ext cx="2278544" cy="2278544"/>
          </a:xfrm>
          <a:prstGeom prst="rect">
            <a:avLst/>
          </a:prstGeom>
        </p:spPr>
      </p:pic>
      <p:pic>
        <p:nvPicPr>
          <p:cNvPr id="7" name="Graphic 6" descr="Beaker">
            <a:extLst>
              <a:ext uri="{FF2B5EF4-FFF2-40B4-BE49-F238E27FC236}">
                <a16:creationId xmlns:a16="http://schemas.microsoft.com/office/drawing/2014/main" id="{88D22565-F42F-439B-A6A4-CF161165E6B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rot="1213697">
            <a:off x="440734" y="4193986"/>
            <a:ext cx="2610148" cy="2610148"/>
          </a:xfrm>
          <a:prstGeom prst="rect">
            <a:avLst/>
          </a:prstGeom>
        </p:spPr>
      </p:pic>
      <p:pic>
        <p:nvPicPr>
          <p:cNvPr id="9" name="Graphic 8" descr="Flask">
            <a:extLst>
              <a:ext uri="{FF2B5EF4-FFF2-40B4-BE49-F238E27FC236}">
                <a16:creationId xmlns:a16="http://schemas.microsoft.com/office/drawing/2014/main" id="{B46E3E84-D1E6-4422-AA93-3EE98A821B9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rot="20451125">
            <a:off x="5088353" y="4330201"/>
            <a:ext cx="2521285" cy="2521285"/>
          </a:xfrm>
          <a:prstGeom prst="rect">
            <a:avLst/>
          </a:prstGeom>
        </p:spPr>
      </p:pic>
      <p:pic>
        <p:nvPicPr>
          <p:cNvPr id="19" name="Graphic 18" descr="Ruler">
            <a:extLst>
              <a:ext uri="{FF2B5EF4-FFF2-40B4-BE49-F238E27FC236}">
                <a16:creationId xmlns:a16="http://schemas.microsoft.com/office/drawing/2014/main" id="{39130E3C-1E93-4315-AE76-13C55147DCF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 xmlns:asvg="http://schemas.microsoft.com/office/drawing/2016/SVG/main" r:embed="rId13"/>
              </a:ext>
            </a:extLst>
          </a:blip>
          <a:stretch>
            <a:fillRect/>
          </a:stretch>
        </p:blipFill>
        <p:spPr>
          <a:xfrm rot="19608170">
            <a:off x="7620306" y="4727630"/>
            <a:ext cx="1676539" cy="1676539"/>
          </a:xfrm>
          <a:prstGeom prst="rect">
            <a:avLst/>
          </a:prstGeom>
        </p:spPr>
      </p:pic>
      <p:pic>
        <p:nvPicPr>
          <p:cNvPr id="21" name="Graphic 20" descr="Pencil">
            <a:extLst>
              <a:ext uri="{FF2B5EF4-FFF2-40B4-BE49-F238E27FC236}">
                <a16:creationId xmlns:a16="http://schemas.microsoft.com/office/drawing/2014/main" id="{FFEC1660-205F-490E-800A-0D57D250BAE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 xmlns:asvg="http://schemas.microsoft.com/office/drawing/2016/SVG/main" r:embed="rId15"/>
              </a:ext>
            </a:extLst>
          </a:blip>
          <a:stretch>
            <a:fillRect/>
          </a:stretch>
        </p:blipFill>
        <p:spPr>
          <a:xfrm rot="20520790">
            <a:off x="10657273" y="4434388"/>
            <a:ext cx="1156703" cy="1156703"/>
          </a:xfrm>
          <a:prstGeom prst="rect">
            <a:avLst/>
          </a:prstGeom>
        </p:spPr>
      </p:pic>
    </p:spTree>
    <p:extLst>
      <p:ext uri="{BB962C8B-B14F-4D97-AF65-F5344CB8AC3E}">
        <p14:creationId xmlns:p14="http://schemas.microsoft.com/office/powerpoint/2010/main" val="203718721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3787325_Lab safety_AAS_v3" id="{898BC5E2-691B-4B41-A97D-F35AD4FFF20D}" vid="{295F60D3-032D-43CA-A300-E4752067AD50}"/>
    </a:ext>
  </a:extLst>
</a:theme>
</file>

<file path=ppt/theme/theme2.xml><?xml version="1.0" encoding="utf-8"?>
<a:theme xmlns:a="http://schemas.openxmlformats.org/drawingml/2006/main" name="Crop">
  <a:themeElements>
    <a:clrScheme name="Custom 27">
      <a:dk1>
        <a:sysClr val="windowText" lastClr="000000"/>
      </a:dk1>
      <a:lt1>
        <a:sysClr val="window" lastClr="FFFFFF"/>
      </a:lt1>
      <a:dk2>
        <a:srgbClr val="1F497D"/>
      </a:dk2>
      <a:lt2>
        <a:srgbClr val="EEECE1"/>
      </a:lt2>
      <a:accent1>
        <a:srgbClr val="4F81BD"/>
      </a:accent1>
      <a:accent2>
        <a:srgbClr val="C0504D"/>
      </a:accent2>
      <a:accent3>
        <a:srgbClr val="76923C"/>
      </a:accent3>
      <a:accent4>
        <a:srgbClr val="8064A2"/>
      </a:accent4>
      <a:accent5>
        <a:srgbClr val="4BACC6"/>
      </a:accent5>
      <a:accent6>
        <a:srgbClr val="F79646"/>
      </a:accent6>
      <a:hlink>
        <a:srgbClr val="0000FF"/>
      </a:hlink>
      <a:folHlink>
        <a:srgbClr val="800080"/>
      </a:folHlink>
    </a:clrScheme>
    <a:fontScheme name="Custom 9">
      <a:majorFont>
        <a:latin typeface="Impact"/>
        <a:ea typeface=""/>
        <a:cs typeface=""/>
      </a:majorFont>
      <a:minorFont>
        <a:latin typeface="Arial"/>
        <a:ea typeface=""/>
        <a:cs typeface=""/>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dk1">
            <a:shade val="50000"/>
          </a:schemeClr>
        </a:lnRef>
        <a:fillRef idx="1">
          <a:schemeClr val="dk1"/>
        </a:fillRef>
        <a:effectRef idx="0">
          <a:schemeClr val="dk1"/>
        </a:effectRef>
        <a:fontRef idx="minor">
          <a:schemeClr val="lt1"/>
        </a:fontRef>
      </a:style>
    </a:spDef>
  </a:objectDefaults>
  <a:extraClrSchemeLst/>
  <a:extLst>
    <a:ext uri="{05A4C25C-085E-4340-85A3-A5531E510DB2}">
      <thm15:themeFamily xmlns:thm15="http://schemas.microsoft.com/office/thememl/2012/main" name="TF22874644_Trading cards_AAS_v3" id="{4E496154-558D-4612-A753-0794614ED79B}" vid="{A8FAAD10-755F-4F52-9B7F-8A15476B6C2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04BA817-A03C-4EA3-86C4-6E42BD37F523}">
  <ds:schemaRefs>
    <ds:schemaRef ds:uri="http://schemas.microsoft.com/sharepoint/v3/contenttype/forms"/>
  </ds:schemaRefs>
</ds:datastoreItem>
</file>

<file path=customXml/itemProps2.xml><?xml version="1.0" encoding="utf-8"?>
<ds:datastoreItem xmlns:ds="http://schemas.openxmlformats.org/officeDocument/2006/customXml" ds:itemID="{D0096A91-93C8-4C7A-BF68-944591874A6D}">
  <ds:schemaRefs>
    <ds:schemaRef ds:uri="http://www.w3.org/XML/1998/namespace"/>
    <ds:schemaRef ds:uri="http://schemas.microsoft.com/office/2006/documentManagement/types"/>
    <ds:schemaRef ds:uri="http://purl.org/dc/elements/1.1/"/>
    <ds:schemaRef ds:uri="71af3243-3dd4-4a8d-8c0d-dd76da1f02a5"/>
    <ds:schemaRef ds:uri="http://purl.org/dc/terms/"/>
    <ds:schemaRef ds:uri="http://purl.org/dc/dcmitype/"/>
    <ds:schemaRef ds:uri="http://schemas.microsoft.com/office/2006/metadata/properties"/>
    <ds:schemaRef ds:uri="http://schemas.microsoft.com/office/infopath/2007/PartnerControls"/>
    <ds:schemaRef ds:uri="http://schemas.openxmlformats.org/package/2006/metadata/core-properties"/>
    <ds:schemaRef ds:uri="16c05727-aa75-4e4a-9b5f-8a80a1165891"/>
  </ds:schemaRefs>
</ds:datastoreItem>
</file>

<file path=customXml/itemProps3.xml><?xml version="1.0" encoding="utf-8"?>
<ds:datastoreItem xmlns:ds="http://schemas.openxmlformats.org/officeDocument/2006/customXml" ds:itemID="{19E59094-1E6F-42D5-A62B-D0344AFFFA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Lab safety</Template>
  <TotalTime>0</TotalTime>
  <Words>5162</Words>
  <Application>Microsoft Office PowerPoint</Application>
  <PresentationFormat>Widescreen</PresentationFormat>
  <Paragraphs>401</Paragraphs>
  <Slides>50</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50</vt:i4>
      </vt:variant>
    </vt:vector>
  </HeadingPairs>
  <TitlesOfParts>
    <vt:vector size="61" baseType="lpstr">
      <vt:lpstr>Arial</vt:lpstr>
      <vt:lpstr>Bell MT</vt:lpstr>
      <vt:lpstr>Calibri</vt:lpstr>
      <vt:lpstr>Calibri Light</vt:lpstr>
      <vt:lpstr>Franklin Gothic Book</vt:lpstr>
      <vt:lpstr>Impact</vt:lpstr>
      <vt:lpstr>Rockwell</vt:lpstr>
      <vt:lpstr>Segoe UI Emoji</vt:lpstr>
      <vt:lpstr>Tahoma</vt:lpstr>
      <vt:lpstr>Office Theme</vt:lpstr>
      <vt:lpstr>Crop</vt:lpstr>
      <vt:lpstr> Bảo mật  Ứng dụng và Hệ thống</vt:lpstr>
      <vt:lpstr>BẢO MẬT ỨNG DỤNG VÀ HỆ THỐNG   CSE702005-1-1-25 (N03)</vt:lpstr>
      <vt:lpstr>BÀI 4: BẢO MẬT CƠ SỞ DỮ LIỆU</vt:lpstr>
      <vt:lpstr>PowerPoint Presentation</vt:lpstr>
      <vt:lpstr>4.1. Khái niệm và tầm quan trọng của bảo mật CSDL</vt:lpstr>
      <vt:lpstr>4.1. Khái niệm và tầm quan trọng của bảo mật CSDL</vt:lpstr>
      <vt:lpstr>4.1. Khái niệm và tầm quan trọng của bảo mật CSDL</vt:lpstr>
      <vt:lpstr>4.1. Khái niệm và tầm quan trọng của bảo mật CSDL</vt:lpstr>
      <vt:lpstr>4.2. Các mối đe doạ đối với CSDL </vt:lpstr>
      <vt:lpstr>4.2. Các mối đe doạ đối với CSDL </vt:lpstr>
      <vt:lpstr>4.2. Các mối đe doạ đối với CSDL </vt:lpstr>
      <vt:lpstr>4.2. Các mối đe doạ đối với CSDL </vt:lpstr>
      <vt:lpstr>4.2. Các mối đe doạ đối với CSDL </vt:lpstr>
      <vt:lpstr>4.3. Các nguyên tắc bảo mật CSDL  </vt:lpstr>
      <vt:lpstr>4.3. Các nguyên tắc bảo mật CSDL  </vt:lpstr>
      <vt:lpstr>4.3. Các nguyên tắc bảo mật CSDL  </vt:lpstr>
      <vt:lpstr>4.3. Các nguyên tắc bảo mật CSDL  </vt:lpstr>
      <vt:lpstr>4.3. Các nguyên tắc bảo mật CSDL  </vt:lpstr>
      <vt:lpstr>4.3. Các nguyên tắc bảo mật CSDL  </vt:lpstr>
      <vt:lpstr>4.3. Các nguyên tắc bảo mật CSDL  </vt:lpstr>
      <vt:lpstr>4.3. Các nguyên tắc bảo mật CSDL  </vt:lpstr>
      <vt:lpstr>4.4. Các nguyên tắc bảo mật dữ liệu  </vt:lpstr>
      <vt:lpstr>4.4. Các nguyên tắc bảo mật dữ liệu  </vt:lpstr>
      <vt:lpstr>4.4. Các nguyên tắc bảo mật dữ liệu  </vt:lpstr>
      <vt:lpstr>4.5. Công cụ &amp; Giải pháp bảo mật CSDL  </vt:lpstr>
      <vt:lpstr>4.5. Công cụ &amp; Giải pháp bảo mật CSDL  </vt:lpstr>
      <vt:lpstr>4.5. Công cụ &amp; Giải pháp bảo mật CSDL  </vt:lpstr>
      <vt:lpstr>4.5. Công cụ &amp; Giải pháp bảo mật CSDL  </vt:lpstr>
      <vt:lpstr>4.5. Công cụ &amp; Giải pháp bảo mật CSDL  </vt:lpstr>
      <vt:lpstr>4.6. Xu hướng hiện đại trong bảo mật CSDL  </vt:lpstr>
      <vt:lpstr>4.6. Xu hướng hiện đại trong bảo mật CSDL  </vt:lpstr>
      <vt:lpstr>4.6. Xu hướng hiện đại trong bảo mật CSDL  </vt:lpstr>
      <vt:lpstr>4.6. Xu hướng hiện đại trong bảo mật CSDL  </vt:lpstr>
      <vt:lpstr>4.7. Bảo mật CSDL dưới góc độ lập trình  </vt:lpstr>
      <vt:lpstr>4.7. Bảo mật CSDL dưới góc độ lập trình  </vt:lpstr>
      <vt:lpstr>4.7. Bảo mật CSDL dưới góc độ lập trình  </vt:lpstr>
      <vt:lpstr>4.7. Bảo mật CSDL dưới góc độ lập trình  </vt:lpstr>
      <vt:lpstr>4.7. Bảo mật CSDL dưới góc độ lập trình  </vt:lpstr>
      <vt:lpstr>4.7. Bảo mật CSDL dưới góc độ lập trình  </vt:lpstr>
      <vt:lpstr>4.7. Bảo mật CSDL dưới góc độ lập trình  </vt:lpstr>
      <vt:lpstr>4.7. Bảo mật CSDL dưới góc độ lập trình  </vt:lpstr>
      <vt:lpstr>4.7. Bảo mật CSDL dưới góc độ lập trình  </vt:lpstr>
      <vt:lpstr>4.7. Bảo mật CSDL dưới góc độ lập trình  </vt:lpstr>
      <vt:lpstr>4.7. Bảo mật CSDL dưới góc độ lập trình  </vt:lpstr>
      <vt:lpstr>4.7. Bảo mật CSDL dưới góc độ lập trình  </vt:lpstr>
      <vt:lpstr>4.7. Bảo mật CSDL dưới góc độ lập trình  </vt:lpstr>
      <vt:lpstr>4.7. Bảo mật CSDL dưới góc độ lập trình  </vt:lpstr>
      <vt:lpstr>4.7. Bảo mật CSDL dưới góc độ lập trình  </vt:lpstr>
      <vt:lpstr>Những nội dung cần lưu ý:</vt:lpstr>
      <vt:lpstr>Những nội dung cần lưu ý:</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2025-08-05T15:12:50Z</dcterms:created>
  <dcterms:modified xsi:type="dcterms:W3CDTF">2025-09-06T15:17:38Z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