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4"/>
    <p:sldMasterId id="2147483658" r:id="rId5"/>
  </p:sldMasterIdLst>
  <p:notesMasterIdLst>
    <p:notesMasterId r:id="rId57"/>
  </p:notesMasterIdLst>
  <p:sldIdLst>
    <p:sldId id="256" r:id="rId6"/>
    <p:sldId id="257" r:id="rId7"/>
    <p:sldId id="261" r:id="rId8"/>
    <p:sldId id="313" r:id="rId9"/>
    <p:sldId id="354" r:id="rId10"/>
    <p:sldId id="355" r:id="rId11"/>
    <p:sldId id="356" r:id="rId12"/>
    <p:sldId id="357" r:id="rId13"/>
    <p:sldId id="358" r:id="rId14"/>
    <p:sldId id="359" r:id="rId15"/>
    <p:sldId id="360" r:id="rId16"/>
    <p:sldId id="361" r:id="rId17"/>
    <p:sldId id="362" r:id="rId18"/>
    <p:sldId id="363" r:id="rId19"/>
    <p:sldId id="364" r:id="rId20"/>
    <p:sldId id="365" r:id="rId21"/>
    <p:sldId id="366" r:id="rId22"/>
    <p:sldId id="367" r:id="rId23"/>
    <p:sldId id="368" r:id="rId24"/>
    <p:sldId id="369" r:id="rId25"/>
    <p:sldId id="370" r:id="rId26"/>
    <p:sldId id="371" r:id="rId27"/>
    <p:sldId id="372" r:id="rId28"/>
    <p:sldId id="375" r:id="rId29"/>
    <p:sldId id="376" r:id="rId30"/>
    <p:sldId id="377" r:id="rId31"/>
    <p:sldId id="378" r:id="rId32"/>
    <p:sldId id="379" r:id="rId33"/>
    <p:sldId id="373" r:id="rId34"/>
    <p:sldId id="380" r:id="rId35"/>
    <p:sldId id="381" r:id="rId36"/>
    <p:sldId id="382" r:id="rId37"/>
    <p:sldId id="383" r:id="rId38"/>
    <p:sldId id="384" r:id="rId39"/>
    <p:sldId id="374" r:id="rId40"/>
    <p:sldId id="385" r:id="rId41"/>
    <p:sldId id="386" r:id="rId42"/>
    <p:sldId id="387" r:id="rId43"/>
    <p:sldId id="390" r:id="rId44"/>
    <p:sldId id="391" r:id="rId45"/>
    <p:sldId id="392" r:id="rId46"/>
    <p:sldId id="393" r:id="rId47"/>
    <p:sldId id="394" r:id="rId48"/>
    <p:sldId id="388" r:id="rId49"/>
    <p:sldId id="398" r:id="rId50"/>
    <p:sldId id="389" r:id="rId51"/>
    <p:sldId id="396" r:id="rId52"/>
    <p:sldId id="397" r:id="rId53"/>
    <p:sldId id="395" r:id="rId54"/>
    <p:sldId id="353" r:id="rId55"/>
    <p:sldId id="399" r:id="rId5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a:srgbClr val="FF00FF"/>
    <a:srgbClr val="260A8E"/>
    <a:srgbClr val="FFD34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3184" autoAdjust="0"/>
  </p:normalViewPr>
  <p:slideViewPr>
    <p:cSldViewPr snapToGrid="0">
      <p:cViewPr varScale="1">
        <p:scale>
          <a:sx n="70" d="100"/>
          <a:sy n="70" d="100"/>
        </p:scale>
        <p:origin x="66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presProps" Target="presProps.xml"/><Relationship Id="rId5" Type="http://schemas.openxmlformats.org/officeDocument/2006/relationships/slideMaster" Target="slideMasters/slideMaster2.xml"/><Relationship Id="rId61" Type="http://schemas.openxmlformats.org/officeDocument/2006/relationships/tableStyles" Target="tableStyles.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viewProps" Target="viewProps.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notesMaster" Target="notesMasters/notesMaster1.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F9B0E6-B9BF-4E2D-AE08-8C7EBB196A2E}" type="datetimeFigureOut">
              <a:rPr lang="en-US" smtClean="0"/>
              <a:t>9/6/2025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853816F-A1CF-4485-B308-1B9F14B36EAD}" type="slidenum">
              <a:rPr lang="en-US" smtClean="0"/>
              <a:t>‹#›</a:t>
            </a:fld>
            <a:endParaRPr lang="en-US"/>
          </a:p>
        </p:txBody>
      </p:sp>
    </p:spTree>
    <p:extLst>
      <p:ext uri="{BB962C8B-B14F-4D97-AF65-F5344CB8AC3E}">
        <p14:creationId xmlns:p14="http://schemas.microsoft.com/office/powerpoint/2010/main" val="17268391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0C5E7-B1A1-4648-89D2-17B0F1E7F5B3}"/>
              </a:ext>
            </a:extLst>
          </p:cNvPr>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a:extLst>
              <a:ext uri="{FF2B5EF4-FFF2-40B4-BE49-F238E27FC236}">
                <a16:creationId xmlns:a16="http://schemas.microsoft.com/office/drawing/2014/main" id="{5D140298-3E00-4E73-B947-697E6928286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a:extLst>
              <a:ext uri="{FF2B5EF4-FFF2-40B4-BE49-F238E27FC236}">
                <a16:creationId xmlns:a16="http://schemas.microsoft.com/office/drawing/2014/main" id="{A6BB99EB-0E86-4FEA-A9C4-501D4E755A2B}"/>
              </a:ext>
            </a:extLst>
          </p:cNvPr>
          <p:cNvSpPr>
            <a:spLocks noGrp="1"/>
          </p:cNvSpPr>
          <p:nvPr>
            <p:ph type="dt" sz="half" idx="10"/>
          </p:nvPr>
        </p:nvSpPr>
        <p:spPr/>
        <p:txBody>
          <a:bodyPr/>
          <a:lstStyle/>
          <a:p>
            <a:fld id="{3133F5E9-5DAC-4C4A-9DF5-C2B87276BCC8}" type="datetimeFigureOut">
              <a:rPr lang="en-US" smtClean="0"/>
              <a:t>9/6/2025</a:t>
            </a:fld>
            <a:endParaRPr lang="en-US" dirty="0"/>
          </a:p>
        </p:txBody>
      </p:sp>
      <p:sp>
        <p:nvSpPr>
          <p:cNvPr id="5" name="Footer Placeholder 4">
            <a:extLst>
              <a:ext uri="{FF2B5EF4-FFF2-40B4-BE49-F238E27FC236}">
                <a16:creationId xmlns:a16="http://schemas.microsoft.com/office/drawing/2014/main" id="{6731F536-58DF-4935-AE3B-7A08C03124E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E995127-BE30-42B7-9BE5-B83CC6A2E685}"/>
              </a:ext>
            </a:extLst>
          </p:cNvPr>
          <p:cNvSpPr>
            <a:spLocks noGrp="1"/>
          </p:cNvSpPr>
          <p:nvPr>
            <p:ph type="sldNum" sz="quarter" idx="12"/>
          </p:nvPr>
        </p:nvSpPr>
        <p:spPr/>
        <p:txBody>
          <a:bodyPr/>
          <a:lstStyle/>
          <a:p>
            <a:fld id="{ACEC5C30-0B3A-4B13-ADDD-7C63C8AA921B}" type="slidenum">
              <a:rPr lang="en-US" smtClean="0"/>
              <a:t>‹#›</a:t>
            </a:fld>
            <a:endParaRPr lang="en-US" dirty="0"/>
          </a:p>
        </p:txBody>
      </p:sp>
    </p:spTree>
    <p:extLst>
      <p:ext uri="{BB962C8B-B14F-4D97-AF65-F5344CB8AC3E}">
        <p14:creationId xmlns:p14="http://schemas.microsoft.com/office/powerpoint/2010/main" val="30097518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AAE108-9C7F-4CDC-AD71-B576580A199F}"/>
              </a:ext>
            </a:extLst>
          </p:cNvPr>
          <p:cNvSpPr>
            <a:spLocks noGrp="1"/>
          </p:cNvSpPr>
          <p:nvPr>
            <p:ph type="title"/>
          </p:nvPr>
        </p:nvSpPr>
        <p:spPr/>
        <p:txBody>
          <a:bodyPr/>
          <a:lstStyle/>
          <a:p>
            <a:r>
              <a:rPr lang="en-US" smtClean="0"/>
              <a:t>Click to edit Master title style</a:t>
            </a:r>
            <a:endParaRPr lang="en-US"/>
          </a:p>
        </p:txBody>
      </p:sp>
      <p:sp>
        <p:nvSpPr>
          <p:cNvPr id="3" name="Content Placeholder 2">
            <a:extLst>
              <a:ext uri="{FF2B5EF4-FFF2-40B4-BE49-F238E27FC236}">
                <a16:creationId xmlns:a16="http://schemas.microsoft.com/office/drawing/2014/main" id="{5A103746-779A-435F-995A-5BF82C86C297}"/>
              </a:ext>
            </a:extLst>
          </p:cNvPr>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a:extLst>
              <a:ext uri="{FF2B5EF4-FFF2-40B4-BE49-F238E27FC236}">
                <a16:creationId xmlns:a16="http://schemas.microsoft.com/office/drawing/2014/main" id="{5984E866-B322-455F-AC32-8C164B8CD9C7}"/>
              </a:ext>
            </a:extLst>
          </p:cNvPr>
          <p:cNvSpPr>
            <a:spLocks noGrp="1"/>
          </p:cNvSpPr>
          <p:nvPr>
            <p:ph type="dt" sz="half" idx="10"/>
          </p:nvPr>
        </p:nvSpPr>
        <p:spPr/>
        <p:txBody>
          <a:bodyPr/>
          <a:lstStyle/>
          <a:p>
            <a:fld id="{3133F5E9-5DAC-4C4A-9DF5-C2B87276BCC8}" type="datetimeFigureOut">
              <a:rPr lang="en-US" smtClean="0"/>
              <a:t>9/6/2025</a:t>
            </a:fld>
            <a:endParaRPr lang="en-US" dirty="0"/>
          </a:p>
        </p:txBody>
      </p:sp>
      <p:sp>
        <p:nvSpPr>
          <p:cNvPr id="5" name="Footer Placeholder 4">
            <a:extLst>
              <a:ext uri="{FF2B5EF4-FFF2-40B4-BE49-F238E27FC236}">
                <a16:creationId xmlns:a16="http://schemas.microsoft.com/office/drawing/2014/main" id="{AC0D61E0-F80F-48E7-A817-F1CECBEE9A3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BF34AFC-4299-43F1-A312-79EF0102CEFF}"/>
              </a:ext>
            </a:extLst>
          </p:cNvPr>
          <p:cNvSpPr>
            <a:spLocks noGrp="1"/>
          </p:cNvSpPr>
          <p:nvPr>
            <p:ph type="sldNum" sz="quarter" idx="12"/>
          </p:nvPr>
        </p:nvSpPr>
        <p:spPr/>
        <p:txBody>
          <a:bodyPr/>
          <a:lstStyle/>
          <a:p>
            <a:fld id="{ACEC5C30-0B3A-4B13-ADDD-7C63C8AA921B}" type="slidenum">
              <a:rPr lang="en-US" smtClean="0"/>
              <a:t>‹#›</a:t>
            </a:fld>
            <a:endParaRPr lang="en-US" dirty="0"/>
          </a:p>
        </p:txBody>
      </p:sp>
    </p:spTree>
    <p:extLst>
      <p:ext uri="{BB962C8B-B14F-4D97-AF65-F5344CB8AC3E}">
        <p14:creationId xmlns:p14="http://schemas.microsoft.com/office/powerpoint/2010/main" val="15527462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1E1D3E-E4B6-4EAA-BFB4-25A0557A6CB8}"/>
              </a:ext>
            </a:extLst>
          </p:cNvPr>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a:extLst>
              <a:ext uri="{FF2B5EF4-FFF2-40B4-BE49-F238E27FC236}">
                <a16:creationId xmlns:a16="http://schemas.microsoft.com/office/drawing/2014/main" id="{6F7E0856-45A8-4EAD-A9D6-8A993968A1A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a:extLst>
              <a:ext uri="{FF2B5EF4-FFF2-40B4-BE49-F238E27FC236}">
                <a16:creationId xmlns:a16="http://schemas.microsoft.com/office/drawing/2014/main" id="{E90EEBE1-2BAF-4C94-8403-6E8454F9BC46}"/>
              </a:ext>
            </a:extLst>
          </p:cNvPr>
          <p:cNvSpPr>
            <a:spLocks noGrp="1"/>
          </p:cNvSpPr>
          <p:nvPr>
            <p:ph type="dt" sz="half" idx="10"/>
          </p:nvPr>
        </p:nvSpPr>
        <p:spPr/>
        <p:txBody>
          <a:bodyPr/>
          <a:lstStyle/>
          <a:p>
            <a:fld id="{3133F5E9-5DAC-4C4A-9DF5-C2B87276BCC8}" type="datetimeFigureOut">
              <a:rPr lang="en-US" smtClean="0"/>
              <a:t>9/6/2025</a:t>
            </a:fld>
            <a:endParaRPr lang="en-US" dirty="0"/>
          </a:p>
        </p:txBody>
      </p:sp>
      <p:sp>
        <p:nvSpPr>
          <p:cNvPr id="5" name="Footer Placeholder 4">
            <a:extLst>
              <a:ext uri="{FF2B5EF4-FFF2-40B4-BE49-F238E27FC236}">
                <a16:creationId xmlns:a16="http://schemas.microsoft.com/office/drawing/2014/main" id="{F3358F46-E931-4D79-94A5-037AFD07333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5130D95-EF5F-4A0A-93BD-73AEE2C2FF1B}"/>
              </a:ext>
            </a:extLst>
          </p:cNvPr>
          <p:cNvSpPr>
            <a:spLocks noGrp="1"/>
          </p:cNvSpPr>
          <p:nvPr>
            <p:ph type="sldNum" sz="quarter" idx="12"/>
          </p:nvPr>
        </p:nvSpPr>
        <p:spPr/>
        <p:txBody>
          <a:bodyPr/>
          <a:lstStyle/>
          <a:p>
            <a:fld id="{ACEC5C30-0B3A-4B13-ADDD-7C63C8AA921B}" type="slidenum">
              <a:rPr lang="en-US" smtClean="0"/>
              <a:t>‹#›</a:t>
            </a:fld>
            <a:endParaRPr lang="en-US" dirty="0"/>
          </a:p>
        </p:txBody>
      </p:sp>
    </p:spTree>
    <p:extLst>
      <p:ext uri="{BB962C8B-B14F-4D97-AF65-F5344CB8AC3E}">
        <p14:creationId xmlns:p14="http://schemas.microsoft.com/office/powerpoint/2010/main" val="36012567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ABEC0-6253-4360-B586-B9D20933DE37}"/>
              </a:ext>
            </a:extLst>
          </p:cNvPr>
          <p:cNvSpPr>
            <a:spLocks noGrp="1"/>
          </p:cNvSpPr>
          <p:nvPr>
            <p:ph type="title"/>
          </p:nvPr>
        </p:nvSpPr>
        <p:spPr/>
        <p:txBody>
          <a:bodyPr/>
          <a:lstStyle/>
          <a:p>
            <a:r>
              <a:rPr lang="en-US" smtClean="0"/>
              <a:t>Click to edit Master title style</a:t>
            </a:r>
            <a:endParaRPr lang="en-US"/>
          </a:p>
        </p:txBody>
      </p:sp>
      <p:sp>
        <p:nvSpPr>
          <p:cNvPr id="3" name="Content Placeholder 2">
            <a:extLst>
              <a:ext uri="{FF2B5EF4-FFF2-40B4-BE49-F238E27FC236}">
                <a16:creationId xmlns:a16="http://schemas.microsoft.com/office/drawing/2014/main" id="{A946E20B-8661-4C60-84FB-4892E8B48608}"/>
              </a:ext>
            </a:extLst>
          </p:cNvPr>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a:extLst>
              <a:ext uri="{FF2B5EF4-FFF2-40B4-BE49-F238E27FC236}">
                <a16:creationId xmlns:a16="http://schemas.microsoft.com/office/drawing/2014/main" id="{5132BE45-79E4-479B-BD2F-46CCB0BEE628}"/>
              </a:ext>
            </a:extLst>
          </p:cNvPr>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a:extLst>
              <a:ext uri="{FF2B5EF4-FFF2-40B4-BE49-F238E27FC236}">
                <a16:creationId xmlns:a16="http://schemas.microsoft.com/office/drawing/2014/main" id="{0589105E-DF25-4F38-BDE2-9B00C2C44FC6}"/>
              </a:ext>
            </a:extLst>
          </p:cNvPr>
          <p:cNvSpPr>
            <a:spLocks noGrp="1"/>
          </p:cNvSpPr>
          <p:nvPr>
            <p:ph type="dt" sz="half" idx="10"/>
          </p:nvPr>
        </p:nvSpPr>
        <p:spPr/>
        <p:txBody>
          <a:bodyPr/>
          <a:lstStyle/>
          <a:p>
            <a:fld id="{3133F5E9-5DAC-4C4A-9DF5-C2B87276BCC8}" type="datetimeFigureOut">
              <a:rPr lang="en-US" smtClean="0"/>
              <a:t>9/6/2025</a:t>
            </a:fld>
            <a:endParaRPr lang="en-US" dirty="0"/>
          </a:p>
        </p:txBody>
      </p:sp>
      <p:sp>
        <p:nvSpPr>
          <p:cNvPr id="6" name="Footer Placeholder 5">
            <a:extLst>
              <a:ext uri="{FF2B5EF4-FFF2-40B4-BE49-F238E27FC236}">
                <a16:creationId xmlns:a16="http://schemas.microsoft.com/office/drawing/2014/main" id="{B1D9C4A8-7467-4BAD-98A2-0B63CAC19B6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BC5C5C0-08E4-4F7B-9E80-8925539D221B}"/>
              </a:ext>
            </a:extLst>
          </p:cNvPr>
          <p:cNvSpPr>
            <a:spLocks noGrp="1"/>
          </p:cNvSpPr>
          <p:nvPr>
            <p:ph type="sldNum" sz="quarter" idx="12"/>
          </p:nvPr>
        </p:nvSpPr>
        <p:spPr/>
        <p:txBody>
          <a:bodyPr/>
          <a:lstStyle/>
          <a:p>
            <a:fld id="{ACEC5C30-0B3A-4B13-ADDD-7C63C8AA921B}" type="slidenum">
              <a:rPr lang="en-US" smtClean="0"/>
              <a:t>‹#›</a:t>
            </a:fld>
            <a:endParaRPr lang="en-US" dirty="0"/>
          </a:p>
        </p:txBody>
      </p:sp>
    </p:spTree>
    <p:extLst>
      <p:ext uri="{BB962C8B-B14F-4D97-AF65-F5344CB8AC3E}">
        <p14:creationId xmlns:p14="http://schemas.microsoft.com/office/powerpoint/2010/main" val="24384073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FF641-A5CC-4263-A394-2112D623A8AD}"/>
              </a:ext>
            </a:extLst>
          </p:cNvPr>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a:extLst>
              <a:ext uri="{FF2B5EF4-FFF2-40B4-BE49-F238E27FC236}">
                <a16:creationId xmlns:a16="http://schemas.microsoft.com/office/drawing/2014/main" id="{B24D6865-C632-473C-AEC8-8D3F71562BE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a:extLst>
              <a:ext uri="{FF2B5EF4-FFF2-40B4-BE49-F238E27FC236}">
                <a16:creationId xmlns:a16="http://schemas.microsoft.com/office/drawing/2014/main" id="{D9FDBD19-4D33-4F6A-9938-6A04B3888ECC}"/>
              </a:ext>
            </a:extLst>
          </p:cNvPr>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a:extLst>
              <a:ext uri="{FF2B5EF4-FFF2-40B4-BE49-F238E27FC236}">
                <a16:creationId xmlns:a16="http://schemas.microsoft.com/office/drawing/2014/main" id="{51697E46-CE4D-480E-A997-2B53B2DF55B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a:extLst>
              <a:ext uri="{FF2B5EF4-FFF2-40B4-BE49-F238E27FC236}">
                <a16:creationId xmlns:a16="http://schemas.microsoft.com/office/drawing/2014/main" id="{8B8B7E36-823F-4FD4-B826-E450A1248008}"/>
              </a:ext>
            </a:extLst>
          </p:cNvPr>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a:extLst>
              <a:ext uri="{FF2B5EF4-FFF2-40B4-BE49-F238E27FC236}">
                <a16:creationId xmlns:a16="http://schemas.microsoft.com/office/drawing/2014/main" id="{8DBB3B14-C886-4F84-9FD5-11C8320E1FED}"/>
              </a:ext>
            </a:extLst>
          </p:cNvPr>
          <p:cNvSpPr>
            <a:spLocks noGrp="1"/>
          </p:cNvSpPr>
          <p:nvPr>
            <p:ph type="dt" sz="half" idx="10"/>
          </p:nvPr>
        </p:nvSpPr>
        <p:spPr/>
        <p:txBody>
          <a:bodyPr/>
          <a:lstStyle/>
          <a:p>
            <a:fld id="{3133F5E9-5DAC-4C4A-9DF5-C2B87276BCC8}" type="datetimeFigureOut">
              <a:rPr lang="en-US" smtClean="0"/>
              <a:t>9/6/2025</a:t>
            </a:fld>
            <a:endParaRPr lang="en-US" dirty="0"/>
          </a:p>
        </p:txBody>
      </p:sp>
      <p:sp>
        <p:nvSpPr>
          <p:cNvPr id="8" name="Footer Placeholder 7">
            <a:extLst>
              <a:ext uri="{FF2B5EF4-FFF2-40B4-BE49-F238E27FC236}">
                <a16:creationId xmlns:a16="http://schemas.microsoft.com/office/drawing/2014/main" id="{DF9AF591-4BBF-4BF2-9EF7-F8B114DFA16A}"/>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352B1A04-B244-4AE3-8997-9B075B105971}"/>
              </a:ext>
            </a:extLst>
          </p:cNvPr>
          <p:cNvSpPr>
            <a:spLocks noGrp="1"/>
          </p:cNvSpPr>
          <p:nvPr>
            <p:ph type="sldNum" sz="quarter" idx="12"/>
          </p:nvPr>
        </p:nvSpPr>
        <p:spPr/>
        <p:txBody>
          <a:bodyPr/>
          <a:lstStyle/>
          <a:p>
            <a:fld id="{ACEC5C30-0B3A-4B13-ADDD-7C63C8AA921B}" type="slidenum">
              <a:rPr lang="en-US" smtClean="0"/>
              <a:t>‹#›</a:t>
            </a:fld>
            <a:endParaRPr lang="en-US" dirty="0"/>
          </a:p>
        </p:txBody>
      </p:sp>
    </p:spTree>
    <p:extLst>
      <p:ext uri="{BB962C8B-B14F-4D97-AF65-F5344CB8AC3E}">
        <p14:creationId xmlns:p14="http://schemas.microsoft.com/office/powerpoint/2010/main" val="1110444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408F1-BB29-4C6F-91C9-653A730BECC6}"/>
              </a:ext>
            </a:extLst>
          </p:cNvPr>
          <p:cNvSpPr>
            <a:spLocks noGrp="1"/>
          </p:cNvSpPr>
          <p:nvPr>
            <p:ph type="title"/>
          </p:nvPr>
        </p:nvSpPr>
        <p:spPr/>
        <p:txBody>
          <a:bodyPr/>
          <a:lstStyle/>
          <a:p>
            <a:r>
              <a:rPr lang="en-US" smtClean="0"/>
              <a:t>Click to edit Master title style</a:t>
            </a:r>
            <a:endParaRPr lang="en-US"/>
          </a:p>
        </p:txBody>
      </p:sp>
      <p:sp>
        <p:nvSpPr>
          <p:cNvPr id="3" name="Date Placeholder 2">
            <a:extLst>
              <a:ext uri="{FF2B5EF4-FFF2-40B4-BE49-F238E27FC236}">
                <a16:creationId xmlns:a16="http://schemas.microsoft.com/office/drawing/2014/main" id="{2F54FEF9-8D09-4091-BE99-B6264EBD34B3}"/>
              </a:ext>
            </a:extLst>
          </p:cNvPr>
          <p:cNvSpPr>
            <a:spLocks noGrp="1"/>
          </p:cNvSpPr>
          <p:nvPr>
            <p:ph type="dt" sz="half" idx="10"/>
          </p:nvPr>
        </p:nvSpPr>
        <p:spPr/>
        <p:txBody>
          <a:bodyPr/>
          <a:lstStyle/>
          <a:p>
            <a:fld id="{3133F5E9-5DAC-4C4A-9DF5-C2B87276BCC8}" type="datetimeFigureOut">
              <a:rPr lang="en-US" smtClean="0"/>
              <a:t>9/6/2025</a:t>
            </a:fld>
            <a:endParaRPr lang="en-US" dirty="0"/>
          </a:p>
        </p:txBody>
      </p:sp>
      <p:sp>
        <p:nvSpPr>
          <p:cNvPr id="4" name="Footer Placeholder 3">
            <a:extLst>
              <a:ext uri="{FF2B5EF4-FFF2-40B4-BE49-F238E27FC236}">
                <a16:creationId xmlns:a16="http://schemas.microsoft.com/office/drawing/2014/main" id="{0B5F49AA-83D5-4063-9CDE-AA7763048B63}"/>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B2A2B27C-3C99-4208-B425-775413C53651}"/>
              </a:ext>
            </a:extLst>
          </p:cNvPr>
          <p:cNvSpPr>
            <a:spLocks noGrp="1"/>
          </p:cNvSpPr>
          <p:nvPr>
            <p:ph type="sldNum" sz="quarter" idx="12"/>
          </p:nvPr>
        </p:nvSpPr>
        <p:spPr/>
        <p:txBody>
          <a:bodyPr/>
          <a:lstStyle/>
          <a:p>
            <a:fld id="{ACEC5C30-0B3A-4B13-ADDD-7C63C8AA921B}" type="slidenum">
              <a:rPr lang="en-US" smtClean="0"/>
              <a:t>‹#›</a:t>
            </a:fld>
            <a:endParaRPr lang="en-US" dirty="0"/>
          </a:p>
        </p:txBody>
      </p:sp>
    </p:spTree>
    <p:extLst>
      <p:ext uri="{BB962C8B-B14F-4D97-AF65-F5344CB8AC3E}">
        <p14:creationId xmlns:p14="http://schemas.microsoft.com/office/powerpoint/2010/main" val="1614035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42A62B2-A6D1-4A6F-8B20-80606F478544}"/>
              </a:ext>
            </a:extLst>
          </p:cNvPr>
          <p:cNvSpPr>
            <a:spLocks noGrp="1"/>
          </p:cNvSpPr>
          <p:nvPr>
            <p:ph type="dt" sz="half" idx="10"/>
          </p:nvPr>
        </p:nvSpPr>
        <p:spPr/>
        <p:txBody>
          <a:bodyPr/>
          <a:lstStyle/>
          <a:p>
            <a:fld id="{3133F5E9-5DAC-4C4A-9DF5-C2B87276BCC8}" type="datetimeFigureOut">
              <a:rPr lang="en-US" smtClean="0"/>
              <a:t>9/6/2025</a:t>
            </a:fld>
            <a:endParaRPr lang="en-US" dirty="0"/>
          </a:p>
        </p:txBody>
      </p:sp>
      <p:sp>
        <p:nvSpPr>
          <p:cNvPr id="3" name="Footer Placeholder 2">
            <a:extLst>
              <a:ext uri="{FF2B5EF4-FFF2-40B4-BE49-F238E27FC236}">
                <a16:creationId xmlns:a16="http://schemas.microsoft.com/office/drawing/2014/main" id="{C02E4958-7A46-4331-B2D8-2C31D8FCBD73}"/>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45C8548B-339B-46B2-BF01-1EE3DDC72AAD}"/>
              </a:ext>
            </a:extLst>
          </p:cNvPr>
          <p:cNvSpPr>
            <a:spLocks noGrp="1"/>
          </p:cNvSpPr>
          <p:nvPr>
            <p:ph type="sldNum" sz="quarter" idx="12"/>
          </p:nvPr>
        </p:nvSpPr>
        <p:spPr/>
        <p:txBody>
          <a:bodyPr/>
          <a:lstStyle/>
          <a:p>
            <a:fld id="{ACEC5C30-0B3A-4B13-ADDD-7C63C8AA921B}" type="slidenum">
              <a:rPr lang="en-US" smtClean="0"/>
              <a:t>‹#›</a:t>
            </a:fld>
            <a:endParaRPr lang="en-US" dirty="0"/>
          </a:p>
        </p:txBody>
      </p:sp>
    </p:spTree>
    <p:extLst>
      <p:ext uri="{BB962C8B-B14F-4D97-AF65-F5344CB8AC3E}">
        <p14:creationId xmlns:p14="http://schemas.microsoft.com/office/powerpoint/2010/main" val="19146615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F408F-8083-4F07-9628-074C7AFE41C0}"/>
              </a:ext>
            </a:extLst>
          </p:cNvPr>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a:extLst>
              <a:ext uri="{FF2B5EF4-FFF2-40B4-BE49-F238E27FC236}">
                <a16:creationId xmlns:a16="http://schemas.microsoft.com/office/drawing/2014/main" id="{B70477E0-A333-439D-A531-30B39A81346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a:extLst>
              <a:ext uri="{FF2B5EF4-FFF2-40B4-BE49-F238E27FC236}">
                <a16:creationId xmlns:a16="http://schemas.microsoft.com/office/drawing/2014/main" id="{D5D59501-D187-414C-AACE-F838720036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a:extLst>
              <a:ext uri="{FF2B5EF4-FFF2-40B4-BE49-F238E27FC236}">
                <a16:creationId xmlns:a16="http://schemas.microsoft.com/office/drawing/2014/main" id="{1235F890-BB8A-49E1-880A-924FD6FE4026}"/>
              </a:ext>
            </a:extLst>
          </p:cNvPr>
          <p:cNvSpPr>
            <a:spLocks noGrp="1"/>
          </p:cNvSpPr>
          <p:nvPr>
            <p:ph type="dt" sz="half" idx="10"/>
          </p:nvPr>
        </p:nvSpPr>
        <p:spPr/>
        <p:txBody>
          <a:bodyPr/>
          <a:lstStyle/>
          <a:p>
            <a:fld id="{3133F5E9-5DAC-4C4A-9DF5-C2B87276BCC8}" type="datetimeFigureOut">
              <a:rPr lang="en-US" smtClean="0"/>
              <a:t>9/6/2025</a:t>
            </a:fld>
            <a:endParaRPr lang="en-US" dirty="0"/>
          </a:p>
        </p:txBody>
      </p:sp>
      <p:sp>
        <p:nvSpPr>
          <p:cNvPr id="6" name="Footer Placeholder 5">
            <a:extLst>
              <a:ext uri="{FF2B5EF4-FFF2-40B4-BE49-F238E27FC236}">
                <a16:creationId xmlns:a16="http://schemas.microsoft.com/office/drawing/2014/main" id="{51CA38FE-429A-41E7-942D-ECCE639D3CA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2401D9BC-0038-4041-AE2C-657BF99D41E9}"/>
              </a:ext>
            </a:extLst>
          </p:cNvPr>
          <p:cNvSpPr>
            <a:spLocks noGrp="1"/>
          </p:cNvSpPr>
          <p:nvPr>
            <p:ph type="sldNum" sz="quarter" idx="12"/>
          </p:nvPr>
        </p:nvSpPr>
        <p:spPr/>
        <p:txBody>
          <a:bodyPr/>
          <a:lstStyle/>
          <a:p>
            <a:fld id="{ACEC5C30-0B3A-4B13-ADDD-7C63C8AA921B}" type="slidenum">
              <a:rPr lang="en-US" smtClean="0"/>
              <a:t>‹#›</a:t>
            </a:fld>
            <a:endParaRPr lang="en-US" dirty="0"/>
          </a:p>
        </p:txBody>
      </p:sp>
    </p:spTree>
    <p:extLst>
      <p:ext uri="{BB962C8B-B14F-4D97-AF65-F5344CB8AC3E}">
        <p14:creationId xmlns:p14="http://schemas.microsoft.com/office/powerpoint/2010/main" val="12875613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956CFD-7F35-482C-A50F-B3D43ACB0AE3}"/>
              </a:ext>
            </a:extLst>
          </p:cNvPr>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a:extLst>
              <a:ext uri="{FF2B5EF4-FFF2-40B4-BE49-F238E27FC236}">
                <a16:creationId xmlns:a16="http://schemas.microsoft.com/office/drawing/2014/main" id="{7FD7F3EF-0FE9-46C4-A116-5DA6E26B0D5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a:extLst>
              <a:ext uri="{FF2B5EF4-FFF2-40B4-BE49-F238E27FC236}">
                <a16:creationId xmlns:a16="http://schemas.microsoft.com/office/drawing/2014/main" id="{D10B4041-0F17-42D8-AF16-AB099A39FF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a:extLst>
              <a:ext uri="{FF2B5EF4-FFF2-40B4-BE49-F238E27FC236}">
                <a16:creationId xmlns:a16="http://schemas.microsoft.com/office/drawing/2014/main" id="{8BAF67FF-F8F1-4B22-A471-9317ED3A25F0}"/>
              </a:ext>
            </a:extLst>
          </p:cNvPr>
          <p:cNvSpPr>
            <a:spLocks noGrp="1"/>
          </p:cNvSpPr>
          <p:nvPr>
            <p:ph type="dt" sz="half" idx="10"/>
          </p:nvPr>
        </p:nvSpPr>
        <p:spPr/>
        <p:txBody>
          <a:bodyPr/>
          <a:lstStyle/>
          <a:p>
            <a:fld id="{3133F5E9-5DAC-4C4A-9DF5-C2B87276BCC8}" type="datetimeFigureOut">
              <a:rPr lang="en-US" smtClean="0"/>
              <a:t>9/6/2025</a:t>
            </a:fld>
            <a:endParaRPr lang="en-US" dirty="0"/>
          </a:p>
        </p:txBody>
      </p:sp>
      <p:sp>
        <p:nvSpPr>
          <p:cNvPr id="6" name="Footer Placeholder 5">
            <a:extLst>
              <a:ext uri="{FF2B5EF4-FFF2-40B4-BE49-F238E27FC236}">
                <a16:creationId xmlns:a16="http://schemas.microsoft.com/office/drawing/2014/main" id="{A73D6993-98F8-4234-B24A-02D4DB41CE9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2A34037-0E7D-4379-ACA0-98611B2F76ED}"/>
              </a:ext>
            </a:extLst>
          </p:cNvPr>
          <p:cNvSpPr>
            <a:spLocks noGrp="1"/>
          </p:cNvSpPr>
          <p:nvPr>
            <p:ph type="sldNum" sz="quarter" idx="12"/>
          </p:nvPr>
        </p:nvSpPr>
        <p:spPr/>
        <p:txBody>
          <a:bodyPr/>
          <a:lstStyle/>
          <a:p>
            <a:fld id="{ACEC5C30-0B3A-4B13-ADDD-7C63C8AA921B}" type="slidenum">
              <a:rPr lang="en-US" smtClean="0"/>
              <a:t>‹#›</a:t>
            </a:fld>
            <a:endParaRPr lang="en-US" dirty="0"/>
          </a:p>
        </p:txBody>
      </p:sp>
    </p:spTree>
    <p:extLst>
      <p:ext uri="{BB962C8B-B14F-4D97-AF65-F5344CB8AC3E}">
        <p14:creationId xmlns:p14="http://schemas.microsoft.com/office/powerpoint/2010/main" val="39391979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915128" y="1397977"/>
            <a:ext cx="8361229" cy="3007447"/>
          </a:xfrm>
        </p:spPr>
        <p:txBody>
          <a:bodyPr anchor="ctr" anchorCtr="0">
            <a:noAutofit/>
          </a:bodyPr>
          <a:lstStyle>
            <a:lvl1pPr algn="ctr">
              <a:defRPr sz="6600" cap="none" baseline="0">
                <a:solidFill>
                  <a:schemeClr val="tx2"/>
                </a:solidFill>
              </a:defRPr>
            </a:lvl1pPr>
          </a:lstStyle>
          <a:p>
            <a:r>
              <a:rPr lang="en-US" noProof="0"/>
              <a:t>Click To Edit Master Title Style</a:t>
            </a:r>
          </a:p>
        </p:txBody>
      </p:sp>
      <p:sp>
        <p:nvSpPr>
          <p:cNvPr id="3" name="Subtitle 2"/>
          <p:cNvSpPr>
            <a:spLocks noGrp="1"/>
          </p:cNvSpPr>
          <p:nvPr>
            <p:ph type="subTitle" idx="1"/>
          </p:nvPr>
        </p:nvSpPr>
        <p:spPr>
          <a:xfrm>
            <a:off x="2679906" y="4475023"/>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smtClean="0"/>
              <a:t>Click to edit Master subtitle style</a:t>
            </a:r>
            <a:endParaRPr lang="en-US" noProof="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9/6/2025</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F497D"/>
                </a:solidFill>
                <a:effectLst/>
                <a:uLnTx/>
                <a:uFillTx/>
                <a:latin typeface="Arial"/>
                <a:ea typeface="+mn-ea"/>
                <a:cs typeface="+mn-cs"/>
              </a:rPr>
              <a:t>Add a footer </a:t>
            </a:r>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13" name="L-Shape 12">
            <a:extLst>
              <a:ext uri="{FF2B5EF4-FFF2-40B4-BE49-F238E27FC236}">
                <a16:creationId xmlns:a16="http://schemas.microsoft.com/office/drawing/2014/main" id="{79965FD7-DA9A-4AFB-B8C8-34AC1FEE9F72}"/>
              </a:ext>
            </a:extLst>
          </p:cNvPr>
          <p:cNvSpPr/>
          <p:nvPr userDrawn="1"/>
        </p:nvSpPr>
        <p:spPr>
          <a:xfrm flipV="1">
            <a:off x="887674" y="726883"/>
            <a:ext cx="2772000" cy="4158497"/>
          </a:xfrm>
          <a:prstGeom prst="corner">
            <a:avLst>
              <a:gd name="adj1" fmla="val 7397"/>
              <a:gd name="adj2" fmla="val 7750"/>
            </a:avLst>
          </a:prstGeom>
          <a:solidFill>
            <a:schemeClr val="accent3"/>
          </a:solidFill>
          <a:ln>
            <a:solidFill>
              <a:schemeClr val="accent3"/>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15" name="L-Shape 14">
            <a:extLst>
              <a:ext uri="{FF2B5EF4-FFF2-40B4-BE49-F238E27FC236}">
                <a16:creationId xmlns:a16="http://schemas.microsoft.com/office/drawing/2014/main" id="{92465177-72B9-4DCF-8F98-0C79F3EE32EC}"/>
              </a:ext>
            </a:extLst>
          </p:cNvPr>
          <p:cNvSpPr/>
          <p:nvPr userDrawn="1"/>
        </p:nvSpPr>
        <p:spPr>
          <a:xfrm rot="10800000" flipV="1">
            <a:off x="8532326" y="1820272"/>
            <a:ext cx="2772000" cy="4158497"/>
          </a:xfrm>
          <a:prstGeom prst="corner">
            <a:avLst>
              <a:gd name="adj1" fmla="val 7397"/>
              <a:gd name="adj2" fmla="val 7750"/>
            </a:avLst>
          </a:prstGeom>
          <a:solidFill>
            <a:schemeClr val="accent3"/>
          </a:solidFill>
          <a:ln>
            <a:solidFill>
              <a:schemeClr val="accent3"/>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8" name="L-Shape 7">
            <a:extLst>
              <a:ext uri="{FF2B5EF4-FFF2-40B4-BE49-F238E27FC236}">
                <a16:creationId xmlns:a16="http://schemas.microsoft.com/office/drawing/2014/main" id="{B5516E7A-AEB0-4772-8098-8B0F8B5F1126}"/>
              </a:ext>
            </a:extLst>
          </p:cNvPr>
          <p:cNvSpPr/>
          <p:nvPr userDrawn="1"/>
        </p:nvSpPr>
        <p:spPr>
          <a:xfrm flipV="1">
            <a:off x="752858" y="609652"/>
            <a:ext cx="3152309" cy="4408489"/>
          </a:xfrm>
          <a:prstGeom prst="corner">
            <a:avLst>
              <a:gd name="adj1" fmla="val 6149"/>
              <a:gd name="adj2" fmla="val 6814"/>
            </a:avLst>
          </a:prstGeom>
          <a:solidFill>
            <a:schemeClr val="tx2"/>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12" name="L-Shape 11">
            <a:extLst>
              <a:ext uri="{FF2B5EF4-FFF2-40B4-BE49-F238E27FC236}">
                <a16:creationId xmlns:a16="http://schemas.microsoft.com/office/drawing/2014/main" id="{E864F603-D3F0-4241-9005-3F6C3BD62BEF}"/>
              </a:ext>
            </a:extLst>
          </p:cNvPr>
          <p:cNvSpPr/>
          <p:nvPr userDrawn="1"/>
        </p:nvSpPr>
        <p:spPr>
          <a:xfrm flipH="1">
            <a:off x="8286318" y="1685652"/>
            <a:ext cx="3152309" cy="4408489"/>
          </a:xfrm>
          <a:prstGeom prst="corner">
            <a:avLst>
              <a:gd name="adj1" fmla="val 6773"/>
              <a:gd name="adj2" fmla="val 6814"/>
            </a:avLst>
          </a:prstGeom>
          <a:solidFill>
            <a:schemeClr val="tx2"/>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Tree>
    <p:extLst>
      <p:ext uri="{BB962C8B-B14F-4D97-AF65-F5344CB8AC3E}">
        <p14:creationId xmlns:p14="http://schemas.microsoft.com/office/powerpoint/2010/main" val="2339785430"/>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itle" preserve="1">
  <p:cSld name="Title Slide Second Option">
    <p:bg bwMode="grayWhite">
      <p:bgPr>
        <a:gradFill flip="none" rotWithShape="1">
          <a:gsLst>
            <a:gs pos="0">
              <a:schemeClr val="tx2">
                <a:lumMod val="50000"/>
              </a:schemeClr>
            </a:gs>
            <a:gs pos="34000">
              <a:schemeClr val="tx2"/>
            </a:gs>
            <a:gs pos="66000">
              <a:schemeClr val="tx2">
                <a:lumMod val="75000"/>
              </a:schemeClr>
            </a:gs>
            <a:gs pos="97000">
              <a:schemeClr val="tx2">
                <a:lumMod val="50000"/>
              </a:schemeClr>
            </a:gs>
          </a:gsLst>
          <a:lin ang="2700000" scaled="1"/>
          <a:tileRect/>
        </a:gradFill>
        <a:effectLst/>
      </p:bgPr>
    </p:bg>
    <p:spTree>
      <p:nvGrpSpPr>
        <p:cNvPr id="1" name=""/>
        <p:cNvGrpSpPr/>
        <p:nvPr/>
      </p:nvGrpSpPr>
      <p:grpSpPr>
        <a:xfrm>
          <a:off x="0" y="0"/>
          <a:ext cx="0" cy="0"/>
          <a:chOff x="0" y="0"/>
          <a:chExt cx="0" cy="0"/>
        </a:xfrm>
      </p:grpSpPr>
      <p:sp>
        <p:nvSpPr>
          <p:cNvPr id="10" name="L-Shape 9">
            <a:extLst>
              <a:ext uri="{FF2B5EF4-FFF2-40B4-BE49-F238E27FC236}">
                <a16:creationId xmlns:a16="http://schemas.microsoft.com/office/drawing/2014/main" id="{13412040-642F-40C5-8AB5-C0E8D41B481B}"/>
              </a:ext>
            </a:extLst>
          </p:cNvPr>
          <p:cNvSpPr/>
          <p:nvPr userDrawn="1"/>
        </p:nvSpPr>
        <p:spPr>
          <a:xfrm flipV="1">
            <a:off x="870090" y="709300"/>
            <a:ext cx="2772000" cy="2772000"/>
          </a:xfrm>
          <a:prstGeom prst="corner">
            <a:avLst>
              <a:gd name="adj1" fmla="val 7397"/>
              <a:gd name="adj2" fmla="val 7750"/>
            </a:avLst>
          </a:prstGeom>
          <a:solidFill>
            <a:schemeClr val="bg2"/>
          </a:solidFill>
          <a:ln>
            <a:solidFill>
              <a:schemeClr val="bg2"/>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9" name="Rectangle 8" title="Side bar">
            <a:extLst>
              <a:ext uri="{FF2B5EF4-FFF2-40B4-BE49-F238E27FC236}">
                <a16:creationId xmlns:a16="http://schemas.microsoft.com/office/drawing/2014/main" id="{BADD331D-DA8D-4D47-A2BB-F4875FDB16A4}"/>
              </a:ext>
            </a:extLst>
          </p:cNvPr>
          <p:cNvSpPr/>
          <p:nvPr userDrawn="1"/>
        </p:nvSpPr>
        <p:spPr>
          <a:xfrm rot="5400000">
            <a:off x="5791174" y="457175"/>
            <a:ext cx="609651" cy="1219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hasCustomPrompt="1"/>
          </p:nvPr>
        </p:nvSpPr>
        <p:spPr>
          <a:xfrm>
            <a:off x="1397977" y="1151796"/>
            <a:ext cx="9504485" cy="3007447"/>
          </a:xfrm>
        </p:spPr>
        <p:txBody>
          <a:bodyPr anchor="ctr" anchorCtr="0">
            <a:noAutofit/>
          </a:bodyPr>
          <a:lstStyle>
            <a:lvl1pPr algn="ctr">
              <a:defRPr sz="6600" cap="none" baseline="0">
                <a:solidFill>
                  <a:schemeClr val="bg1"/>
                </a:solidFill>
              </a:defRPr>
            </a:lvl1pPr>
          </a:lstStyle>
          <a:p>
            <a:r>
              <a:rPr lang="en-US" noProof="0"/>
              <a:t>Click To Edit Master Title Style</a:t>
            </a:r>
          </a:p>
        </p:txBody>
      </p:sp>
      <p:sp>
        <p:nvSpPr>
          <p:cNvPr id="3" name="Subtitle 2"/>
          <p:cNvSpPr>
            <a:spLocks noGrp="1"/>
          </p:cNvSpPr>
          <p:nvPr>
            <p:ph type="subTitle" idx="1"/>
          </p:nvPr>
        </p:nvSpPr>
        <p:spPr>
          <a:xfrm>
            <a:off x="1397977" y="4897053"/>
            <a:ext cx="9504485" cy="1086237"/>
          </a:xfrm>
        </p:spPr>
        <p:txBody>
          <a:bodyPr>
            <a:normAutofit/>
          </a:bodyPr>
          <a:lstStyle>
            <a:lvl1pPr marL="0" indent="0" algn="ctr">
              <a:lnSpc>
                <a:spcPct val="112000"/>
              </a:lnSpc>
              <a:spcBef>
                <a:spcPts val="0"/>
              </a:spcBef>
              <a:spcAft>
                <a:spcPts val="0"/>
              </a:spcAft>
              <a:buNone/>
              <a:defRPr sz="23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smtClean="0"/>
              <a:t>Click to edit Master subtitle style</a:t>
            </a:r>
            <a:endParaRPr lang="en-US" noProof="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bg1"/>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prstClr val="white"/>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9/6/2025</a:t>
            </a:fld>
            <a:endParaRPr kumimoji="0" lang="en-US" sz="1200" b="0" i="0" u="none" strike="noStrike" kern="1200" cap="none" spc="0" normalizeH="0" baseline="0" noProof="0" dirty="0">
              <a:ln>
                <a:noFill/>
              </a:ln>
              <a:solidFill>
                <a:prstClr val="white"/>
              </a:solidFill>
              <a:effectLst/>
              <a:uLnTx/>
              <a:uFillTx/>
              <a:latin typeface="Arial"/>
              <a:ea typeface="+mn-ea"/>
              <a:cs typeface="+mn-cs"/>
            </a:endParaRPr>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bg1"/>
                </a:solidFill>
              </a:defRPr>
            </a:lvl1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a:ea typeface="+mn-ea"/>
                <a:cs typeface="+mn-cs"/>
              </a:rPr>
              <a:t>Add a footer </a:t>
            </a:r>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bg1"/>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prstClr val="white"/>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white"/>
              </a:solidFill>
              <a:effectLst/>
              <a:uLnTx/>
              <a:uFillTx/>
              <a:latin typeface="Arial"/>
              <a:ea typeface="+mn-ea"/>
              <a:cs typeface="+mn-cs"/>
            </a:endParaRPr>
          </a:p>
        </p:txBody>
      </p:sp>
      <p:sp>
        <p:nvSpPr>
          <p:cNvPr id="11" name="L-Shape 10">
            <a:extLst>
              <a:ext uri="{FF2B5EF4-FFF2-40B4-BE49-F238E27FC236}">
                <a16:creationId xmlns:a16="http://schemas.microsoft.com/office/drawing/2014/main" id="{68D376A1-CC76-4C90-B2CF-F89EA13E7942}"/>
              </a:ext>
            </a:extLst>
          </p:cNvPr>
          <p:cNvSpPr/>
          <p:nvPr userDrawn="1"/>
        </p:nvSpPr>
        <p:spPr>
          <a:xfrm rot="10800000" flipV="1">
            <a:off x="8549910" y="1820273"/>
            <a:ext cx="2772000" cy="2772000"/>
          </a:xfrm>
          <a:prstGeom prst="corner">
            <a:avLst>
              <a:gd name="adj1" fmla="val 7397"/>
              <a:gd name="adj2" fmla="val 7750"/>
            </a:avLst>
          </a:prstGeom>
          <a:solidFill>
            <a:schemeClr val="bg2"/>
          </a:solidFill>
          <a:ln>
            <a:solidFill>
              <a:schemeClr val="bg2"/>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8" name="L-Shape 7">
            <a:extLst>
              <a:ext uri="{FF2B5EF4-FFF2-40B4-BE49-F238E27FC236}">
                <a16:creationId xmlns:a16="http://schemas.microsoft.com/office/drawing/2014/main" id="{B5516E7A-AEB0-4772-8098-8B0F8B5F1126}"/>
              </a:ext>
            </a:extLst>
          </p:cNvPr>
          <p:cNvSpPr/>
          <p:nvPr userDrawn="1"/>
        </p:nvSpPr>
        <p:spPr>
          <a:xfrm flipV="1">
            <a:off x="752858" y="609652"/>
            <a:ext cx="3152309" cy="3007448"/>
          </a:xfrm>
          <a:prstGeom prst="corner">
            <a:avLst>
              <a:gd name="adj1" fmla="val 6089"/>
              <a:gd name="adj2" fmla="val 6769"/>
            </a:avLst>
          </a:prstGeom>
          <a:solidFill>
            <a:schemeClr val="accent3"/>
          </a:solidFill>
          <a:ln>
            <a:solidFill>
              <a:schemeClr val="accent3"/>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12" name="L-Shape 11">
            <a:extLst>
              <a:ext uri="{FF2B5EF4-FFF2-40B4-BE49-F238E27FC236}">
                <a16:creationId xmlns:a16="http://schemas.microsoft.com/office/drawing/2014/main" id="{E864F603-D3F0-4241-9005-3F6C3BD62BEF}"/>
              </a:ext>
            </a:extLst>
          </p:cNvPr>
          <p:cNvSpPr/>
          <p:nvPr userDrawn="1"/>
        </p:nvSpPr>
        <p:spPr>
          <a:xfrm flipH="1">
            <a:off x="8286317" y="1685653"/>
            <a:ext cx="3152309" cy="3007448"/>
          </a:xfrm>
          <a:prstGeom prst="corner">
            <a:avLst>
              <a:gd name="adj1" fmla="val 6089"/>
              <a:gd name="adj2" fmla="val 6442"/>
            </a:avLst>
          </a:prstGeom>
          <a:solidFill>
            <a:schemeClr val="accent3"/>
          </a:solidFill>
          <a:ln>
            <a:solidFill>
              <a:schemeClr val="accent3"/>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Tree>
    <p:extLst>
      <p:ext uri="{BB962C8B-B14F-4D97-AF65-F5344CB8AC3E}">
        <p14:creationId xmlns:p14="http://schemas.microsoft.com/office/powerpoint/2010/main" val="33159004"/>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371600" y="685800"/>
            <a:ext cx="9601200" cy="720213"/>
          </a:xfrm>
        </p:spPr>
        <p:txBody>
          <a:bodyPr>
            <a:noAutofit/>
          </a:bodyPr>
          <a:lstStyle>
            <a:lvl1pPr>
              <a:defRPr sz="4800"/>
            </a:lvl1pPr>
          </a:lstStyle>
          <a:p>
            <a:r>
              <a:rPr lang="en-US" noProof="0"/>
              <a:t>Click To Edit Master Title Style</a:t>
            </a:r>
          </a:p>
        </p:txBody>
      </p:sp>
      <p:sp>
        <p:nvSpPr>
          <p:cNvPr id="3" name="Content Placeholder 2"/>
          <p:cNvSpPr>
            <a:spLocks noGrp="1"/>
          </p:cNvSpPr>
          <p:nvPr>
            <p:ph idx="1"/>
          </p:nvPr>
        </p:nvSpPr>
        <p:spPr>
          <a:xfrm>
            <a:off x="1371600" y="1484671"/>
            <a:ext cx="9601200" cy="4382729"/>
          </a:xfrm>
        </p:spPr>
        <p:txBody>
          <a:body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4" name="Date Placeholder 3"/>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9/6/2025</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5" name="Footer Placeholder 4"/>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F497D"/>
                </a:solidFill>
                <a:effectLst/>
                <a:uLnTx/>
                <a:uFillTx/>
                <a:latin typeface="Arial"/>
                <a:ea typeface="+mn-ea"/>
                <a:cs typeface="+mn-cs"/>
              </a:rPr>
              <a:t>Add a footer </a:t>
            </a:r>
          </a:p>
        </p:txBody>
      </p:sp>
      <p:sp>
        <p:nvSpPr>
          <p:cNvPr id="6" name="Slide Number Placeholder 5"/>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cxnSp>
        <p:nvCxnSpPr>
          <p:cNvPr id="7" name="Straight Connector 6">
            <a:extLst>
              <a:ext uri="{FF2B5EF4-FFF2-40B4-BE49-F238E27FC236}">
                <a16:creationId xmlns:a16="http://schemas.microsoft.com/office/drawing/2014/main" id="{CBEFB83C-E1EC-41AC-BFF6-9D094E2D43C6}"/>
              </a:ext>
            </a:extLst>
          </p:cNvPr>
          <p:cNvCxnSpPr/>
          <p:nvPr userDrawn="1"/>
        </p:nvCxnSpPr>
        <p:spPr>
          <a:xfrm>
            <a:off x="1465008" y="1445344"/>
            <a:ext cx="9468000" cy="0"/>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167544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ontent with Caption and Picture">
    <p:bg bwMode="ltGray">
      <p:bgPr>
        <a:solidFill>
          <a:schemeClr val="bg2"/>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20A2BD38-4A6C-44EB-900D-A3E3AE37854F}"/>
              </a:ext>
            </a:extLst>
          </p:cNvPr>
          <p:cNvSpPr/>
          <p:nvPr userDrawn="1"/>
        </p:nvSpPr>
        <p:spPr>
          <a:xfrm>
            <a:off x="6581723" y="404614"/>
            <a:ext cx="5191176" cy="6048772"/>
          </a:xfrm>
          <a:prstGeom prst="rect">
            <a:avLst/>
          </a:prstGeom>
          <a:gradFill flip="none" rotWithShape="1">
            <a:gsLst>
              <a:gs pos="0">
                <a:schemeClr val="tx2">
                  <a:lumMod val="50000"/>
                </a:schemeClr>
              </a:gs>
              <a:gs pos="36000">
                <a:schemeClr val="tx2"/>
              </a:gs>
              <a:gs pos="69000">
                <a:schemeClr val="tx2">
                  <a:lumMod val="75000"/>
                </a:schemeClr>
              </a:gs>
              <a:gs pos="97000">
                <a:schemeClr val="tx2">
                  <a:lumMod val="50000"/>
                </a:schemeClr>
              </a:gs>
            </a:gsLst>
            <a:lin ang="2700000" scaled="1"/>
            <a:tileRect/>
          </a:gradFill>
          <a:ln>
            <a:noFill/>
          </a:ln>
          <a:effectLst>
            <a:outerShdw blurRad="63500" sx="102000" sy="102000" algn="ctr" rotWithShape="0">
              <a:prstClr val="black">
                <a:alpha val="2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27" name="Oval 26">
            <a:extLst>
              <a:ext uri="{FF2B5EF4-FFF2-40B4-BE49-F238E27FC236}">
                <a16:creationId xmlns:a16="http://schemas.microsoft.com/office/drawing/2014/main" id="{C222C1B9-FA56-4CEA-AD98-25A595D942F8}"/>
              </a:ext>
            </a:extLst>
          </p:cNvPr>
          <p:cNvSpPr/>
          <p:nvPr userDrawn="1"/>
        </p:nvSpPr>
        <p:spPr bwMode="white">
          <a:xfrm>
            <a:off x="7040199" y="564425"/>
            <a:ext cx="4356000" cy="4464000"/>
          </a:xfrm>
          <a:prstGeom prst="ellipse">
            <a:avLst/>
          </a:prstGeom>
          <a:noFill/>
          <a:ln w="123825">
            <a:solidFill>
              <a:schemeClr val="accent3"/>
            </a:solidFill>
          </a:ln>
          <a:effectLst>
            <a:outerShdw blurRad="63500" sx="102000" sy="102000" algn="ctr"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8" name="Rectangle 7" title="Background Shape"/>
          <p:cNvSpPr/>
          <p:nvPr/>
        </p:nvSpPr>
        <p:spPr>
          <a:xfrm>
            <a:off x="0" y="376"/>
            <a:ext cx="6096000" cy="685762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hasCustomPrompt="1"/>
          </p:nvPr>
        </p:nvSpPr>
        <p:spPr bwMode="white">
          <a:xfrm>
            <a:off x="586246" y="400665"/>
            <a:ext cx="4858460" cy="1428136"/>
          </a:xfrm>
        </p:spPr>
        <p:txBody>
          <a:bodyPr anchor="ctr" anchorCtr="0">
            <a:noAutofit/>
          </a:bodyPr>
          <a:lstStyle>
            <a:lvl1pPr algn="ctr">
              <a:lnSpc>
                <a:spcPct val="84000"/>
              </a:lnSpc>
              <a:defRPr sz="4800" baseline="0">
                <a:solidFill>
                  <a:schemeClr val="bg1"/>
                </a:solidFill>
              </a:defRPr>
            </a:lvl1pPr>
          </a:lstStyle>
          <a:p>
            <a:r>
              <a:rPr lang="en-US" noProof="0"/>
              <a:t>Click To Edit Master Title Style</a:t>
            </a:r>
          </a:p>
        </p:txBody>
      </p:sp>
      <p:sp>
        <p:nvSpPr>
          <p:cNvPr id="4" name="Text Placeholder 3"/>
          <p:cNvSpPr>
            <a:spLocks noGrp="1"/>
          </p:cNvSpPr>
          <p:nvPr>
            <p:ph type="body" sz="half" idx="2"/>
          </p:nvPr>
        </p:nvSpPr>
        <p:spPr>
          <a:xfrm>
            <a:off x="586246" y="2113935"/>
            <a:ext cx="4858460" cy="4247186"/>
          </a:xfrm>
        </p:spPr>
        <p:txBody>
          <a:bodyPr/>
          <a:lstStyle>
            <a:lvl1pPr marL="285750" indent="-285750">
              <a:lnSpc>
                <a:spcPct val="100000"/>
              </a:lnSpc>
              <a:spcBef>
                <a:spcPts val="0"/>
              </a:spcBef>
              <a:spcAft>
                <a:spcPts val="100"/>
              </a:spcAft>
              <a:buFont typeface="Arial" panose="020B0604020202020204" pitchFamily="34" charset="0"/>
              <a:buChar char="•"/>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smtClean="0"/>
              <a:t>Edit Master text styles</a:t>
            </a:r>
          </a:p>
        </p:txBody>
      </p:sp>
      <p:sp>
        <p:nvSpPr>
          <p:cNvPr id="5" name="Date Placeholder 4"/>
          <p:cNvSpPr>
            <a:spLocks noGrp="1"/>
          </p:cNvSpPr>
          <p:nvPr>
            <p:ph type="dt" sz="half" idx="10"/>
          </p:nvPr>
        </p:nvSpPr>
        <p:spPr>
          <a:xfrm>
            <a:off x="586246" y="6443554"/>
            <a:ext cx="1324322" cy="404614"/>
          </a:xfrm>
        </p:spPr>
        <p:txBody>
          <a:bodyPr/>
          <a:lstStyle>
            <a:lvl1pPr>
              <a:defRPr>
                <a:solidFill>
                  <a:schemeClr val="bg1"/>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prstClr val="white"/>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9/6/2025</a:t>
            </a:fld>
            <a:endParaRPr kumimoji="0" lang="en-US" sz="1200" b="0" i="0" u="none" strike="noStrike" kern="1200" cap="none" spc="0" normalizeH="0" baseline="0" noProof="0" dirty="0">
              <a:ln>
                <a:noFill/>
              </a:ln>
              <a:solidFill>
                <a:prstClr val="white"/>
              </a:solidFill>
              <a:effectLst/>
              <a:uLnTx/>
              <a:uFillTx/>
              <a:latin typeface="Arial"/>
              <a:ea typeface="+mn-ea"/>
              <a:cs typeface="+mn-cs"/>
            </a:endParaRPr>
          </a:p>
        </p:txBody>
      </p:sp>
      <p:sp>
        <p:nvSpPr>
          <p:cNvPr id="6" name="Footer Placeholder 5"/>
          <p:cNvSpPr>
            <a:spLocks noGrp="1"/>
          </p:cNvSpPr>
          <p:nvPr>
            <p:ph type="ftr" sz="quarter" idx="11"/>
          </p:nvPr>
        </p:nvSpPr>
        <p:spPr>
          <a:xfrm>
            <a:off x="2825377" y="6453386"/>
            <a:ext cx="2619329" cy="404614"/>
          </a:xfrm>
        </p:spPr>
        <p:txBody>
          <a:bodyPr/>
          <a:lstStyle>
            <a:lvl1pPr>
              <a:defRPr>
                <a:solidFill>
                  <a:schemeClr val="bg1"/>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a:ea typeface="+mn-ea"/>
                <a:cs typeface="+mn-cs"/>
              </a:rPr>
              <a:t>Add a footer </a:t>
            </a:r>
          </a:p>
        </p:txBody>
      </p:sp>
      <p:sp>
        <p:nvSpPr>
          <p:cNvPr id="7" name="Slide Number Placeholder 6"/>
          <p:cNvSpPr>
            <a:spLocks noGrp="1"/>
          </p:cNvSpPr>
          <p:nvPr>
            <p:ph type="sldNum" sz="quarter" idx="12"/>
          </p:nvPr>
        </p:nvSpPr>
        <p:spPr>
          <a:xfrm>
            <a:off x="10187939" y="6453386"/>
            <a:ext cx="1596292" cy="404614"/>
          </a:xfrm>
        </p:spPr>
        <p:txBody>
          <a:bodyPr/>
          <a:lstStyle>
            <a:lvl1pPr>
              <a:defRPr>
                <a:solidFill>
                  <a:schemeClr val="tx2"/>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9" name="Rectangle 8" title="Divider Bar"/>
          <p:cNvSpPr/>
          <p:nvPr/>
        </p:nvSpPr>
        <p:spPr>
          <a:xfrm>
            <a:off x="6024000" y="0"/>
            <a:ext cx="144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Picture Placeholder 12">
            <a:extLst>
              <a:ext uri="{FF2B5EF4-FFF2-40B4-BE49-F238E27FC236}">
                <a16:creationId xmlns:a16="http://schemas.microsoft.com/office/drawing/2014/main" id="{9786B981-6A78-425B-97A2-BA24E40DB7AD}"/>
              </a:ext>
            </a:extLst>
          </p:cNvPr>
          <p:cNvSpPr>
            <a:spLocks noGrp="1"/>
          </p:cNvSpPr>
          <p:nvPr>
            <p:ph type="pic" sz="quarter" idx="13"/>
          </p:nvPr>
        </p:nvSpPr>
        <p:spPr>
          <a:xfrm>
            <a:off x="7145761" y="670570"/>
            <a:ext cx="4151312" cy="4248000"/>
          </a:xfrm>
          <a:prstGeom prst="ellipse">
            <a:avLst/>
          </a:prstGeom>
          <a:ln w="38100">
            <a:solidFill>
              <a:schemeClr val="bg2"/>
            </a:solidFill>
          </a:ln>
          <a:effectLst>
            <a:innerShdw blurRad="114300">
              <a:prstClr val="black"/>
            </a:innerShdw>
          </a:effectLst>
        </p:spPr>
        <p:txBody>
          <a:bodyPr anchor="ctr" anchorCtr="0"/>
          <a:lstStyle>
            <a:lvl1pPr>
              <a:defRPr>
                <a:solidFill>
                  <a:schemeClr val="bg1"/>
                </a:solidFill>
              </a:defRPr>
            </a:lvl1pPr>
          </a:lstStyle>
          <a:p>
            <a:r>
              <a:rPr lang="en-US" noProof="0" smtClean="0"/>
              <a:t>Click icon to add picture</a:t>
            </a:r>
            <a:endParaRPr lang="en-US" noProof="0" dirty="0"/>
          </a:p>
        </p:txBody>
      </p:sp>
      <p:sp>
        <p:nvSpPr>
          <p:cNvPr id="17" name="Content Placeholder 15">
            <a:extLst>
              <a:ext uri="{FF2B5EF4-FFF2-40B4-BE49-F238E27FC236}">
                <a16:creationId xmlns:a16="http://schemas.microsoft.com/office/drawing/2014/main" id="{A21C7D74-31FD-4638-819B-6F7351A1770B}"/>
              </a:ext>
            </a:extLst>
          </p:cNvPr>
          <p:cNvSpPr>
            <a:spLocks noGrp="1"/>
          </p:cNvSpPr>
          <p:nvPr>
            <p:ph sz="quarter" idx="15"/>
          </p:nvPr>
        </p:nvSpPr>
        <p:spPr>
          <a:xfrm>
            <a:off x="6747294" y="5188236"/>
            <a:ext cx="4858459" cy="1126906"/>
          </a:xfrm>
          <a:solidFill>
            <a:schemeClr val="bg2"/>
          </a:solidFill>
          <a:ln>
            <a:noFill/>
          </a:ln>
          <a:effectLst>
            <a:innerShdw blurRad="114300">
              <a:prstClr val="black"/>
            </a:innerShdw>
          </a:effectLst>
        </p:spPr>
        <p:txBody>
          <a:bodyPr anchor="ctr" anchorCtr="0"/>
          <a:lstStyle>
            <a:lvl1pPr marL="0" indent="0" algn="ctr">
              <a:buNone/>
              <a:defRPr sz="1800">
                <a:solidFill>
                  <a:schemeClr val="tx2">
                    <a:lumMod val="50000"/>
                  </a:schemeClr>
                </a:solidFill>
              </a:defRPr>
            </a:lvl1pPr>
            <a:lvl2pPr marL="530352" indent="0" algn="ctr">
              <a:buNone/>
              <a:defRPr sz="1800">
                <a:solidFill>
                  <a:schemeClr val="tx2">
                    <a:lumMod val="50000"/>
                  </a:schemeClr>
                </a:solidFill>
              </a:defRPr>
            </a:lvl2pPr>
            <a:lvl3pPr marL="987552" indent="0" algn="ctr">
              <a:buNone/>
              <a:defRPr sz="1600">
                <a:solidFill>
                  <a:schemeClr val="tx2">
                    <a:lumMod val="50000"/>
                  </a:schemeClr>
                </a:solidFill>
              </a:defRPr>
            </a:lvl3pPr>
            <a:lvl4pPr marL="1444752" indent="0" algn="ctr">
              <a:buNone/>
              <a:defRPr sz="1600">
                <a:solidFill>
                  <a:schemeClr val="tx2">
                    <a:lumMod val="50000"/>
                  </a:schemeClr>
                </a:solidFill>
              </a:defRPr>
            </a:lvl4pPr>
            <a:lvl5pPr marL="1901952" indent="0" algn="ctr">
              <a:buNone/>
              <a:defRPr sz="1400">
                <a:solidFill>
                  <a:schemeClr val="tx2">
                    <a:lumMod val="50000"/>
                  </a:schemeClr>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21" name="L-Shape 20">
            <a:extLst>
              <a:ext uri="{FF2B5EF4-FFF2-40B4-BE49-F238E27FC236}">
                <a16:creationId xmlns:a16="http://schemas.microsoft.com/office/drawing/2014/main" id="{CB430D22-8AAF-444F-A6CE-7C02859083DF}"/>
              </a:ext>
            </a:extLst>
          </p:cNvPr>
          <p:cNvSpPr>
            <a:spLocks noChangeAspect="1"/>
          </p:cNvSpPr>
          <p:nvPr userDrawn="1"/>
        </p:nvSpPr>
        <p:spPr>
          <a:xfrm flipV="1">
            <a:off x="516927" y="335049"/>
            <a:ext cx="403201" cy="395617"/>
          </a:xfrm>
          <a:prstGeom prst="corner">
            <a:avLst>
              <a:gd name="adj1" fmla="val 4470"/>
              <a:gd name="adj2" fmla="val 4823"/>
            </a:avLst>
          </a:prstGeom>
          <a:solidFill>
            <a:schemeClr val="bg2"/>
          </a:solidFill>
          <a:ln w="12700">
            <a:solidFill>
              <a:schemeClr val="bg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23" name="L-Shape 22">
            <a:extLst>
              <a:ext uri="{FF2B5EF4-FFF2-40B4-BE49-F238E27FC236}">
                <a16:creationId xmlns:a16="http://schemas.microsoft.com/office/drawing/2014/main" id="{0D8BA010-8544-4718-9EA3-B0248C963FD4}"/>
              </a:ext>
            </a:extLst>
          </p:cNvPr>
          <p:cNvSpPr>
            <a:spLocks noChangeAspect="1"/>
          </p:cNvSpPr>
          <p:nvPr userDrawn="1"/>
        </p:nvSpPr>
        <p:spPr>
          <a:xfrm flipH="1" flipV="1">
            <a:off x="5085711" y="330291"/>
            <a:ext cx="410929" cy="403201"/>
          </a:xfrm>
          <a:prstGeom prst="corner">
            <a:avLst>
              <a:gd name="adj1" fmla="val 4470"/>
              <a:gd name="adj2" fmla="val 4823"/>
            </a:avLst>
          </a:prstGeom>
          <a:solidFill>
            <a:schemeClr val="bg2"/>
          </a:solidFill>
          <a:ln w="12700">
            <a:solidFill>
              <a:schemeClr val="bg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24" name="L-Shape 23">
            <a:extLst>
              <a:ext uri="{FF2B5EF4-FFF2-40B4-BE49-F238E27FC236}">
                <a16:creationId xmlns:a16="http://schemas.microsoft.com/office/drawing/2014/main" id="{C0FFB550-21A6-456B-BA1A-EF145674866C}"/>
              </a:ext>
            </a:extLst>
          </p:cNvPr>
          <p:cNvSpPr>
            <a:spLocks noChangeAspect="1"/>
          </p:cNvSpPr>
          <p:nvPr userDrawn="1"/>
        </p:nvSpPr>
        <p:spPr>
          <a:xfrm>
            <a:off x="522817" y="1476927"/>
            <a:ext cx="403201" cy="395617"/>
          </a:xfrm>
          <a:prstGeom prst="corner">
            <a:avLst>
              <a:gd name="adj1" fmla="val 4470"/>
              <a:gd name="adj2" fmla="val 4823"/>
            </a:avLst>
          </a:prstGeom>
          <a:solidFill>
            <a:schemeClr val="bg2"/>
          </a:solidFill>
          <a:ln w="12700">
            <a:solidFill>
              <a:schemeClr val="bg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25" name="L-Shape 24">
            <a:extLst>
              <a:ext uri="{FF2B5EF4-FFF2-40B4-BE49-F238E27FC236}">
                <a16:creationId xmlns:a16="http://schemas.microsoft.com/office/drawing/2014/main" id="{70EF88E9-8CAC-422B-A9A6-D9FD1F17DAE2}"/>
              </a:ext>
            </a:extLst>
          </p:cNvPr>
          <p:cNvSpPr>
            <a:spLocks noChangeAspect="1"/>
          </p:cNvSpPr>
          <p:nvPr userDrawn="1"/>
        </p:nvSpPr>
        <p:spPr>
          <a:xfrm flipH="1">
            <a:off x="5081769" y="1482001"/>
            <a:ext cx="410929" cy="403201"/>
          </a:xfrm>
          <a:prstGeom prst="corner">
            <a:avLst>
              <a:gd name="adj1" fmla="val 4470"/>
              <a:gd name="adj2" fmla="val 4823"/>
            </a:avLst>
          </a:prstGeom>
          <a:solidFill>
            <a:schemeClr val="bg2"/>
          </a:solidFill>
          <a:ln w="12700">
            <a:solidFill>
              <a:schemeClr val="bg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Tree>
    <p:extLst>
      <p:ext uri="{BB962C8B-B14F-4D97-AF65-F5344CB8AC3E}">
        <p14:creationId xmlns:p14="http://schemas.microsoft.com/office/powerpoint/2010/main" val="4736394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Content with Caption">
    <p:bg bwMode="ltGray">
      <p:bgPr>
        <a:solidFill>
          <a:schemeClr val="bg2"/>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20A2BD38-4A6C-44EB-900D-A3E3AE37854F}"/>
              </a:ext>
            </a:extLst>
          </p:cNvPr>
          <p:cNvSpPr/>
          <p:nvPr userDrawn="1"/>
        </p:nvSpPr>
        <p:spPr>
          <a:xfrm>
            <a:off x="6581723" y="404614"/>
            <a:ext cx="5191176" cy="6048772"/>
          </a:xfrm>
          <a:prstGeom prst="rect">
            <a:avLst/>
          </a:prstGeom>
          <a:gradFill flip="none" rotWithShape="1">
            <a:gsLst>
              <a:gs pos="0">
                <a:schemeClr val="tx2">
                  <a:lumMod val="50000"/>
                </a:schemeClr>
              </a:gs>
              <a:gs pos="36000">
                <a:schemeClr val="tx2"/>
              </a:gs>
              <a:gs pos="69000">
                <a:schemeClr val="tx2">
                  <a:lumMod val="75000"/>
                </a:schemeClr>
              </a:gs>
              <a:gs pos="97000">
                <a:schemeClr val="tx2">
                  <a:lumMod val="50000"/>
                </a:schemeClr>
              </a:gs>
            </a:gsLst>
            <a:lin ang="2700000" scaled="1"/>
            <a:tileRect/>
          </a:gradFill>
          <a:ln>
            <a:noFill/>
          </a:ln>
          <a:effectLst>
            <a:outerShdw blurRad="63500" sx="102000" sy="102000" algn="ctr" rotWithShape="0">
              <a:prstClr val="black">
                <a:alpha val="2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8" name="Rectangle 7" title="Background Shape"/>
          <p:cNvSpPr/>
          <p:nvPr/>
        </p:nvSpPr>
        <p:spPr>
          <a:xfrm>
            <a:off x="0" y="376"/>
            <a:ext cx="6096000" cy="685762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hasCustomPrompt="1"/>
          </p:nvPr>
        </p:nvSpPr>
        <p:spPr bwMode="white">
          <a:xfrm>
            <a:off x="586246" y="400665"/>
            <a:ext cx="4858460" cy="1428136"/>
          </a:xfrm>
        </p:spPr>
        <p:txBody>
          <a:bodyPr anchor="ctr" anchorCtr="0">
            <a:noAutofit/>
          </a:bodyPr>
          <a:lstStyle>
            <a:lvl1pPr algn="ctr">
              <a:lnSpc>
                <a:spcPct val="84000"/>
              </a:lnSpc>
              <a:defRPr sz="4800" baseline="0">
                <a:solidFill>
                  <a:schemeClr val="bg1"/>
                </a:solidFill>
              </a:defRPr>
            </a:lvl1pPr>
          </a:lstStyle>
          <a:p>
            <a:r>
              <a:rPr lang="en-US" noProof="0"/>
              <a:t>Click To Edit Master Title Style</a:t>
            </a:r>
          </a:p>
        </p:txBody>
      </p:sp>
      <p:sp>
        <p:nvSpPr>
          <p:cNvPr id="4" name="Text Placeholder 3"/>
          <p:cNvSpPr>
            <a:spLocks noGrp="1"/>
          </p:cNvSpPr>
          <p:nvPr>
            <p:ph type="body" sz="half" idx="2"/>
          </p:nvPr>
        </p:nvSpPr>
        <p:spPr>
          <a:xfrm>
            <a:off x="586246" y="2113935"/>
            <a:ext cx="4858460" cy="4247186"/>
          </a:xfrm>
        </p:spPr>
        <p:txBody>
          <a:bodyPr/>
          <a:lstStyle>
            <a:lvl1pPr marL="285750" indent="-285750">
              <a:lnSpc>
                <a:spcPct val="100000"/>
              </a:lnSpc>
              <a:spcBef>
                <a:spcPts val="0"/>
              </a:spcBef>
              <a:spcAft>
                <a:spcPts val="100"/>
              </a:spcAft>
              <a:buFont typeface="Arial" panose="020B0604020202020204" pitchFamily="34" charset="0"/>
              <a:buChar char="•"/>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smtClean="0"/>
              <a:t>Edit Master text styles</a:t>
            </a:r>
          </a:p>
        </p:txBody>
      </p:sp>
      <p:sp>
        <p:nvSpPr>
          <p:cNvPr id="5" name="Date Placeholder 4"/>
          <p:cNvSpPr>
            <a:spLocks noGrp="1"/>
          </p:cNvSpPr>
          <p:nvPr>
            <p:ph type="dt" sz="half" idx="10"/>
          </p:nvPr>
        </p:nvSpPr>
        <p:spPr>
          <a:xfrm>
            <a:off x="586246" y="6443554"/>
            <a:ext cx="1324322" cy="404614"/>
          </a:xfrm>
        </p:spPr>
        <p:txBody>
          <a:bodyPr/>
          <a:lstStyle>
            <a:lvl1pPr>
              <a:defRPr>
                <a:solidFill>
                  <a:schemeClr val="bg1"/>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prstClr val="white"/>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9/6/2025</a:t>
            </a:fld>
            <a:endParaRPr kumimoji="0" lang="en-US" sz="1200" b="0" i="0" u="none" strike="noStrike" kern="1200" cap="none" spc="0" normalizeH="0" baseline="0" noProof="0" dirty="0">
              <a:ln>
                <a:noFill/>
              </a:ln>
              <a:solidFill>
                <a:prstClr val="white"/>
              </a:solidFill>
              <a:effectLst/>
              <a:uLnTx/>
              <a:uFillTx/>
              <a:latin typeface="Arial"/>
              <a:ea typeface="+mn-ea"/>
              <a:cs typeface="+mn-cs"/>
            </a:endParaRPr>
          </a:p>
        </p:txBody>
      </p:sp>
      <p:sp>
        <p:nvSpPr>
          <p:cNvPr id="6" name="Footer Placeholder 5"/>
          <p:cNvSpPr>
            <a:spLocks noGrp="1"/>
          </p:cNvSpPr>
          <p:nvPr>
            <p:ph type="ftr" sz="quarter" idx="11"/>
          </p:nvPr>
        </p:nvSpPr>
        <p:spPr>
          <a:xfrm>
            <a:off x="2825377" y="6453386"/>
            <a:ext cx="2619329" cy="404614"/>
          </a:xfrm>
        </p:spPr>
        <p:txBody>
          <a:bodyPr/>
          <a:lstStyle>
            <a:lvl1pPr>
              <a:defRPr>
                <a:solidFill>
                  <a:schemeClr val="bg1"/>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a:ea typeface="+mn-ea"/>
                <a:cs typeface="+mn-cs"/>
              </a:rPr>
              <a:t>Add a footer </a:t>
            </a:r>
          </a:p>
        </p:txBody>
      </p:sp>
      <p:sp>
        <p:nvSpPr>
          <p:cNvPr id="7" name="Slide Number Placeholder 6"/>
          <p:cNvSpPr>
            <a:spLocks noGrp="1"/>
          </p:cNvSpPr>
          <p:nvPr>
            <p:ph type="sldNum" sz="quarter" idx="12"/>
          </p:nvPr>
        </p:nvSpPr>
        <p:spPr>
          <a:xfrm>
            <a:off x="10187939" y="6453386"/>
            <a:ext cx="1596292" cy="404614"/>
          </a:xfrm>
        </p:spPr>
        <p:txBody>
          <a:bodyPr/>
          <a:lstStyle>
            <a:lvl1pPr>
              <a:defRPr>
                <a:solidFill>
                  <a:schemeClr val="tx2"/>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9" name="Rectangle 8" title="Divider Bar"/>
          <p:cNvSpPr/>
          <p:nvPr/>
        </p:nvSpPr>
        <p:spPr>
          <a:xfrm>
            <a:off x="6024000" y="0"/>
            <a:ext cx="144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L-Shape 20">
            <a:extLst>
              <a:ext uri="{FF2B5EF4-FFF2-40B4-BE49-F238E27FC236}">
                <a16:creationId xmlns:a16="http://schemas.microsoft.com/office/drawing/2014/main" id="{CB430D22-8AAF-444F-A6CE-7C02859083DF}"/>
              </a:ext>
            </a:extLst>
          </p:cNvPr>
          <p:cNvSpPr>
            <a:spLocks noChangeAspect="1"/>
          </p:cNvSpPr>
          <p:nvPr userDrawn="1"/>
        </p:nvSpPr>
        <p:spPr>
          <a:xfrm flipV="1">
            <a:off x="516927" y="335049"/>
            <a:ext cx="403201" cy="395617"/>
          </a:xfrm>
          <a:prstGeom prst="corner">
            <a:avLst>
              <a:gd name="adj1" fmla="val 4470"/>
              <a:gd name="adj2" fmla="val 4823"/>
            </a:avLst>
          </a:prstGeom>
          <a:solidFill>
            <a:schemeClr val="bg2"/>
          </a:solidFill>
          <a:ln w="12700">
            <a:solidFill>
              <a:schemeClr val="bg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23" name="L-Shape 22">
            <a:extLst>
              <a:ext uri="{FF2B5EF4-FFF2-40B4-BE49-F238E27FC236}">
                <a16:creationId xmlns:a16="http://schemas.microsoft.com/office/drawing/2014/main" id="{0D8BA010-8544-4718-9EA3-B0248C963FD4}"/>
              </a:ext>
            </a:extLst>
          </p:cNvPr>
          <p:cNvSpPr>
            <a:spLocks noChangeAspect="1"/>
          </p:cNvSpPr>
          <p:nvPr userDrawn="1"/>
        </p:nvSpPr>
        <p:spPr>
          <a:xfrm flipH="1" flipV="1">
            <a:off x="5085711" y="330291"/>
            <a:ext cx="410929" cy="403201"/>
          </a:xfrm>
          <a:prstGeom prst="corner">
            <a:avLst>
              <a:gd name="adj1" fmla="val 4470"/>
              <a:gd name="adj2" fmla="val 4823"/>
            </a:avLst>
          </a:prstGeom>
          <a:solidFill>
            <a:schemeClr val="bg2"/>
          </a:solidFill>
          <a:ln w="12700">
            <a:solidFill>
              <a:schemeClr val="bg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24" name="L-Shape 23">
            <a:extLst>
              <a:ext uri="{FF2B5EF4-FFF2-40B4-BE49-F238E27FC236}">
                <a16:creationId xmlns:a16="http://schemas.microsoft.com/office/drawing/2014/main" id="{C0FFB550-21A6-456B-BA1A-EF145674866C}"/>
              </a:ext>
            </a:extLst>
          </p:cNvPr>
          <p:cNvSpPr>
            <a:spLocks noChangeAspect="1"/>
          </p:cNvSpPr>
          <p:nvPr userDrawn="1"/>
        </p:nvSpPr>
        <p:spPr>
          <a:xfrm>
            <a:off x="522817" y="1476927"/>
            <a:ext cx="403201" cy="395617"/>
          </a:xfrm>
          <a:prstGeom prst="corner">
            <a:avLst>
              <a:gd name="adj1" fmla="val 4470"/>
              <a:gd name="adj2" fmla="val 4823"/>
            </a:avLst>
          </a:prstGeom>
          <a:solidFill>
            <a:schemeClr val="bg2"/>
          </a:solidFill>
          <a:ln w="12700">
            <a:solidFill>
              <a:schemeClr val="bg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25" name="L-Shape 24">
            <a:extLst>
              <a:ext uri="{FF2B5EF4-FFF2-40B4-BE49-F238E27FC236}">
                <a16:creationId xmlns:a16="http://schemas.microsoft.com/office/drawing/2014/main" id="{70EF88E9-8CAC-422B-A9A6-D9FD1F17DAE2}"/>
              </a:ext>
            </a:extLst>
          </p:cNvPr>
          <p:cNvSpPr>
            <a:spLocks noChangeAspect="1"/>
          </p:cNvSpPr>
          <p:nvPr userDrawn="1"/>
        </p:nvSpPr>
        <p:spPr>
          <a:xfrm flipH="1">
            <a:off x="5081769" y="1482001"/>
            <a:ext cx="410929" cy="403201"/>
          </a:xfrm>
          <a:prstGeom prst="corner">
            <a:avLst>
              <a:gd name="adj1" fmla="val 4470"/>
              <a:gd name="adj2" fmla="val 4823"/>
            </a:avLst>
          </a:prstGeom>
          <a:solidFill>
            <a:schemeClr val="bg2"/>
          </a:solidFill>
          <a:ln w="12700">
            <a:solidFill>
              <a:schemeClr val="bg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18" name="Content Placeholder 2">
            <a:extLst>
              <a:ext uri="{FF2B5EF4-FFF2-40B4-BE49-F238E27FC236}">
                <a16:creationId xmlns:a16="http://schemas.microsoft.com/office/drawing/2014/main" id="{ED439475-E625-4449-B42E-8F291D64A3C7}"/>
              </a:ext>
            </a:extLst>
          </p:cNvPr>
          <p:cNvSpPr>
            <a:spLocks noGrp="1"/>
          </p:cNvSpPr>
          <p:nvPr>
            <p:ph idx="1"/>
          </p:nvPr>
        </p:nvSpPr>
        <p:spPr>
          <a:xfrm>
            <a:off x="6695360" y="518474"/>
            <a:ext cx="4910394" cy="5759777"/>
          </a:xfrm>
          <a:solidFill>
            <a:schemeClr val="bg2"/>
          </a:solidFill>
          <a:ln>
            <a:noFill/>
          </a:ln>
          <a:effectLst>
            <a:innerShdw blurRad="114300">
              <a:prstClr val="black"/>
            </a:innerShdw>
          </a:effectLst>
        </p:spPr>
        <p:txBody>
          <a:bodyPr vert="horz" lIns="91440" tIns="45720" rIns="91440" bIns="45720" rtlCol="0" anchor="ctr" anchorCtr="0">
            <a:noAutofit/>
          </a:bodyPr>
          <a:lstStyle>
            <a:lvl1pPr>
              <a:defRPr lang="en-US" sz="1800">
                <a:solidFill>
                  <a:schemeClr val="tx2">
                    <a:lumMod val="50000"/>
                  </a:schemeClr>
                </a:solidFill>
              </a:defRPr>
            </a:lvl1pPr>
            <a:lvl2pPr>
              <a:defRPr lang="en-US" sz="1800">
                <a:solidFill>
                  <a:schemeClr val="tx2">
                    <a:lumMod val="50000"/>
                  </a:schemeClr>
                </a:solidFill>
              </a:defRPr>
            </a:lvl2pPr>
            <a:lvl3pPr>
              <a:defRPr lang="en-US" sz="1600">
                <a:solidFill>
                  <a:schemeClr val="tx2">
                    <a:lumMod val="50000"/>
                  </a:schemeClr>
                </a:solidFill>
              </a:defRPr>
            </a:lvl3pPr>
            <a:lvl4pPr>
              <a:defRPr lang="en-US" sz="1600">
                <a:solidFill>
                  <a:schemeClr val="tx2">
                    <a:lumMod val="50000"/>
                  </a:schemeClr>
                </a:solidFill>
              </a:defRPr>
            </a:lvl4pPr>
            <a:lvl5pPr>
              <a:defRPr lang="en-US" sz="1400">
                <a:solidFill>
                  <a:schemeClr val="tx2">
                    <a:lumMod val="50000"/>
                  </a:schemeClr>
                </a:solidFill>
              </a:defRPr>
            </a:lvl5pPr>
          </a:lstStyle>
          <a:p>
            <a:pPr marL="0" lvl="0" indent="0" algn="ctr">
              <a:buNone/>
            </a:pPr>
            <a:r>
              <a:rPr lang="en-US" noProof="0" smtClean="0"/>
              <a:t>Edit Master text styles</a:t>
            </a:r>
          </a:p>
          <a:p>
            <a:pPr marL="0" lvl="1" indent="0" algn="ctr">
              <a:buNone/>
            </a:pPr>
            <a:r>
              <a:rPr lang="en-US" noProof="0" smtClean="0"/>
              <a:t>Second level</a:t>
            </a:r>
          </a:p>
          <a:p>
            <a:pPr marL="0" lvl="2" indent="0" algn="ctr">
              <a:buNone/>
            </a:pPr>
            <a:r>
              <a:rPr lang="en-US" noProof="0" smtClean="0"/>
              <a:t>Third level</a:t>
            </a:r>
          </a:p>
          <a:p>
            <a:pPr marL="0" lvl="3" indent="0" algn="ctr">
              <a:buNone/>
            </a:pPr>
            <a:r>
              <a:rPr lang="en-US" noProof="0" smtClean="0"/>
              <a:t>Fourth level</a:t>
            </a:r>
          </a:p>
          <a:p>
            <a:pPr marL="0" lvl="4" indent="0" algn="ctr">
              <a:buNone/>
            </a:pPr>
            <a:r>
              <a:rPr lang="en-US" noProof="0" smtClean="0"/>
              <a:t>Fifth level</a:t>
            </a:r>
            <a:endParaRPr lang="en-US" noProof="0"/>
          </a:p>
        </p:txBody>
      </p:sp>
    </p:spTree>
    <p:extLst>
      <p:ext uri="{BB962C8B-B14F-4D97-AF65-F5344CB8AC3E}">
        <p14:creationId xmlns:p14="http://schemas.microsoft.com/office/powerpoint/2010/main" val="13505088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Picture, TItle, and Caption">
    <p:spTree>
      <p:nvGrpSpPr>
        <p:cNvPr id="1" name=""/>
        <p:cNvGrpSpPr/>
        <p:nvPr/>
      </p:nvGrpSpPr>
      <p:grpSpPr>
        <a:xfrm>
          <a:off x="0" y="0"/>
          <a:ext cx="0" cy="0"/>
          <a:chOff x="0" y="0"/>
          <a:chExt cx="0" cy="0"/>
        </a:xfrm>
      </p:grpSpPr>
      <p:sp>
        <p:nvSpPr>
          <p:cNvPr id="8" name="Rectangle 7" title="Background Shape"/>
          <p:cNvSpPr/>
          <p:nvPr/>
        </p:nvSpPr>
        <p:spPr>
          <a:xfrm>
            <a:off x="-1" y="376"/>
            <a:ext cx="6234898" cy="685762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a:extLst>
              <a:ext uri="{FF2B5EF4-FFF2-40B4-BE49-F238E27FC236}">
                <a16:creationId xmlns:a16="http://schemas.microsoft.com/office/drawing/2014/main" id="{1F430D42-50DC-4502-A3E8-251FE7F0809D}"/>
              </a:ext>
            </a:extLst>
          </p:cNvPr>
          <p:cNvSpPr/>
          <p:nvPr userDrawn="1"/>
        </p:nvSpPr>
        <p:spPr>
          <a:xfrm>
            <a:off x="507591" y="5289755"/>
            <a:ext cx="5270049" cy="1012722"/>
          </a:xfrm>
          <a:prstGeom prst="rect">
            <a:avLst/>
          </a:prstGeom>
          <a:solidFill>
            <a:schemeClr val="bg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6923C"/>
              </a:solidFill>
              <a:effectLst/>
              <a:uLnTx/>
              <a:uFillTx/>
              <a:latin typeface="Arial"/>
              <a:ea typeface="+mn-ea"/>
              <a:cs typeface="+mn-cs"/>
            </a:endParaRPr>
          </a:p>
        </p:txBody>
      </p:sp>
      <p:sp>
        <p:nvSpPr>
          <p:cNvPr id="11" name="Rectangle: Diagonal Corners Snipped 10">
            <a:extLst>
              <a:ext uri="{FF2B5EF4-FFF2-40B4-BE49-F238E27FC236}">
                <a16:creationId xmlns:a16="http://schemas.microsoft.com/office/drawing/2014/main" id="{836AFDEB-3C72-49E0-9B45-DC9EFBA6587F}"/>
              </a:ext>
            </a:extLst>
          </p:cNvPr>
          <p:cNvSpPr/>
          <p:nvPr userDrawn="1"/>
        </p:nvSpPr>
        <p:spPr bwMode="white">
          <a:xfrm>
            <a:off x="507591" y="409286"/>
            <a:ext cx="5270049" cy="4732985"/>
          </a:xfrm>
          <a:prstGeom prst="snip2DiagRect">
            <a:avLst>
              <a:gd name="adj1" fmla="val 0"/>
              <a:gd name="adj2" fmla="val 10697"/>
            </a:avLst>
          </a:prstGeom>
          <a:solidFill>
            <a:schemeClr val="accent3"/>
          </a:solidFill>
          <a:ln>
            <a:noFill/>
          </a:ln>
          <a:effectLst>
            <a:outerShdw blurRad="63500" sx="102000" sy="102000" algn="ctr"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2" name="Title 1"/>
          <p:cNvSpPr>
            <a:spLocks noGrp="1"/>
          </p:cNvSpPr>
          <p:nvPr>
            <p:ph type="title" hasCustomPrompt="1"/>
          </p:nvPr>
        </p:nvSpPr>
        <p:spPr>
          <a:xfrm>
            <a:off x="6930776" y="477366"/>
            <a:ext cx="4644000" cy="1341602"/>
          </a:xfrm>
        </p:spPr>
        <p:txBody>
          <a:bodyPr anchor="ctr" anchorCtr="0">
            <a:normAutofit/>
          </a:bodyPr>
          <a:lstStyle>
            <a:lvl1pPr algn="ctr">
              <a:lnSpc>
                <a:spcPct val="84000"/>
              </a:lnSpc>
              <a:defRPr sz="4800" baseline="0">
                <a:solidFill>
                  <a:schemeClr val="tx2"/>
                </a:solidFill>
              </a:defRPr>
            </a:lvl1pPr>
          </a:lstStyle>
          <a:p>
            <a:r>
              <a:rPr lang="en-US" noProof="0"/>
              <a:t>Click To Edit Master Title Style</a:t>
            </a:r>
          </a:p>
        </p:txBody>
      </p:sp>
      <p:sp>
        <p:nvSpPr>
          <p:cNvPr id="4" name="Text Placeholder 3"/>
          <p:cNvSpPr>
            <a:spLocks noGrp="1"/>
          </p:cNvSpPr>
          <p:nvPr>
            <p:ph type="body" sz="half" idx="2"/>
          </p:nvPr>
        </p:nvSpPr>
        <p:spPr>
          <a:xfrm>
            <a:off x="6930775" y="1966451"/>
            <a:ext cx="4644001" cy="4388615"/>
          </a:xfrm>
        </p:spPr>
        <p:txBody>
          <a:bodyPr/>
          <a:lstStyle>
            <a:lvl1pPr marL="285750" indent="-285750">
              <a:lnSpc>
                <a:spcPct val="100000"/>
              </a:lnSpc>
              <a:spcBef>
                <a:spcPts val="0"/>
              </a:spcBef>
              <a:spcAft>
                <a:spcPts val="0"/>
              </a:spcAft>
              <a:buFont typeface="Arial" panose="020B0604020202020204" pitchFamily="34" charset="0"/>
              <a:buChar char="•"/>
              <a:defRPr sz="18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smtClean="0"/>
              <a:t>Edit Master text styles</a:t>
            </a:r>
          </a:p>
        </p:txBody>
      </p:sp>
      <p:sp>
        <p:nvSpPr>
          <p:cNvPr id="5" name="Date Placeholder 4"/>
          <p:cNvSpPr>
            <a:spLocks noGrp="1"/>
          </p:cNvSpPr>
          <p:nvPr>
            <p:ph type="dt" sz="half" idx="10"/>
          </p:nvPr>
        </p:nvSpPr>
        <p:spPr>
          <a:xfrm>
            <a:off x="507591" y="6453386"/>
            <a:ext cx="1204572" cy="404614"/>
          </a:xfrm>
        </p:spPr>
        <p:txBody>
          <a:bodyPr/>
          <a:lstStyle>
            <a:lvl1pPr>
              <a:defRPr>
                <a:solidFill>
                  <a:schemeClr val="bg1"/>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prstClr val="white"/>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9/6/2025</a:t>
            </a:fld>
            <a:endParaRPr kumimoji="0" lang="en-US" sz="1200" b="0" i="0" u="none" strike="noStrike" kern="1200" cap="none" spc="0" normalizeH="0" baseline="0" noProof="0" dirty="0">
              <a:ln>
                <a:noFill/>
              </a:ln>
              <a:solidFill>
                <a:prstClr val="white"/>
              </a:solidFill>
              <a:effectLst/>
              <a:uLnTx/>
              <a:uFillTx/>
              <a:latin typeface="Arial"/>
              <a:ea typeface="+mn-ea"/>
              <a:cs typeface="+mn-cs"/>
            </a:endParaRPr>
          </a:p>
        </p:txBody>
      </p:sp>
      <p:sp>
        <p:nvSpPr>
          <p:cNvPr id="6" name="Footer Placeholder 5"/>
          <p:cNvSpPr>
            <a:spLocks noGrp="1"/>
          </p:cNvSpPr>
          <p:nvPr>
            <p:ph type="ftr" sz="quarter" idx="11"/>
          </p:nvPr>
        </p:nvSpPr>
        <p:spPr>
          <a:xfrm>
            <a:off x="3403965" y="6453386"/>
            <a:ext cx="2373675" cy="404614"/>
          </a:xfrm>
        </p:spPr>
        <p:txBody>
          <a:bodyPr/>
          <a:lstStyle>
            <a:lvl1pPr>
              <a:defRPr>
                <a:solidFill>
                  <a:schemeClr val="bg1"/>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a:ea typeface="+mn-ea"/>
                <a:cs typeface="+mn-cs"/>
              </a:rPr>
              <a:t>Add a footer </a:t>
            </a:r>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9" name="Rectangle 8" title="Divider Bar"/>
          <p:cNvSpPr/>
          <p:nvPr/>
        </p:nvSpPr>
        <p:spPr>
          <a:xfrm>
            <a:off x="6234897" y="-376"/>
            <a:ext cx="144000" cy="6876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L-Shape 11">
            <a:extLst>
              <a:ext uri="{FF2B5EF4-FFF2-40B4-BE49-F238E27FC236}">
                <a16:creationId xmlns:a16="http://schemas.microsoft.com/office/drawing/2014/main" id="{26A5AA85-E28D-4647-B000-742C83A8047D}"/>
              </a:ext>
            </a:extLst>
          </p:cNvPr>
          <p:cNvSpPr>
            <a:spLocks noChangeAspect="1"/>
          </p:cNvSpPr>
          <p:nvPr userDrawn="1"/>
        </p:nvSpPr>
        <p:spPr>
          <a:xfrm flipV="1">
            <a:off x="6845770" y="372071"/>
            <a:ext cx="625971" cy="614197"/>
          </a:xfrm>
          <a:prstGeom prst="corner">
            <a:avLst>
              <a:gd name="adj1" fmla="val 4470"/>
              <a:gd name="adj2" fmla="val 4823"/>
            </a:avLst>
          </a:prstGeom>
          <a:solidFill>
            <a:schemeClr val="tx2"/>
          </a:solidFill>
          <a:ln w="28575">
            <a:solidFill>
              <a:schemeClr val="tx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1F497D"/>
              </a:solidFill>
              <a:effectLst/>
              <a:uLnTx/>
              <a:uFillTx/>
              <a:latin typeface="Arial"/>
              <a:ea typeface="+mn-ea"/>
              <a:cs typeface="+mn-cs"/>
            </a:endParaRPr>
          </a:p>
        </p:txBody>
      </p:sp>
      <p:sp>
        <p:nvSpPr>
          <p:cNvPr id="13" name="L-Shape 12">
            <a:extLst>
              <a:ext uri="{FF2B5EF4-FFF2-40B4-BE49-F238E27FC236}">
                <a16:creationId xmlns:a16="http://schemas.microsoft.com/office/drawing/2014/main" id="{C3CD9875-0A2E-4F4D-ACB7-87DD98EED9D0}"/>
              </a:ext>
            </a:extLst>
          </p:cNvPr>
          <p:cNvSpPr>
            <a:spLocks noChangeAspect="1"/>
          </p:cNvSpPr>
          <p:nvPr userDrawn="1"/>
        </p:nvSpPr>
        <p:spPr>
          <a:xfrm flipH="1">
            <a:off x="11058438" y="5819525"/>
            <a:ext cx="625971" cy="614197"/>
          </a:xfrm>
          <a:prstGeom prst="corner">
            <a:avLst>
              <a:gd name="adj1" fmla="val 4470"/>
              <a:gd name="adj2" fmla="val 4823"/>
            </a:avLst>
          </a:prstGeom>
          <a:solidFill>
            <a:schemeClr val="tx2"/>
          </a:solidFill>
          <a:ln w="28575">
            <a:solidFill>
              <a:schemeClr val="tx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1F497D"/>
              </a:solidFill>
              <a:effectLst/>
              <a:uLnTx/>
              <a:uFillTx/>
              <a:latin typeface="Arial"/>
              <a:ea typeface="+mn-ea"/>
              <a:cs typeface="+mn-cs"/>
            </a:endParaRPr>
          </a:p>
        </p:txBody>
      </p:sp>
      <p:sp>
        <p:nvSpPr>
          <p:cNvPr id="10" name="Picture Placeholder 9">
            <a:extLst>
              <a:ext uri="{FF2B5EF4-FFF2-40B4-BE49-F238E27FC236}">
                <a16:creationId xmlns:a16="http://schemas.microsoft.com/office/drawing/2014/main" id="{3BDA3A4D-2561-4EEB-8787-E1A652565755}"/>
              </a:ext>
            </a:extLst>
          </p:cNvPr>
          <p:cNvSpPr>
            <a:spLocks noGrp="1"/>
          </p:cNvSpPr>
          <p:nvPr>
            <p:ph type="pic" sz="quarter" idx="13"/>
          </p:nvPr>
        </p:nvSpPr>
        <p:spPr>
          <a:xfrm>
            <a:off x="806245" y="668595"/>
            <a:ext cx="4646651" cy="4198373"/>
          </a:xfrm>
          <a:prstGeom prst="snip2DiagRect">
            <a:avLst>
              <a:gd name="adj1" fmla="val 0"/>
              <a:gd name="adj2" fmla="val 10300"/>
            </a:avLst>
          </a:prstGeom>
          <a:ln w="38100">
            <a:solidFill>
              <a:schemeClr val="bg1"/>
            </a:solidFill>
          </a:ln>
          <a:effectLst>
            <a:innerShdw blurRad="114300">
              <a:prstClr val="black"/>
            </a:innerShdw>
          </a:effectLst>
        </p:spPr>
        <p:txBody>
          <a:bodyPr/>
          <a:lstStyle>
            <a:lvl1pPr>
              <a:defRPr>
                <a:solidFill>
                  <a:schemeClr val="bg1"/>
                </a:solidFill>
              </a:defRPr>
            </a:lvl1pPr>
          </a:lstStyle>
          <a:p>
            <a:r>
              <a:rPr lang="en-US" noProof="0" smtClean="0"/>
              <a:t>Click icon to add picture</a:t>
            </a:r>
            <a:endParaRPr lang="en-US" noProof="0" dirty="0"/>
          </a:p>
        </p:txBody>
      </p:sp>
      <p:sp>
        <p:nvSpPr>
          <p:cNvPr id="16" name="Text Placeholder 15">
            <a:extLst>
              <a:ext uri="{FF2B5EF4-FFF2-40B4-BE49-F238E27FC236}">
                <a16:creationId xmlns:a16="http://schemas.microsoft.com/office/drawing/2014/main" id="{FBB32A6B-92AA-4208-9120-FFC166CE751C}"/>
              </a:ext>
            </a:extLst>
          </p:cNvPr>
          <p:cNvSpPr>
            <a:spLocks noGrp="1"/>
          </p:cNvSpPr>
          <p:nvPr>
            <p:ph type="body" sz="quarter" idx="14"/>
          </p:nvPr>
        </p:nvSpPr>
        <p:spPr>
          <a:xfrm>
            <a:off x="570275" y="5352418"/>
            <a:ext cx="5148000" cy="900000"/>
          </a:xfrm>
          <a:solidFill>
            <a:schemeClr val="bg2"/>
          </a:solidFill>
          <a:effectLst>
            <a:innerShdw blurRad="114300">
              <a:prstClr val="black">
                <a:alpha val="34000"/>
              </a:prstClr>
            </a:innerShdw>
          </a:effectLst>
        </p:spPr>
        <p:txBody>
          <a:bodyPr anchor="ctr" anchorCtr="0"/>
          <a:lstStyle>
            <a:lvl1pPr marL="0" indent="0" algn="ctr">
              <a:buFont typeface="Arial" panose="020B0604020202020204" pitchFamily="34" charset="0"/>
              <a:buNone/>
              <a:defRPr sz="1800">
                <a:solidFill>
                  <a:schemeClr val="accent3"/>
                </a:solidFill>
              </a:defRPr>
            </a:lvl1pPr>
            <a:lvl2pPr marL="530352" indent="0" algn="ctr">
              <a:buFont typeface="Arial" panose="020B0604020202020204" pitchFamily="34" charset="0"/>
              <a:buNone/>
              <a:defRPr sz="1800">
                <a:solidFill>
                  <a:schemeClr val="accent3"/>
                </a:solidFill>
              </a:defRPr>
            </a:lvl2pPr>
            <a:lvl3pPr marL="987552" indent="0" algn="ctr">
              <a:buFont typeface="Arial" panose="020B0604020202020204" pitchFamily="34" charset="0"/>
              <a:buNone/>
              <a:defRPr sz="1600">
                <a:solidFill>
                  <a:schemeClr val="accent3"/>
                </a:solidFill>
              </a:defRPr>
            </a:lvl3pPr>
            <a:lvl4pPr marL="1444752" indent="0" algn="ctr">
              <a:buFont typeface="Arial" panose="020B0604020202020204" pitchFamily="34" charset="0"/>
              <a:buNone/>
              <a:defRPr sz="1600">
                <a:solidFill>
                  <a:schemeClr val="accent3"/>
                </a:solidFill>
              </a:defRPr>
            </a:lvl4pPr>
            <a:lvl5pPr marL="1901952" indent="0" algn="ctr">
              <a:buFont typeface="Arial" panose="020B0604020202020204" pitchFamily="34" charset="0"/>
              <a:buNone/>
              <a:defRPr sz="1400">
                <a:solidFill>
                  <a:schemeClr val="accent3"/>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20" name="L-Shape 19">
            <a:extLst>
              <a:ext uri="{FF2B5EF4-FFF2-40B4-BE49-F238E27FC236}">
                <a16:creationId xmlns:a16="http://schemas.microsoft.com/office/drawing/2014/main" id="{CC096F9F-3AD4-4FC8-823F-DBD962E2E1C6}"/>
              </a:ext>
            </a:extLst>
          </p:cNvPr>
          <p:cNvSpPr>
            <a:spLocks noChangeAspect="1"/>
          </p:cNvSpPr>
          <p:nvPr userDrawn="1"/>
        </p:nvSpPr>
        <p:spPr>
          <a:xfrm flipH="1" flipV="1">
            <a:off x="11021316" y="361496"/>
            <a:ext cx="625971" cy="614197"/>
          </a:xfrm>
          <a:prstGeom prst="corner">
            <a:avLst>
              <a:gd name="adj1" fmla="val 4470"/>
              <a:gd name="adj2" fmla="val 4823"/>
            </a:avLst>
          </a:prstGeom>
          <a:solidFill>
            <a:schemeClr val="tx2"/>
          </a:solidFill>
          <a:ln w="28575">
            <a:solidFill>
              <a:schemeClr val="tx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1F497D"/>
              </a:solidFill>
              <a:effectLst/>
              <a:uLnTx/>
              <a:uFillTx/>
              <a:latin typeface="Arial"/>
              <a:ea typeface="+mn-ea"/>
              <a:cs typeface="+mn-cs"/>
            </a:endParaRPr>
          </a:p>
        </p:txBody>
      </p:sp>
      <p:sp>
        <p:nvSpPr>
          <p:cNvPr id="21" name="L-Shape 20">
            <a:extLst>
              <a:ext uri="{FF2B5EF4-FFF2-40B4-BE49-F238E27FC236}">
                <a16:creationId xmlns:a16="http://schemas.microsoft.com/office/drawing/2014/main" id="{9CFFEAD0-9992-49A8-A068-3357E08CD7C0}"/>
              </a:ext>
            </a:extLst>
          </p:cNvPr>
          <p:cNvSpPr>
            <a:spLocks noChangeAspect="1"/>
          </p:cNvSpPr>
          <p:nvPr userDrawn="1"/>
        </p:nvSpPr>
        <p:spPr>
          <a:xfrm>
            <a:off x="6865431" y="5819524"/>
            <a:ext cx="625971" cy="614197"/>
          </a:xfrm>
          <a:prstGeom prst="corner">
            <a:avLst>
              <a:gd name="adj1" fmla="val 4470"/>
              <a:gd name="adj2" fmla="val 4823"/>
            </a:avLst>
          </a:prstGeom>
          <a:solidFill>
            <a:schemeClr val="tx2"/>
          </a:solidFill>
          <a:ln w="28575">
            <a:solidFill>
              <a:schemeClr val="tx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1F497D"/>
              </a:solidFill>
              <a:effectLst/>
              <a:uLnTx/>
              <a:uFillTx/>
              <a:latin typeface="Arial"/>
              <a:ea typeface="+mn-ea"/>
              <a:cs typeface="+mn-cs"/>
            </a:endParaRPr>
          </a:p>
        </p:txBody>
      </p:sp>
      <p:cxnSp>
        <p:nvCxnSpPr>
          <p:cNvPr id="23" name="Straight Connector 22">
            <a:extLst>
              <a:ext uri="{FF2B5EF4-FFF2-40B4-BE49-F238E27FC236}">
                <a16:creationId xmlns:a16="http://schemas.microsoft.com/office/drawing/2014/main" id="{D470145D-417E-4648-AB08-0A7974A629E0}"/>
              </a:ext>
            </a:extLst>
          </p:cNvPr>
          <p:cNvCxnSpPr/>
          <p:nvPr userDrawn="1"/>
        </p:nvCxnSpPr>
        <p:spPr>
          <a:xfrm>
            <a:off x="7118556" y="1789472"/>
            <a:ext cx="4284000" cy="0"/>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900103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1" y="376"/>
            <a:ext cx="6234898" cy="685762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Diagonal Corners Snipped 10">
            <a:extLst>
              <a:ext uri="{FF2B5EF4-FFF2-40B4-BE49-F238E27FC236}">
                <a16:creationId xmlns:a16="http://schemas.microsoft.com/office/drawing/2014/main" id="{836AFDEB-3C72-49E0-9B45-DC9EFBA6587F}"/>
              </a:ext>
            </a:extLst>
          </p:cNvPr>
          <p:cNvSpPr/>
          <p:nvPr userDrawn="1"/>
        </p:nvSpPr>
        <p:spPr bwMode="white">
          <a:xfrm>
            <a:off x="507591" y="409286"/>
            <a:ext cx="5270049" cy="5945780"/>
          </a:xfrm>
          <a:prstGeom prst="snip2DiagRect">
            <a:avLst>
              <a:gd name="adj1" fmla="val 0"/>
              <a:gd name="adj2" fmla="val 10697"/>
            </a:avLst>
          </a:prstGeom>
          <a:solidFill>
            <a:schemeClr val="accent3"/>
          </a:solidFill>
          <a:ln>
            <a:noFill/>
          </a:ln>
          <a:effectLst>
            <a:outerShdw blurRad="63500" sx="102000" sy="102000" algn="ctr"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2" name="Title 1"/>
          <p:cNvSpPr>
            <a:spLocks noGrp="1"/>
          </p:cNvSpPr>
          <p:nvPr>
            <p:ph type="title" hasCustomPrompt="1"/>
          </p:nvPr>
        </p:nvSpPr>
        <p:spPr>
          <a:xfrm>
            <a:off x="6930776" y="477366"/>
            <a:ext cx="4644000" cy="1341602"/>
          </a:xfrm>
        </p:spPr>
        <p:txBody>
          <a:bodyPr anchor="ctr" anchorCtr="0">
            <a:normAutofit/>
          </a:bodyPr>
          <a:lstStyle>
            <a:lvl1pPr algn="ctr">
              <a:lnSpc>
                <a:spcPct val="84000"/>
              </a:lnSpc>
              <a:defRPr sz="4800" baseline="0">
                <a:solidFill>
                  <a:schemeClr val="tx2"/>
                </a:solidFill>
              </a:defRPr>
            </a:lvl1pPr>
          </a:lstStyle>
          <a:p>
            <a:r>
              <a:rPr lang="en-US" noProof="0"/>
              <a:t>Click To Edit Master Title Style</a:t>
            </a:r>
          </a:p>
        </p:txBody>
      </p:sp>
      <p:sp>
        <p:nvSpPr>
          <p:cNvPr id="4" name="Text Placeholder 3"/>
          <p:cNvSpPr>
            <a:spLocks noGrp="1"/>
          </p:cNvSpPr>
          <p:nvPr>
            <p:ph type="body" sz="half" idx="2"/>
          </p:nvPr>
        </p:nvSpPr>
        <p:spPr>
          <a:xfrm>
            <a:off x="6930775" y="1966451"/>
            <a:ext cx="4644001" cy="4388615"/>
          </a:xfrm>
        </p:spPr>
        <p:txBody>
          <a:bodyPr/>
          <a:lstStyle>
            <a:lvl1pPr marL="285750" indent="-285750">
              <a:lnSpc>
                <a:spcPct val="100000"/>
              </a:lnSpc>
              <a:spcBef>
                <a:spcPts val="0"/>
              </a:spcBef>
              <a:spcAft>
                <a:spcPts val="0"/>
              </a:spcAft>
              <a:buFont typeface="Arial" panose="020B0604020202020204" pitchFamily="34" charset="0"/>
              <a:buChar char="•"/>
              <a:defRPr sz="18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smtClean="0"/>
              <a:t>Edit Master text styles</a:t>
            </a:r>
          </a:p>
        </p:txBody>
      </p:sp>
      <p:sp>
        <p:nvSpPr>
          <p:cNvPr id="5" name="Date Placeholder 4"/>
          <p:cNvSpPr>
            <a:spLocks noGrp="1"/>
          </p:cNvSpPr>
          <p:nvPr>
            <p:ph type="dt" sz="half" idx="10"/>
          </p:nvPr>
        </p:nvSpPr>
        <p:spPr>
          <a:xfrm>
            <a:off x="507591" y="6453386"/>
            <a:ext cx="1204572" cy="404614"/>
          </a:xfrm>
        </p:spPr>
        <p:txBody>
          <a:bodyPr/>
          <a:lstStyle>
            <a:lvl1pPr>
              <a:defRPr>
                <a:solidFill>
                  <a:schemeClr val="bg1"/>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prstClr val="white"/>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9/6/2025</a:t>
            </a:fld>
            <a:endParaRPr kumimoji="0" lang="en-US" sz="1200" b="0" i="0" u="none" strike="noStrike" kern="1200" cap="none" spc="0" normalizeH="0" baseline="0" noProof="0" dirty="0">
              <a:ln>
                <a:noFill/>
              </a:ln>
              <a:solidFill>
                <a:prstClr val="white"/>
              </a:solidFill>
              <a:effectLst/>
              <a:uLnTx/>
              <a:uFillTx/>
              <a:latin typeface="Arial"/>
              <a:ea typeface="+mn-ea"/>
              <a:cs typeface="+mn-cs"/>
            </a:endParaRPr>
          </a:p>
        </p:txBody>
      </p:sp>
      <p:sp>
        <p:nvSpPr>
          <p:cNvPr id="6" name="Footer Placeholder 5"/>
          <p:cNvSpPr>
            <a:spLocks noGrp="1"/>
          </p:cNvSpPr>
          <p:nvPr>
            <p:ph type="ftr" sz="quarter" idx="11"/>
          </p:nvPr>
        </p:nvSpPr>
        <p:spPr>
          <a:xfrm>
            <a:off x="3403965" y="6453386"/>
            <a:ext cx="2373675" cy="404614"/>
          </a:xfrm>
        </p:spPr>
        <p:txBody>
          <a:bodyPr/>
          <a:lstStyle>
            <a:lvl1pPr>
              <a:defRPr>
                <a:solidFill>
                  <a:schemeClr val="bg1"/>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a:ea typeface="+mn-ea"/>
                <a:cs typeface="+mn-cs"/>
              </a:rPr>
              <a:t>Add a footer </a:t>
            </a:r>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9" name="Rectangle 8" title="Divider Bar"/>
          <p:cNvSpPr/>
          <p:nvPr/>
        </p:nvSpPr>
        <p:spPr>
          <a:xfrm>
            <a:off x="6234897" y="-376"/>
            <a:ext cx="144000" cy="6876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L-Shape 11">
            <a:extLst>
              <a:ext uri="{FF2B5EF4-FFF2-40B4-BE49-F238E27FC236}">
                <a16:creationId xmlns:a16="http://schemas.microsoft.com/office/drawing/2014/main" id="{26A5AA85-E28D-4647-B000-742C83A8047D}"/>
              </a:ext>
            </a:extLst>
          </p:cNvPr>
          <p:cNvSpPr>
            <a:spLocks noChangeAspect="1"/>
          </p:cNvSpPr>
          <p:nvPr userDrawn="1"/>
        </p:nvSpPr>
        <p:spPr>
          <a:xfrm flipV="1">
            <a:off x="6845770" y="372071"/>
            <a:ext cx="625971" cy="614197"/>
          </a:xfrm>
          <a:prstGeom prst="corner">
            <a:avLst>
              <a:gd name="adj1" fmla="val 4470"/>
              <a:gd name="adj2" fmla="val 4823"/>
            </a:avLst>
          </a:prstGeom>
          <a:solidFill>
            <a:schemeClr val="tx2"/>
          </a:solidFill>
          <a:ln w="28575">
            <a:solidFill>
              <a:schemeClr val="tx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1F497D"/>
              </a:solidFill>
              <a:effectLst/>
              <a:uLnTx/>
              <a:uFillTx/>
              <a:latin typeface="Arial"/>
              <a:ea typeface="+mn-ea"/>
              <a:cs typeface="+mn-cs"/>
            </a:endParaRPr>
          </a:p>
        </p:txBody>
      </p:sp>
      <p:sp>
        <p:nvSpPr>
          <p:cNvPr id="13" name="L-Shape 12">
            <a:extLst>
              <a:ext uri="{FF2B5EF4-FFF2-40B4-BE49-F238E27FC236}">
                <a16:creationId xmlns:a16="http://schemas.microsoft.com/office/drawing/2014/main" id="{C3CD9875-0A2E-4F4D-ACB7-87DD98EED9D0}"/>
              </a:ext>
            </a:extLst>
          </p:cNvPr>
          <p:cNvSpPr>
            <a:spLocks noChangeAspect="1"/>
          </p:cNvSpPr>
          <p:nvPr userDrawn="1"/>
        </p:nvSpPr>
        <p:spPr>
          <a:xfrm flipH="1">
            <a:off x="11058438" y="5819525"/>
            <a:ext cx="625971" cy="614197"/>
          </a:xfrm>
          <a:prstGeom prst="corner">
            <a:avLst>
              <a:gd name="adj1" fmla="val 4470"/>
              <a:gd name="adj2" fmla="val 4823"/>
            </a:avLst>
          </a:prstGeom>
          <a:solidFill>
            <a:schemeClr val="tx2"/>
          </a:solidFill>
          <a:ln w="28575">
            <a:solidFill>
              <a:schemeClr val="tx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1F497D"/>
              </a:solidFill>
              <a:effectLst/>
              <a:uLnTx/>
              <a:uFillTx/>
              <a:latin typeface="Arial"/>
              <a:ea typeface="+mn-ea"/>
              <a:cs typeface="+mn-cs"/>
            </a:endParaRPr>
          </a:p>
        </p:txBody>
      </p:sp>
      <p:sp>
        <p:nvSpPr>
          <p:cNvPr id="19" name="Picture Placeholder 18">
            <a:extLst>
              <a:ext uri="{FF2B5EF4-FFF2-40B4-BE49-F238E27FC236}">
                <a16:creationId xmlns:a16="http://schemas.microsoft.com/office/drawing/2014/main" id="{D57F3340-8A42-40F0-BF5B-EEF6E3E88E6E}"/>
              </a:ext>
            </a:extLst>
          </p:cNvPr>
          <p:cNvSpPr>
            <a:spLocks noGrp="1"/>
          </p:cNvSpPr>
          <p:nvPr>
            <p:ph type="pic" idx="1"/>
          </p:nvPr>
        </p:nvSpPr>
        <p:spPr>
          <a:xfrm>
            <a:off x="806246" y="668595"/>
            <a:ext cx="4646651" cy="5383413"/>
          </a:xfrm>
          <a:custGeom>
            <a:avLst/>
            <a:gdLst>
              <a:gd name="connsiteX0" fmla="*/ 0 w 4646651"/>
              <a:gd name="connsiteY0" fmla="*/ 0 h 5383413"/>
              <a:gd name="connsiteX1" fmla="*/ 4168046 w 4646651"/>
              <a:gd name="connsiteY1" fmla="*/ 0 h 5383413"/>
              <a:gd name="connsiteX2" fmla="*/ 4646651 w 4646651"/>
              <a:gd name="connsiteY2" fmla="*/ 478605 h 5383413"/>
              <a:gd name="connsiteX3" fmla="*/ 4646651 w 4646651"/>
              <a:gd name="connsiteY3" fmla="*/ 5383413 h 5383413"/>
              <a:gd name="connsiteX4" fmla="*/ 478605 w 4646651"/>
              <a:gd name="connsiteY4" fmla="*/ 5383413 h 5383413"/>
              <a:gd name="connsiteX5" fmla="*/ 0 w 4646651"/>
              <a:gd name="connsiteY5" fmla="*/ 4904808 h 5383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6651" h="5383413">
                <a:moveTo>
                  <a:pt x="0" y="0"/>
                </a:moveTo>
                <a:lnTo>
                  <a:pt x="4168046" y="0"/>
                </a:lnTo>
                <a:lnTo>
                  <a:pt x="4646651" y="478605"/>
                </a:lnTo>
                <a:lnTo>
                  <a:pt x="4646651" y="5383413"/>
                </a:lnTo>
                <a:lnTo>
                  <a:pt x="478605" y="5383413"/>
                </a:lnTo>
                <a:lnTo>
                  <a:pt x="0" y="4904808"/>
                </a:lnTo>
                <a:close/>
              </a:path>
            </a:pathLst>
          </a:custGeom>
          <a:ln w="57150">
            <a:solidFill>
              <a:schemeClr val="bg1"/>
            </a:solidFill>
          </a:ln>
        </p:spPr>
        <p:txBody>
          <a:bodyPr wrap="square" anchor="ctr">
            <a:noAutofit/>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smtClean="0"/>
              <a:t>Click icon to add picture</a:t>
            </a:r>
            <a:endParaRPr lang="en-US" noProof="0" dirty="0"/>
          </a:p>
        </p:txBody>
      </p:sp>
      <p:sp>
        <p:nvSpPr>
          <p:cNvPr id="20" name="L-Shape 19">
            <a:extLst>
              <a:ext uri="{FF2B5EF4-FFF2-40B4-BE49-F238E27FC236}">
                <a16:creationId xmlns:a16="http://schemas.microsoft.com/office/drawing/2014/main" id="{CC096F9F-3AD4-4FC8-823F-DBD962E2E1C6}"/>
              </a:ext>
            </a:extLst>
          </p:cNvPr>
          <p:cNvSpPr>
            <a:spLocks noChangeAspect="1"/>
          </p:cNvSpPr>
          <p:nvPr userDrawn="1"/>
        </p:nvSpPr>
        <p:spPr>
          <a:xfrm flipH="1" flipV="1">
            <a:off x="11021316" y="361496"/>
            <a:ext cx="625971" cy="614197"/>
          </a:xfrm>
          <a:prstGeom prst="corner">
            <a:avLst>
              <a:gd name="adj1" fmla="val 4470"/>
              <a:gd name="adj2" fmla="val 4823"/>
            </a:avLst>
          </a:prstGeom>
          <a:solidFill>
            <a:schemeClr val="tx2"/>
          </a:solidFill>
          <a:ln w="28575">
            <a:solidFill>
              <a:schemeClr val="tx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1F497D"/>
              </a:solidFill>
              <a:effectLst/>
              <a:uLnTx/>
              <a:uFillTx/>
              <a:latin typeface="Arial"/>
              <a:ea typeface="+mn-ea"/>
              <a:cs typeface="+mn-cs"/>
            </a:endParaRPr>
          </a:p>
        </p:txBody>
      </p:sp>
      <p:sp>
        <p:nvSpPr>
          <p:cNvPr id="21" name="L-Shape 20">
            <a:extLst>
              <a:ext uri="{FF2B5EF4-FFF2-40B4-BE49-F238E27FC236}">
                <a16:creationId xmlns:a16="http://schemas.microsoft.com/office/drawing/2014/main" id="{9CFFEAD0-9992-49A8-A068-3357E08CD7C0}"/>
              </a:ext>
            </a:extLst>
          </p:cNvPr>
          <p:cNvSpPr>
            <a:spLocks noChangeAspect="1"/>
          </p:cNvSpPr>
          <p:nvPr userDrawn="1"/>
        </p:nvSpPr>
        <p:spPr>
          <a:xfrm>
            <a:off x="6865431" y="5819524"/>
            <a:ext cx="625971" cy="614197"/>
          </a:xfrm>
          <a:prstGeom prst="corner">
            <a:avLst>
              <a:gd name="adj1" fmla="val 4470"/>
              <a:gd name="adj2" fmla="val 4823"/>
            </a:avLst>
          </a:prstGeom>
          <a:solidFill>
            <a:schemeClr val="tx2"/>
          </a:solidFill>
          <a:ln w="28575">
            <a:solidFill>
              <a:schemeClr val="tx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1F497D"/>
              </a:solidFill>
              <a:effectLst/>
              <a:uLnTx/>
              <a:uFillTx/>
              <a:latin typeface="Arial"/>
              <a:ea typeface="+mn-ea"/>
              <a:cs typeface="+mn-cs"/>
            </a:endParaRPr>
          </a:p>
        </p:txBody>
      </p:sp>
      <p:cxnSp>
        <p:nvCxnSpPr>
          <p:cNvPr id="23" name="Straight Connector 22">
            <a:extLst>
              <a:ext uri="{FF2B5EF4-FFF2-40B4-BE49-F238E27FC236}">
                <a16:creationId xmlns:a16="http://schemas.microsoft.com/office/drawing/2014/main" id="{D470145D-417E-4648-AB08-0A7974A629E0}"/>
              </a:ext>
            </a:extLst>
          </p:cNvPr>
          <p:cNvCxnSpPr/>
          <p:nvPr userDrawn="1"/>
        </p:nvCxnSpPr>
        <p:spPr>
          <a:xfrm>
            <a:off x="7118556" y="1789472"/>
            <a:ext cx="4284000" cy="0"/>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703114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bwMode="blackWhite">
      <p:bgPr>
        <a:gradFill flip="none" rotWithShape="1">
          <a:gsLst>
            <a:gs pos="0">
              <a:schemeClr val="bg2">
                <a:lumMod val="50000"/>
              </a:schemeClr>
            </a:gs>
            <a:gs pos="33000">
              <a:schemeClr val="bg2"/>
            </a:gs>
            <a:gs pos="66000">
              <a:schemeClr val="bg2">
                <a:lumMod val="75000"/>
              </a:schemeClr>
            </a:gs>
            <a:gs pos="97000">
              <a:schemeClr val="bg2">
                <a:lumMod val="50000"/>
              </a:schemeClr>
            </a:gs>
          </a:gsLst>
          <a:lin ang="2700000" scaled="1"/>
          <a:tileRect/>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65025" y="1301360"/>
            <a:ext cx="9612971" cy="2852737"/>
          </a:xfrm>
        </p:spPr>
        <p:txBody>
          <a:bodyPr anchor="b">
            <a:normAutofit/>
          </a:bodyPr>
          <a:lstStyle>
            <a:lvl1pPr algn="r">
              <a:defRPr sz="7200" cap="none" baseline="0">
                <a:solidFill>
                  <a:schemeClr val="tx1"/>
                </a:solidFill>
              </a:defRPr>
            </a:lvl1pPr>
          </a:lstStyle>
          <a:p>
            <a:r>
              <a:rPr lang="en-US" noProof="0"/>
              <a:t>Click To Edit Master Title Style</a:t>
            </a:r>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smtClean="0"/>
              <a:t>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srgbClr val="EEECE1"/>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9/6/2025</a:t>
            </a:fld>
            <a:endParaRPr kumimoji="0" lang="en-US" sz="1200" b="0" i="0" u="none" strike="noStrike" kern="1200" cap="none" spc="0" normalizeH="0" baseline="0" noProof="0" dirty="0">
              <a:ln>
                <a:noFill/>
              </a:ln>
              <a:solidFill>
                <a:srgbClr val="EEECE1"/>
              </a:solidFill>
              <a:effectLst/>
              <a:uLnTx/>
              <a:uFillTx/>
              <a:latin typeface="Arial"/>
              <a:ea typeface="+mn-ea"/>
              <a:cs typeface="+mn-cs"/>
            </a:endParaRPr>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EEECE1"/>
                </a:solidFill>
                <a:effectLst/>
                <a:uLnTx/>
                <a:uFillTx/>
                <a:latin typeface="Arial"/>
                <a:ea typeface="+mn-ea"/>
                <a:cs typeface="+mn-cs"/>
              </a:rPr>
              <a:t>Add a footer </a:t>
            </a:r>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EEECE1"/>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EEECE1"/>
              </a:solidFill>
              <a:effectLst/>
              <a:uLnTx/>
              <a:uFillTx/>
              <a:latin typeface="Arial"/>
              <a:ea typeface="+mn-ea"/>
              <a:cs typeface="+mn-cs"/>
            </a:endParaRPr>
          </a:p>
        </p:txBody>
      </p:sp>
      <p:sp>
        <p:nvSpPr>
          <p:cNvPr id="9" name="L-Shape 8">
            <a:extLst>
              <a:ext uri="{FF2B5EF4-FFF2-40B4-BE49-F238E27FC236}">
                <a16:creationId xmlns:a16="http://schemas.microsoft.com/office/drawing/2014/main" id="{BF5B4C6D-2825-4690-8D32-39CBF5E0F7E6}"/>
              </a:ext>
            </a:extLst>
          </p:cNvPr>
          <p:cNvSpPr/>
          <p:nvPr userDrawn="1"/>
        </p:nvSpPr>
        <p:spPr>
          <a:xfrm rot="10800000" flipV="1">
            <a:off x="8532326" y="1820272"/>
            <a:ext cx="2772000" cy="4158497"/>
          </a:xfrm>
          <a:prstGeom prst="corner">
            <a:avLst>
              <a:gd name="adj1" fmla="val 7397"/>
              <a:gd name="adj2" fmla="val 7750"/>
            </a:avLst>
          </a:prstGeom>
          <a:solidFill>
            <a:schemeClr val="accent3"/>
          </a:solidFill>
          <a:ln>
            <a:solidFill>
              <a:schemeClr val="accent3"/>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8" name="L-Shape 7">
            <a:extLst>
              <a:ext uri="{FF2B5EF4-FFF2-40B4-BE49-F238E27FC236}">
                <a16:creationId xmlns:a16="http://schemas.microsoft.com/office/drawing/2014/main" id="{DFD43940-6D78-4E75-BDB6-8792768BB894}"/>
              </a:ext>
            </a:extLst>
          </p:cNvPr>
          <p:cNvSpPr/>
          <p:nvPr userDrawn="1"/>
        </p:nvSpPr>
        <p:spPr>
          <a:xfrm flipH="1">
            <a:off x="8286318" y="1685652"/>
            <a:ext cx="3152309" cy="4408489"/>
          </a:xfrm>
          <a:prstGeom prst="corner">
            <a:avLst>
              <a:gd name="adj1" fmla="val 5837"/>
              <a:gd name="adj2" fmla="val 6502"/>
            </a:avLst>
          </a:prstGeom>
          <a:solidFill>
            <a:srgbClr val="EFEDE3"/>
          </a:solidFill>
          <a:ln>
            <a:solidFill>
              <a:srgbClr val="EFEDE3"/>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Tree>
    <p:extLst>
      <p:ext uri="{BB962C8B-B14F-4D97-AF65-F5344CB8AC3E}">
        <p14:creationId xmlns:p14="http://schemas.microsoft.com/office/powerpoint/2010/main" val="1772556420"/>
      </p:ext>
    </p:extLst>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sz="4800">
                <a:solidFill>
                  <a:schemeClr val="tx2"/>
                </a:solidFill>
              </a:defRPr>
            </a:lvl1pPr>
          </a:lstStyle>
          <a:p>
            <a:r>
              <a:rPr lang="en-US" noProof="0"/>
              <a:t>Click To Edit Master Title Style</a:t>
            </a:r>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5" name="Date Placeholder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9/6/2025</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6" name="Footer Placeholder 5"/>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F497D"/>
                </a:solidFill>
                <a:effectLst/>
                <a:uLnTx/>
                <a:uFillTx/>
                <a:latin typeface="Arial"/>
                <a:ea typeface="+mn-ea"/>
                <a:cs typeface="+mn-cs"/>
              </a:rPr>
              <a:t>Add a footer </a:t>
            </a:r>
          </a:p>
        </p:txBody>
      </p:sp>
      <p:sp>
        <p:nvSpPr>
          <p:cNvPr id="7" name="Slide Number Placeholder 6"/>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Tree>
    <p:extLst>
      <p:ext uri="{BB962C8B-B14F-4D97-AF65-F5344CB8AC3E}">
        <p14:creationId xmlns:p14="http://schemas.microsoft.com/office/powerpoint/2010/main" val="360565867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371600" y="685800"/>
            <a:ext cx="9601200" cy="1485900"/>
          </a:xfrm>
        </p:spPr>
        <p:txBody>
          <a:bodyPr>
            <a:normAutofit/>
          </a:bodyPr>
          <a:lstStyle>
            <a:lvl1pPr>
              <a:defRPr sz="4800">
                <a:solidFill>
                  <a:schemeClr val="tx2"/>
                </a:solidFill>
              </a:defRPr>
            </a:lvl1pPr>
          </a:lstStyle>
          <a:p>
            <a:r>
              <a:rPr lang="en-US" noProof="0"/>
              <a:t>Click To Edit Master Title Style</a:t>
            </a:r>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smtClean="0"/>
              <a:t>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smtClean="0"/>
              <a:t>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7" name="Date Placeholder 6"/>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9/6/2025</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8" name="Footer Placeholder 7"/>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F497D"/>
                </a:solidFill>
                <a:effectLst/>
                <a:uLnTx/>
                <a:uFillTx/>
                <a:latin typeface="Arial"/>
                <a:ea typeface="+mn-ea"/>
                <a:cs typeface="+mn-cs"/>
              </a:rPr>
              <a:t>Add a footer </a:t>
            </a:r>
          </a:p>
        </p:txBody>
      </p:sp>
      <p:sp>
        <p:nvSpPr>
          <p:cNvPr id="9" name="Slide Number Placeholder 8"/>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11" name="L-Shape 10">
            <a:extLst>
              <a:ext uri="{FF2B5EF4-FFF2-40B4-BE49-F238E27FC236}">
                <a16:creationId xmlns:a16="http://schemas.microsoft.com/office/drawing/2014/main" id="{91236E78-C797-4C31-BA0C-DB193BAF6D2D}"/>
              </a:ext>
            </a:extLst>
          </p:cNvPr>
          <p:cNvSpPr/>
          <p:nvPr userDrawn="1"/>
        </p:nvSpPr>
        <p:spPr>
          <a:xfrm rot="10800000" flipV="1">
            <a:off x="8391654" y="1873024"/>
            <a:ext cx="2772000" cy="4158497"/>
          </a:xfrm>
          <a:prstGeom prst="corner">
            <a:avLst>
              <a:gd name="adj1" fmla="val 7397"/>
              <a:gd name="adj2" fmla="val 7750"/>
            </a:avLst>
          </a:prstGeom>
          <a:solidFill>
            <a:schemeClr val="accent3"/>
          </a:solidFill>
          <a:ln>
            <a:solidFill>
              <a:schemeClr val="accent3"/>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10" name="L-Shape 9">
            <a:extLst>
              <a:ext uri="{FF2B5EF4-FFF2-40B4-BE49-F238E27FC236}">
                <a16:creationId xmlns:a16="http://schemas.microsoft.com/office/drawing/2014/main" id="{BFA658F0-F295-40A9-8BA8-1F6CBDFBBE09}"/>
              </a:ext>
            </a:extLst>
          </p:cNvPr>
          <p:cNvSpPr/>
          <p:nvPr userDrawn="1"/>
        </p:nvSpPr>
        <p:spPr>
          <a:xfrm flipH="1">
            <a:off x="8152968" y="1752327"/>
            <a:ext cx="3152309" cy="4408489"/>
          </a:xfrm>
          <a:prstGeom prst="corner">
            <a:avLst>
              <a:gd name="adj1" fmla="val 7085"/>
              <a:gd name="adj2" fmla="val 7750"/>
            </a:avLst>
          </a:prstGeom>
          <a:solidFill>
            <a:schemeClr val="tx2"/>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Tree>
    <p:extLst>
      <p:ext uri="{BB962C8B-B14F-4D97-AF65-F5344CB8AC3E}">
        <p14:creationId xmlns:p14="http://schemas.microsoft.com/office/powerpoint/2010/main" val="383323670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sz="4800"/>
            </a:lvl1pPr>
          </a:lstStyle>
          <a:p>
            <a:r>
              <a:rPr lang="en-US" noProof="0"/>
              <a:t>Click To Edit Master Title Style</a:t>
            </a:r>
          </a:p>
        </p:txBody>
      </p:sp>
      <p:sp>
        <p:nvSpPr>
          <p:cNvPr id="3" name="Date Placeholder 2"/>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9/6/2025</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4" name="Footer Placeholder 3"/>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F497D"/>
                </a:solidFill>
                <a:effectLst/>
                <a:uLnTx/>
                <a:uFillTx/>
                <a:latin typeface="Arial"/>
                <a:ea typeface="+mn-ea"/>
                <a:cs typeface="+mn-cs"/>
              </a:rPr>
              <a:t>Add a footer </a:t>
            </a:r>
          </a:p>
        </p:txBody>
      </p:sp>
      <p:sp>
        <p:nvSpPr>
          <p:cNvPr id="5" name="Slide Number Placeholder 4"/>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Tree>
    <p:extLst>
      <p:ext uri="{BB962C8B-B14F-4D97-AF65-F5344CB8AC3E}">
        <p14:creationId xmlns:p14="http://schemas.microsoft.com/office/powerpoint/2010/main" val="31082870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sz="4800"/>
            </a:lvl1pPr>
          </a:lstStyle>
          <a:p>
            <a:r>
              <a:rPr lang="en-US" noProof="0"/>
              <a:t>Click To Edit Master Title Style</a:t>
            </a:r>
          </a:p>
        </p:txBody>
      </p:sp>
      <p:sp>
        <p:nvSpPr>
          <p:cNvPr id="3" name="Date Placeholder 2"/>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9/6/2025</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4" name="Footer Placeholder 3"/>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F497D"/>
                </a:solidFill>
                <a:effectLst/>
                <a:uLnTx/>
                <a:uFillTx/>
                <a:latin typeface="Arial"/>
                <a:ea typeface="+mn-ea"/>
                <a:cs typeface="+mn-cs"/>
              </a:rPr>
              <a:t>Add a footer </a:t>
            </a:r>
          </a:p>
        </p:txBody>
      </p:sp>
      <p:sp>
        <p:nvSpPr>
          <p:cNvPr id="5" name="Slide Number Placeholder 4"/>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7" name="Text Placeholder 6">
            <a:extLst>
              <a:ext uri="{FF2B5EF4-FFF2-40B4-BE49-F238E27FC236}">
                <a16:creationId xmlns:a16="http://schemas.microsoft.com/office/drawing/2014/main" id="{CAFD1631-6749-4027-9415-B72D163BBD58}"/>
              </a:ext>
            </a:extLst>
          </p:cNvPr>
          <p:cNvSpPr>
            <a:spLocks noGrp="1"/>
          </p:cNvSpPr>
          <p:nvPr>
            <p:ph type="body" sz="quarter" idx="13"/>
          </p:nvPr>
        </p:nvSpPr>
        <p:spPr>
          <a:xfrm>
            <a:off x="1560471" y="2297695"/>
            <a:ext cx="9071059" cy="2767600"/>
          </a:xfrm>
        </p:spPr>
        <p:txBody>
          <a:bodyPr anchor="ctr"/>
          <a:lstStyle>
            <a:lvl1pPr marL="0" indent="0" algn="ctr">
              <a:buNone/>
              <a:defRPr sz="6000"/>
            </a:lvl1pPr>
          </a:lstStyle>
          <a:p>
            <a:pPr lvl="0"/>
            <a:r>
              <a:rPr lang="en-US" noProof="0" smtClean="0"/>
              <a:t>Edit Master text styles</a:t>
            </a:r>
          </a:p>
        </p:txBody>
      </p:sp>
    </p:spTree>
    <p:extLst>
      <p:ext uri="{BB962C8B-B14F-4D97-AF65-F5344CB8AC3E}">
        <p14:creationId xmlns:p14="http://schemas.microsoft.com/office/powerpoint/2010/main" val="208855933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9/6/2025</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3" name="Footer Placeholder 2"/>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F497D"/>
                </a:solidFill>
                <a:effectLst/>
                <a:uLnTx/>
                <a:uFillTx/>
                <a:latin typeface="Arial"/>
                <a:ea typeface="+mn-ea"/>
                <a:cs typeface="+mn-cs"/>
              </a:rPr>
              <a:t>Add a footer </a:t>
            </a:r>
          </a:p>
        </p:txBody>
      </p:sp>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Tree>
    <p:extLst>
      <p:ext uri="{BB962C8B-B14F-4D97-AF65-F5344CB8AC3E}">
        <p14:creationId xmlns:p14="http://schemas.microsoft.com/office/powerpoint/2010/main" val="1695650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13" Type="http://schemas.openxmlformats.org/officeDocument/2006/relationships/slideLayout" Target="../slideLayouts/slideLayout22.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slideLayout" Target="../slideLayouts/slideLayout21.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645B175-C851-453B-B2A0-9A5CFCADC07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a:extLst>
              <a:ext uri="{FF2B5EF4-FFF2-40B4-BE49-F238E27FC236}">
                <a16:creationId xmlns:a16="http://schemas.microsoft.com/office/drawing/2014/main" id="{2E65F4A2-0E4F-4E49-A0BF-BEEC7220330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a:extLst>
              <a:ext uri="{FF2B5EF4-FFF2-40B4-BE49-F238E27FC236}">
                <a16:creationId xmlns:a16="http://schemas.microsoft.com/office/drawing/2014/main" id="{9328AA27-3F13-4BFD-B949-21CF3191088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133F5E9-5DAC-4C4A-9DF5-C2B87276BCC8}" type="datetimeFigureOut">
              <a:rPr lang="en-US" smtClean="0"/>
              <a:t>9/6/2025</a:t>
            </a:fld>
            <a:endParaRPr lang="en-US" dirty="0"/>
          </a:p>
        </p:txBody>
      </p:sp>
      <p:sp>
        <p:nvSpPr>
          <p:cNvPr id="5" name="Footer Placeholder 4">
            <a:extLst>
              <a:ext uri="{FF2B5EF4-FFF2-40B4-BE49-F238E27FC236}">
                <a16:creationId xmlns:a16="http://schemas.microsoft.com/office/drawing/2014/main" id="{EEEE99A2-0FED-42D4-9FBD-08CC1C3F81B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DF2468D4-5440-4CE2-BAB3-61D83F628C5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CEC5C30-0B3A-4B13-ADDD-7C63C8AA921B}" type="slidenum">
              <a:rPr lang="en-US" smtClean="0"/>
              <a:t>‹#›</a:t>
            </a:fld>
            <a:endParaRPr lang="en-US" dirty="0"/>
          </a:p>
        </p:txBody>
      </p:sp>
    </p:spTree>
    <p:extLst>
      <p:ext uri="{BB962C8B-B14F-4D97-AF65-F5344CB8AC3E}">
        <p14:creationId xmlns:p14="http://schemas.microsoft.com/office/powerpoint/2010/main" val="41220394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blackGray">
      <p:bgPr>
        <a:solidFill>
          <a:schemeClr val="bg2"/>
        </a:solidFill>
        <a:effectLst/>
      </p:bgPr>
    </p:bg>
    <p:spTree>
      <p:nvGrpSpPr>
        <p:cNvPr id="1" name=""/>
        <p:cNvGrpSpPr/>
        <p:nvPr/>
      </p:nvGrpSpPr>
      <p:grpSpPr>
        <a:xfrm>
          <a:off x="0" y="0"/>
          <a:ext cx="0" cy="0"/>
          <a:chOff x="0" y="0"/>
          <a:chExt cx="0" cy="0"/>
        </a:xfrm>
      </p:grpSpPr>
      <p:sp>
        <p:nvSpPr>
          <p:cNvPr id="8" name="Rectangle 7" title="Side bar">
            <a:extLst>
              <a:ext uri="{FF2B5EF4-FFF2-40B4-BE49-F238E27FC236}">
                <a16:creationId xmlns:a16="http://schemas.microsoft.com/office/drawing/2014/main" id="{FFA7AFEF-D97A-4A94-A884-7F95E91332B7}"/>
              </a:ext>
            </a:extLst>
          </p:cNvPr>
          <p:cNvSpPr/>
          <p:nvPr userDrawn="1"/>
        </p:nvSpPr>
        <p:spPr>
          <a:xfrm>
            <a:off x="622095" y="0"/>
            <a:ext cx="144000" cy="6876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noProof="0" smtClean="0"/>
              <a:t>Click to edit Master title style</a:t>
            </a:r>
            <a:endParaRPr lang="en-US" noProof="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Autofit/>
          </a:body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9/6/2025</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F497D"/>
                </a:solidFill>
                <a:effectLst/>
                <a:uLnTx/>
                <a:uFillTx/>
                <a:latin typeface="Arial"/>
                <a:ea typeface="+mn-ea"/>
                <a:cs typeface="+mn-cs"/>
              </a:rPr>
              <a:t>Add a footer </a:t>
            </a:r>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9" name="Rectangle 8" title="Side bar"/>
          <p:cNvSpPr/>
          <p:nvPr/>
        </p:nvSpPr>
        <p:spPr>
          <a:xfrm>
            <a:off x="478095" y="376"/>
            <a:ext cx="144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425347954"/>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42900" indent="-342900" algn="l" defTabSz="914400" rtl="0" eaLnBrk="1" latinLnBrk="0" hangingPunct="1">
        <a:lnSpc>
          <a:spcPct val="94000"/>
        </a:lnSpc>
        <a:spcBef>
          <a:spcPts val="1000"/>
        </a:spcBef>
        <a:spcAft>
          <a:spcPts val="200"/>
        </a:spcAft>
        <a:buFont typeface="Arial" panose="020B0604020202020204" pitchFamily="34" charset="0"/>
        <a:buChar char="•"/>
        <a:defRPr sz="2400" kern="1200" baseline="0">
          <a:solidFill>
            <a:schemeClr val="tx2"/>
          </a:solidFill>
          <a:latin typeface="+mn-lt"/>
          <a:ea typeface="+mn-ea"/>
          <a:cs typeface="+mn-cs"/>
        </a:defRPr>
      </a:lvl1pPr>
      <a:lvl2pPr marL="873252" indent="-342900" algn="l" defTabSz="914400" rtl="0" eaLnBrk="1" latinLnBrk="0" hangingPunct="1">
        <a:lnSpc>
          <a:spcPct val="94000"/>
        </a:lnSpc>
        <a:spcBef>
          <a:spcPts val="500"/>
        </a:spcBef>
        <a:spcAft>
          <a:spcPts val="200"/>
        </a:spcAft>
        <a:buFont typeface="Arial" panose="020B0604020202020204" pitchFamily="34" charset="0"/>
        <a:buChar char="•"/>
        <a:defRPr sz="2400" i="1" kern="1200" baseline="0">
          <a:solidFill>
            <a:schemeClr val="tx2"/>
          </a:solidFill>
          <a:latin typeface="+mn-lt"/>
          <a:ea typeface="+mn-ea"/>
          <a:cs typeface="+mn-cs"/>
        </a:defRPr>
      </a:lvl2pPr>
      <a:lvl3pPr marL="1330452" indent="-342900" algn="l" defTabSz="914400" rtl="0" eaLnBrk="1" latinLnBrk="0" hangingPunct="1">
        <a:lnSpc>
          <a:spcPct val="94000"/>
        </a:lnSpc>
        <a:spcBef>
          <a:spcPts val="500"/>
        </a:spcBef>
        <a:spcAft>
          <a:spcPts val="200"/>
        </a:spcAft>
        <a:buFont typeface="Arial" panose="020B0604020202020204" pitchFamily="34" charset="0"/>
        <a:buChar char="•"/>
        <a:defRPr sz="2000" kern="1200" baseline="0">
          <a:solidFill>
            <a:schemeClr val="tx2"/>
          </a:solidFill>
          <a:latin typeface="+mn-lt"/>
          <a:ea typeface="+mn-ea"/>
          <a:cs typeface="+mn-cs"/>
        </a:defRPr>
      </a:lvl3pPr>
      <a:lvl4pPr marL="1787652" indent="-342900" algn="l" defTabSz="914400" rtl="0" eaLnBrk="1" latinLnBrk="0" hangingPunct="1">
        <a:lnSpc>
          <a:spcPct val="94000"/>
        </a:lnSpc>
        <a:spcBef>
          <a:spcPts val="500"/>
        </a:spcBef>
        <a:spcAft>
          <a:spcPts val="200"/>
        </a:spcAft>
        <a:buFont typeface="Arial" panose="020B0604020202020204" pitchFamily="34" charset="0"/>
        <a:buChar char="•"/>
        <a:defRPr sz="2000" i="1" kern="1200" baseline="0">
          <a:solidFill>
            <a:schemeClr val="tx2"/>
          </a:solidFill>
          <a:latin typeface="+mn-lt"/>
          <a:ea typeface="+mn-ea"/>
          <a:cs typeface="+mn-cs"/>
        </a:defRPr>
      </a:lvl4pPr>
      <a:lvl5pPr marL="2187702" indent="-285750" algn="l" defTabSz="914400" rtl="0" eaLnBrk="1" latinLnBrk="0" hangingPunct="1">
        <a:lnSpc>
          <a:spcPct val="94000"/>
        </a:lnSpc>
        <a:spcBef>
          <a:spcPts val="500"/>
        </a:spcBef>
        <a:spcAft>
          <a:spcPts val="200"/>
        </a:spcAft>
        <a:buFont typeface="Arial" panose="020B0604020202020204" pitchFamily="34" charset="0"/>
        <a:buChar char="•"/>
        <a:defRPr sz="18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4.png"/><Relationship Id="rId13" Type="http://schemas.openxmlformats.org/officeDocument/2006/relationships/image" Target="../media/image12.sv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3.png"/><Relationship Id="rId11" Type="http://schemas.openxmlformats.org/officeDocument/2006/relationships/image" Target="../media/image10.svg"/><Relationship Id="rId5" Type="http://schemas.openxmlformats.org/officeDocument/2006/relationships/image" Target="../media/image4.svg"/><Relationship Id="rId15" Type="http://schemas.openxmlformats.org/officeDocument/2006/relationships/image" Target="../media/image14.svg"/><Relationship Id="rId10" Type="http://schemas.openxmlformats.org/officeDocument/2006/relationships/image" Target="../media/image5.png"/><Relationship Id="rId4" Type="http://schemas.openxmlformats.org/officeDocument/2006/relationships/image" Target="../media/image2.png"/><Relationship Id="rId9" Type="http://schemas.openxmlformats.org/officeDocument/2006/relationships/image" Target="../media/image8.svg"/><Relationship Id="rId14"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13" Type="http://schemas.openxmlformats.org/officeDocument/2006/relationships/image" Target="../media/image12.svg"/><Relationship Id="rId3" Type="http://schemas.openxmlformats.org/officeDocument/2006/relationships/image" Target="../media/image2.svg"/><Relationship Id="rId12"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10.svg"/><Relationship Id="rId5" Type="http://schemas.openxmlformats.org/officeDocument/2006/relationships/image" Target="../media/image4.svg"/><Relationship Id="rId15" Type="http://schemas.openxmlformats.org/officeDocument/2006/relationships/image" Target="../media/image14.svg"/><Relationship Id="rId10" Type="http://schemas.openxmlformats.org/officeDocument/2006/relationships/image" Target="../media/image5.png"/><Relationship Id="rId4" Type="http://schemas.openxmlformats.org/officeDocument/2006/relationships/image" Target="../media/image2.png"/><Relationship Id="rId9" Type="http://schemas.openxmlformats.org/officeDocument/2006/relationships/image" Target="../media/image8.svg"/><Relationship Id="rId14" Type="http://schemas.openxmlformats.org/officeDocument/2006/relationships/image" Target="../media/image7.png"/></Relationships>
</file>

<file path=ppt/slides/_rels/slide51.xml.rels><?xml version="1.0" encoding="UTF-8" standalone="yes"?>
<Relationships xmlns="http://schemas.openxmlformats.org/package/2006/relationships"><Relationship Id="rId8" Type="http://schemas.openxmlformats.org/officeDocument/2006/relationships/image" Target="../media/image4.png"/><Relationship Id="rId13" Type="http://schemas.openxmlformats.org/officeDocument/2006/relationships/image" Target="../media/image12.sv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3.png"/><Relationship Id="rId11" Type="http://schemas.openxmlformats.org/officeDocument/2006/relationships/image" Target="../media/image10.svg"/><Relationship Id="rId5" Type="http://schemas.openxmlformats.org/officeDocument/2006/relationships/image" Target="../media/image4.svg"/><Relationship Id="rId15" Type="http://schemas.openxmlformats.org/officeDocument/2006/relationships/image" Target="../media/image14.svg"/><Relationship Id="rId10" Type="http://schemas.openxmlformats.org/officeDocument/2006/relationships/image" Target="../media/image5.png"/><Relationship Id="rId4" Type="http://schemas.openxmlformats.org/officeDocument/2006/relationships/image" Target="../media/image2.png"/><Relationship Id="rId9" Type="http://schemas.openxmlformats.org/officeDocument/2006/relationships/image" Target="../media/image8.svg"/><Relationship Id="rId1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5">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B5F415-7490-4054-85B4-10F7AE6D3385}"/>
              </a:ext>
            </a:extLst>
          </p:cNvPr>
          <p:cNvSpPr>
            <a:spLocks noGrp="1"/>
          </p:cNvSpPr>
          <p:nvPr>
            <p:ph type="ctrTitle"/>
          </p:nvPr>
        </p:nvSpPr>
        <p:spPr>
          <a:xfrm>
            <a:off x="1557253" y="68033"/>
            <a:ext cx="9144000" cy="2126512"/>
          </a:xfrm>
        </p:spPr>
        <p:txBody>
          <a:bodyPr>
            <a:normAutofit fontScale="90000"/>
          </a:bodyPr>
          <a:lstStyle/>
          <a:p>
            <a:r>
              <a:rPr lang="en-US" sz="7200" dirty="0" smtClean="0">
                <a:solidFill>
                  <a:schemeClr val="bg1"/>
                </a:solidFill>
                <a:latin typeface="Rockwell" panose="02060603020205020403" pitchFamily="18" charset="0"/>
              </a:rPr>
              <a:t> </a:t>
            </a:r>
            <a:r>
              <a:rPr lang="en-US" sz="7200" dirty="0" err="1" smtClean="0">
                <a:solidFill>
                  <a:schemeClr val="bg1"/>
                </a:solidFill>
                <a:latin typeface="Rockwell" panose="02060603020205020403" pitchFamily="18" charset="0"/>
              </a:rPr>
              <a:t>Bảo</a:t>
            </a:r>
            <a:r>
              <a:rPr lang="en-US" sz="7200" dirty="0" smtClean="0">
                <a:solidFill>
                  <a:schemeClr val="bg1"/>
                </a:solidFill>
                <a:latin typeface="Rockwell" panose="02060603020205020403" pitchFamily="18" charset="0"/>
              </a:rPr>
              <a:t> </a:t>
            </a:r>
            <a:r>
              <a:rPr lang="en-US" sz="7200" dirty="0" err="1" smtClean="0">
                <a:solidFill>
                  <a:schemeClr val="bg1"/>
                </a:solidFill>
                <a:latin typeface="Rockwell" panose="02060603020205020403" pitchFamily="18" charset="0"/>
              </a:rPr>
              <a:t>mật</a:t>
            </a:r>
            <a:r>
              <a:rPr lang="en-US" sz="7200" dirty="0" smtClean="0">
                <a:solidFill>
                  <a:schemeClr val="bg1"/>
                </a:solidFill>
                <a:latin typeface="Rockwell" panose="02060603020205020403" pitchFamily="18" charset="0"/>
              </a:rPr>
              <a:t> </a:t>
            </a:r>
            <a:br>
              <a:rPr lang="en-US" sz="7200" dirty="0" smtClean="0">
                <a:solidFill>
                  <a:schemeClr val="bg1"/>
                </a:solidFill>
                <a:latin typeface="Rockwell" panose="02060603020205020403" pitchFamily="18" charset="0"/>
              </a:rPr>
            </a:br>
            <a:r>
              <a:rPr lang="en-US" sz="7200" dirty="0" err="1" smtClean="0">
                <a:solidFill>
                  <a:schemeClr val="bg1"/>
                </a:solidFill>
                <a:latin typeface="Rockwell" panose="02060603020205020403" pitchFamily="18" charset="0"/>
              </a:rPr>
              <a:t>Ứng</a:t>
            </a:r>
            <a:r>
              <a:rPr lang="en-US" sz="7200" dirty="0" smtClean="0">
                <a:solidFill>
                  <a:schemeClr val="bg1"/>
                </a:solidFill>
                <a:latin typeface="Rockwell" panose="02060603020205020403" pitchFamily="18" charset="0"/>
              </a:rPr>
              <a:t> </a:t>
            </a:r>
            <a:r>
              <a:rPr lang="en-US" sz="7200" dirty="0" err="1" smtClean="0">
                <a:solidFill>
                  <a:schemeClr val="bg1"/>
                </a:solidFill>
                <a:latin typeface="Rockwell" panose="02060603020205020403" pitchFamily="18" charset="0"/>
              </a:rPr>
              <a:t>dụng</a:t>
            </a:r>
            <a:r>
              <a:rPr lang="en-US" sz="7200" dirty="0" smtClean="0">
                <a:solidFill>
                  <a:schemeClr val="bg1"/>
                </a:solidFill>
                <a:latin typeface="Rockwell" panose="02060603020205020403" pitchFamily="18" charset="0"/>
              </a:rPr>
              <a:t> </a:t>
            </a:r>
            <a:r>
              <a:rPr lang="en-US" sz="7200" dirty="0" err="1" smtClean="0">
                <a:solidFill>
                  <a:schemeClr val="bg1"/>
                </a:solidFill>
                <a:latin typeface="Rockwell" panose="02060603020205020403" pitchFamily="18" charset="0"/>
              </a:rPr>
              <a:t>và</a:t>
            </a:r>
            <a:r>
              <a:rPr lang="en-US" sz="7200" dirty="0" smtClean="0">
                <a:solidFill>
                  <a:schemeClr val="bg1"/>
                </a:solidFill>
                <a:latin typeface="Rockwell" panose="02060603020205020403" pitchFamily="18" charset="0"/>
              </a:rPr>
              <a:t> </a:t>
            </a:r>
            <a:r>
              <a:rPr lang="en-US" sz="7200" dirty="0" err="1" smtClean="0">
                <a:solidFill>
                  <a:schemeClr val="bg1"/>
                </a:solidFill>
                <a:latin typeface="Rockwell" panose="02060603020205020403" pitchFamily="18" charset="0"/>
              </a:rPr>
              <a:t>Hệ</a:t>
            </a:r>
            <a:r>
              <a:rPr lang="en-US" sz="7200" dirty="0" smtClean="0">
                <a:solidFill>
                  <a:schemeClr val="bg1"/>
                </a:solidFill>
                <a:latin typeface="Rockwell" panose="02060603020205020403" pitchFamily="18" charset="0"/>
              </a:rPr>
              <a:t> </a:t>
            </a:r>
            <a:r>
              <a:rPr lang="en-US" sz="7200" dirty="0" err="1" smtClean="0">
                <a:solidFill>
                  <a:schemeClr val="bg1"/>
                </a:solidFill>
                <a:latin typeface="Rockwell" panose="02060603020205020403" pitchFamily="18" charset="0"/>
              </a:rPr>
              <a:t>thống</a:t>
            </a:r>
            <a:endParaRPr lang="en-US" sz="7200" dirty="0">
              <a:solidFill>
                <a:schemeClr val="bg1"/>
              </a:solidFill>
              <a:latin typeface="Rockwell" panose="02060603020205020403" pitchFamily="18" charset="0"/>
            </a:endParaRPr>
          </a:p>
        </p:txBody>
      </p:sp>
      <p:cxnSp>
        <p:nvCxnSpPr>
          <p:cNvPr id="5" name="Straight Connector 4">
            <a:extLst>
              <a:ext uri="{FF2B5EF4-FFF2-40B4-BE49-F238E27FC236}">
                <a16:creationId xmlns:a16="http://schemas.microsoft.com/office/drawing/2014/main" id="{AA65E432-C1E6-4C36-BF8E-2DA25E65DC32}"/>
              </a:ext>
              <a:ext uri="{C183D7F6-B498-43B3-948B-1728B52AA6E4}">
                <adec:decorative xmlns="" xmlns:adec="http://schemas.microsoft.com/office/drawing/2017/decorative" val="1"/>
              </a:ext>
            </a:extLst>
          </p:cNvPr>
          <p:cNvCxnSpPr/>
          <p:nvPr/>
        </p:nvCxnSpPr>
        <p:spPr>
          <a:xfrm>
            <a:off x="3579677" y="2200147"/>
            <a:ext cx="491490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3" name="Subtitle 2">
            <a:extLst>
              <a:ext uri="{FF2B5EF4-FFF2-40B4-BE49-F238E27FC236}">
                <a16:creationId xmlns:a16="http://schemas.microsoft.com/office/drawing/2014/main" id="{D05F6415-1E7C-453D-B6B7-DBF76BDA691B}"/>
              </a:ext>
            </a:extLst>
          </p:cNvPr>
          <p:cNvSpPr>
            <a:spLocks noGrp="1"/>
          </p:cNvSpPr>
          <p:nvPr>
            <p:ph type="subTitle" idx="1"/>
          </p:nvPr>
        </p:nvSpPr>
        <p:spPr>
          <a:xfrm>
            <a:off x="1557253" y="2313117"/>
            <a:ext cx="9144000" cy="1655762"/>
          </a:xfrm>
        </p:spPr>
        <p:txBody>
          <a:bodyPr>
            <a:normAutofit/>
          </a:bodyPr>
          <a:lstStyle/>
          <a:p>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Giảng</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viên</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Nguyễn</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Kim </a:t>
            </a:r>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Tuấn</a:t>
            </a:r>
            <a:endParaRPr lang="en-US" sz="2800" dirty="0">
              <a:solidFill>
                <a:schemeClr val="bg1"/>
              </a:solidFill>
              <a:latin typeface="Tahoma" panose="020B0604030504040204" pitchFamily="34" charset="0"/>
              <a:ea typeface="Tahoma" panose="020B0604030504040204" pitchFamily="34" charset="0"/>
              <a:cs typeface="Tahoma" panose="020B0604030504040204" pitchFamily="34" charset="0"/>
            </a:endParaRPr>
          </a:p>
          <a:p>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Khoa</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Hệ</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thống</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thông</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tin</a:t>
            </a:r>
          </a:p>
          <a:p>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Trường</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CNTT</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Phenikaa</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 </a:t>
            </a:r>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Đại</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học</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Phenikaa</a:t>
            </a:r>
            <a:endParaRPr lang="en-US" sz="2800"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pic>
        <p:nvPicPr>
          <p:cNvPr id="15" name="Graphic 14" descr="Clipboard">
            <a:extLst>
              <a:ext uri="{FF2B5EF4-FFF2-40B4-BE49-F238E27FC236}">
                <a16:creationId xmlns:a16="http://schemas.microsoft.com/office/drawing/2014/main" id="{2A123BD8-A09C-49C0-98E8-54B55610A92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 xmlns:asvg="http://schemas.microsoft.com/office/drawing/2016/SVG/main" r:embed="rId3"/>
              </a:ext>
            </a:extLst>
          </a:blip>
          <a:stretch>
            <a:fillRect/>
          </a:stretch>
        </p:blipFill>
        <p:spPr>
          <a:xfrm rot="631394">
            <a:off x="4662065" y="3581995"/>
            <a:ext cx="3194131" cy="3194131"/>
          </a:xfrm>
          <a:prstGeom prst="rect">
            <a:avLst/>
          </a:prstGeom>
        </p:spPr>
      </p:pic>
      <p:pic>
        <p:nvPicPr>
          <p:cNvPr id="11" name="Graphic 10" descr="Microscope">
            <a:extLst>
              <a:ext uri="{FF2B5EF4-FFF2-40B4-BE49-F238E27FC236}">
                <a16:creationId xmlns:a16="http://schemas.microsoft.com/office/drawing/2014/main" id="{3CB00449-E308-4DF3-9CFD-9A7D30B672D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 xmlns:asvg="http://schemas.microsoft.com/office/drawing/2016/SVG/main" r:embed="rId5"/>
              </a:ext>
            </a:extLst>
          </a:blip>
          <a:stretch>
            <a:fillRect/>
          </a:stretch>
        </p:blipFill>
        <p:spPr>
          <a:xfrm rot="1338607" flipH="1">
            <a:off x="-70759" y="489541"/>
            <a:ext cx="2684499" cy="2684499"/>
          </a:xfrm>
          <a:prstGeom prst="rect">
            <a:avLst/>
          </a:prstGeom>
        </p:spPr>
      </p:pic>
      <p:pic>
        <p:nvPicPr>
          <p:cNvPr id="13" name="Graphic 12" descr="Test tubes">
            <a:extLst>
              <a:ext uri="{FF2B5EF4-FFF2-40B4-BE49-F238E27FC236}">
                <a16:creationId xmlns:a16="http://schemas.microsoft.com/office/drawing/2014/main" id="{6A56DF0C-1331-406E-AEE6-06E0E59FB9A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 xmlns:asvg="http://schemas.microsoft.com/office/drawing/2016/SVG/main" r:embed="rId7"/>
              </a:ext>
            </a:extLst>
          </a:blip>
          <a:stretch>
            <a:fillRect/>
          </a:stretch>
        </p:blipFill>
        <p:spPr>
          <a:xfrm rot="21078969">
            <a:off x="2532347" y="3896449"/>
            <a:ext cx="2453456" cy="2453456"/>
          </a:xfrm>
          <a:prstGeom prst="rect">
            <a:avLst/>
          </a:prstGeom>
        </p:spPr>
      </p:pic>
      <p:pic>
        <p:nvPicPr>
          <p:cNvPr id="7" name="Graphic 6" descr="Beaker">
            <a:extLst>
              <a:ext uri="{FF2B5EF4-FFF2-40B4-BE49-F238E27FC236}">
                <a16:creationId xmlns:a16="http://schemas.microsoft.com/office/drawing/2014/main" id="{88D22565-F42F-439B-A6A4-CF161165E6B6}"/>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 xmlns:asvg="http://schemas.microsoft.com/office/drawing/2016/SVG/main" r:embed="rId9"/>
              </a:ext>
            </a:extLst>
          </a:blip>
          <a:stretch>
            <a:fillRect/>
          </a:stretch>
        </p:blipFill>
        <p:spPr>
          <a:xfrm rot="1213697">
            <a:off x="24665" y="2787872"/>
            <a:ext cx="3245427" cy="3245427"/>
          </a:xfrm>
          <a:prstGeom prst="rect">
            <a:avLst/>
          </a:prstGeom>
        </p:spPr>
      </p:pic>
      <p:pic>
        <p:nvPicPr>
          <p:cNvPr id="9" name="Graphic 8" descr="Flask">
            <a:extLst>
              <a:ext uri="{FF2B5EF4-FFF2-40B4-BE49-F238E27FC236}">
                <a16:creationId xmlns:a16="http://schemas.microsoft.com/office/drawing/2014/main" id="{B46E3E84-D1E6-4422-AA93-3EE98A821B98}"/>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 xmlns:asvg="http://schemas.microsoft.com/office/drawing/2016/SVG/main" r:embed="rId11"/>
              </a:ext>
            </a:extLst>
          </a:blip>
          <a:stretch>
            <a:fillRect/>
          </a:stretch>
        </p:blipFill>
        <p:spPr>
          <a:xfrm rot="20451125">
            <a:off x="8283867" y="2036637"/>
            <a:ext cx="3005286" cy="3005286"/>
          </a:xfrm>
          <a:prstGeom prst="rect">
            <a:avLst/>
          </a:prstGeom>
        </p:spPr>
      </p:pic>
      <p:pic>
        <p:nvPicPr>
          <p:cNvPr id="19" name="Graphic 18" descr="Ruler">
            <a:extLst>
              <a:ext uri="{FF2B5EF4-FFF2-40B4-BE49-F238E27FC236}">
                <a16:creationId xmlns:a16="http://schemas.microsoft.com/office/drawing/2014/main" id="{39130E3C-1E93-4315-AE76-13C55147DCF2}"/>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 xmlns:asvg="http://schemas.microsoft.com/office/drawing/2016/SVG/main" r:embed="rId13"/>
              </a:ext>
            </a:extLst>
          </a:blip>
          <a:stretch>
            <a:fillRect/>
          </a:stretch>
        </p:blipFill>
        <p:spPr>
          <a:xfrm rot="18889495">
            <a:off x="9914052" y="2300565"/>
            <a:ext cx="1574403" cy="1574403"/>
          </a:xfrm>
          <a:prstGeom prst="rect">
            <a:avLst/>
          </a:prstGeom>
        </p:spPr>
      </p:pic>
      <p:pic>
        <p:nvPicPr>
          <p:cNvPr id="21" name="Graphic 20" descr="Pencil">
            <a:extLst>
              <a:ext uri="{FF2B5EF4-FFF2-40B4-BE49-F238E27FC236}">
                <a16:creationId xmlns:a16="http://schemas.microsoft.com/office/drawing/2014/main" id="{FFEC1660-205F-490E-800A-0D57D250BAE4}"/>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 xmlns:asvg="http://schemas.microsoft.com/office/drawing/2016/SVG/main" r:embed="rId15"/>
              </a:ext>
            </a:extLst>
          </a:blip>
          <a:stretch>
            <a:fillRect/>
          </a:stretch>
        </p:blipFill>
        <p:spPr>
          <a:xfrm rot="20520790">
            <a:off x="10660011" y="2938737"/>
            <a:ext cx="1488402" cy="1488402"/>
          </a:xfrm>
          <a:prstGeom prst="rect">
            <a:avLst/>
          </a:prstGeom>
        </p:spPr>
      </p:pic>
      <p:grpSp>
        <p:nvGrpSpPr>
          <p:cNvPr id="12" name="Group 11"/>
          <p:cNvGrpSpPr/>
          <p:nvPr/>
        </p:nvGrpSpPr>
        <p:grpSpPr>
          <a:xfrm>
            <a:off x="7193007" y="5769269"/>
            <a:ext cx="4857966" cy="985602"/>
            <a:chOff x="360535" y="271204"/>
            <a:chExt cx="5047501" cy="985602"/>
          </a:xfrm>
        </p:grpSpPr>
        <p:sp>
          <p:nvSpPr>
            <p:cNvPr id="14" name="Rounded Rectangle 13"/>
            <p:cNvSpPr/>
            <p:nvPr/>
          </p:nvSpPr>
          <p:spPr>
            <a:xfrm>
              <a:off x="360535" y="425063"/>
              <a:ext cx="5047501" cy="721286"/>
            </a:xfrm>
            <a:prstGeom prst="roundRect">
              <a:avLst/>
            </a:prstGeom>
            <a:solidFill>
              <a:schemeClr val="accent5">
                <a:lumMod val="50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16" name="Rounded Rectangle 4"/>
            <p:cNvSpPr txBox="1"/>
            <p:nvPr/>
          </p:nvSpPr>
          <p:spPr>
            <a:xfrm>
              <a:off x="413854" y="271204"/>
              <a:ext cx="4940863" cy="98560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90784" tIns="0" rIns="190784" bIns="0" numCol="1" spcCol="1270" anchor="ctr" anchorCtr="0">
              <a:noAutofit/>
            </a:bodyPr>
            <a:lstStyle/>
            <a:p>
              <a:pPr lvl="0" algn="r" defTabSz="1644650">
                <a:spcBef>
                  <a:spcPct val="0"/>
                </a:spcBef>
              </a:pPr>
              <a:r>
                <a:rPr lang="en-US" sz="2000" dirty="0" smtClean="0">
                  <a:latin typeface="Tahoma" panose="020B0604030504040204" pitchFamily="34" charset="0"/>
                  <a:ea typeface="Tahoma" panose="020B0604030504040204" pitchFamily="34" charset="0"/>
                  <a:cs typeface="Tahoma" panose="020B0604030504040204" pitchFamily="34" charset="0"/>
                </a:rPr>
                <a:t>0906.566.665 – 0932.401.907 (</a:t>
              </a:r>
              <a:r>
                <a:rPr lang="en-US" sz="2000" dirty="0" err="1" smtClean="0">
                  <a:latin typeface="Tahoma" panose="020B0604030504040204" pitchFamily="34" charset="0"/>
                  <a:ea typeface="Tahoma" panose="020B0604030504040204" pitchFamily="34" charset="0"/>
                  <a:cs typeface="Tahoma" panose="020B0604030504040204" pitchFamily="34" charset="0"/>
                </a:rPr>
                <a:t>Zalo</a:t>
              </a:r>
              <a:r>
                <a:rPr lang="en-US" sz="2000" dirty="0" smtClean="0">
                  <a:latin typeface="Tahoma" panose="020B0604030504040204" pitchFamily="34" charset="0"/>
                  <a:ea typeface="Tahoma" panose="020B0604030504040204" pitchFamily="34" charset="0"/>
                  <a:cs typeface="Tahoma" panose="020B0604030504040204" pitchFamily="34" charset="0"/>
                </a:rPr>
                <a:t>)</a:t>
              </a:r>
            </a:p>
            <a:p>
              <a:pPr lvl="0" algn="r" defTabSz="1644650">
                <a:spcBef>
                  <a:spcPct val="0"/>
                </a:spcBef>
              </a:pPr>
              <a:r>
                <a:rPr lang="en-US" sz="2000" kern="1200" dirty="0" err="1" smtClean="0">
                  <a:latin typeface="Tahoma" panose="020B0604030504040204" pitchFamily="34" charset="0"/>
                  <a:ea typeface="Tahoma" panose="020B0604030504040204" pitchFamily="34" charset="0"/>
                  <a:cs typeface="Tahoma" panose="020B0604030504040204" pitchFamily="34" charset="0"/>
                </a:rPr>
                <a:t>tuan.nguyenkim@phenikaa-uni.edu.vn</a:t>
              </a:r>
              <a:endParaRPr lang="en-US" sz="2000" kern="1200" dirty="0">
                <a:latin typeface="Tahoma" panose="020B0604030504040204" pitchFamily="34" charset="0"/>
                <a:ea typeface="Tahoma" panose="020B0604030504040204" pitchFamily="34" charset="0"/>
                <a:cs typeface="Tahoma" panose="020B0604030504040204" pitchFamily="34" charset="0"/>
              </a:endParaRPr>
            </a:p>
          </p:txBody>
        </p:sp>
      </p:grpSp>
    </p:spTree>
    <p:extLst>
      <p:ext uri="{BB962C8B-B14F-4D97-AF65-F5344CB8AC3E}">
        <p14:creationId xmlns:p14="http://schemas.microsoft.com/office/powerpoint/2010/main" val="290639705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42257-3980-4551-868A-26DC3CB821EE}"/>
              </a:ext>
            </a:extLst>
          </p:cNvPr>
          <p:cNvSpPr>
            <a:spLocks noGrp="1"/>
          </p:cNvSpPr>
          <p:nvPr>
            <p:ph type="title"/>
          </p:nvPr>
        </p:nvSpPr>
        <p:spPr>
          <a:xfrm>
            <a:off x="521284" y="64869"/>
            <a:ext cx="8048289" cy="1325563"/>
          </a:xfrm>
        </p:spPr>
        <p:txBody>
          <a:bodyPr>
            <a:normAutofit/>
          </a:bodyPr>
          <a:lstStyle/>
          <a:p>
            <a:pPr algn="ctr">
              <a:lnSpc>
                <a:spcPct val="100000"/>
              </a:lnSpc>
            </a:pPr>
            <a:r>
              <a:rPr lang="en-US" sz="3600" dirty="0" err="1" smtClean="0">
                <a:solidFill>
                  <a:srgbClr val="0000CC"/>
                </a:solidFill>
                <a:latin typeface="Rockwell" panose="02060603020205020403" pitchFamily="18" charset="0"/>
              </a:rPr>
              <a:t>BẢO</a:t>
            </a:r>
            <a:r>
              <a:rPr lang="en-US" sz="3600" dirty="0" smtClean="0">
                <a:solidFill>
                  <a:srgbClr val="0000CC"/>
                </a:solidFill>
                <a:latin typeface="Rockwell" panose="02060603020205020403" pitchFamily="18" charset="0"/>
              </a:rPr>
              <a:t> </a:t>
            </a:r>
            <a:r>
              <a:rPr lang="en-US" sz="3600" dirty="0" err="1" smtClean="0">
                <a:solidFill>
                  <a:srgbClr val="0000CC"/>
                </a:solidFill>
                <a:latin typeface="Rockwell" panose="02060603020205020403" pitchFamily="18" charset="0"/>
              </a:rPr>
              <a:t>MẬT</a:t>
            </a:r>
            <a:r>
              <a:rPr lang="en-US" sz="3600" dirty="0" smtClean="0">
                <a:solidFill>
                  <a:srgbClr val="0000CC"/>
                </a:solidFill>
                <a:latin typeface="Rockwell" panose="02060603020205020403" pitchFamily="18" charset="0"/>
              </a:rPr>
              <a:t> </a:t>
            </a:r>
            <a:r>
              <a:rPr lang="en-US" sz="3600" dirty="0" err="1" smtClean="0">
                <a:solidFill>
                  <a:srgbClr val="0000CC"/>
                </a:solidFill>
                <a:latin typeface="Rockwell" panose="02060603020205020403" pitchFamily="18" charset="0"/>
              </a:rPr>
              <a:t>ỨNG</a:t>
            </a:r>
            <a:r>
              <a:rPr lang="en-US" sz="3600" dirty="0" smtClean="0">
                <a:solidFill>
                  <a:srgbClr val="0000CC"/>
                </a:solidFill>
                <a:latin typeface="Rockwell" panose="02060603020205020403" pitchFamily="18" charset="0"/>
              </a:rPr>
              <a:t> </a:t>
            </a:r>
            <a:r>
              <a:rPr lang="en-US" sz="3600" dirty="0" err="1" smtClean="0">
                <a:solidFill>
                  <a:srgbClr val="0000CC"/>
                </a:solidFill>
                <a:latin typeface="Rockwell" panose="02060603020205020403" pitchFamily="18" charset="0"/>
              </a:rPr>
              <a:t>DỤNG</a:t>
            </a:r>
            <a:r>
              <a:rPr lang="en-US" sz="3600" dirty="0" smtClean="0">
                <a:solidFill>
                  <a:srgbClr val="0000CC"/>
                </a:solidFill>
                <a:latin typeface="Rockwell" panose="02060603020205020403" pitchFamily="18" charset="0"/>
              </a:rPr>
              <a:t> </a:t>
            </a:r>
            <a:r>
              <a:rPr lang="en-US" sz="3600" dirty="0" err="1" smtClean="0">
                <a:solidFill>
                  <a:srgbClr val="0000CC"/>
                </a:solidFill>
                <a:latin typeface="Rockwell" panose="02060603020205020403" pitchFamily="18" charset="0"/>
              </a:rPr>
              <a:t>VÀ</a:t>
            </a:r>
            <a:r>
              <a:rPr lang="en-US" sz="3600" dirty="0" smtClean="0">
                <a:solidFill>
                  <a:srgbClr val="0000CC"/>
                </a:solidFill>
                <a:latin typeface="Rockwell" panose="02060603020205020403" pitchFamily="18" charset="0"/>
              </a:rPr>
              <a:t> </a:t>
            </a:r>
            <a:r>
              <a:rPr lang="en-US" sz="3600" dirty="0" err="1" smtClean="0">
                <a:solidFill>
                  <a:srgbClr val="0000CC"/>
                </a:solidFill>
                <a:latin typeface="Rockwell" panose="02060603020205020403" pitchFamily="18" charset="0"/>
              </a:rPr>
              <a:t>HỆ</a:t>
            </a:r>
            <a:r>
              <a:rPr lang="en-US" sz="3600" dirty="0" smtClean="0">
                <a:solidFill>
                  <a:srgbClr val="0000CC"/>
                </a:solidFill>
                <a:latin typeface="Rockwell" panose="02060603020205020403" pitchFamily="18" charset="0"/>
              </a:rPr>
              <a:t> </a:t>
            </a:r>
            <a:r>
              <a:rPr lang="en-US" sz="3600" dirty="0" err="1" smtClean="0">
                <a:solidFill>
                  <a:srgbClr val="0000CC"/>
                </a:solidFill>
                <a:latin typeface="Rockwell" panose="02060603020205020403" pitchFamily="18" charset="0"/>
              </a:rPr>
              <a:t>THỐNG</a:t>
            </a:r>
            <a:r>
              <a:rPr lang="en-US" sz="3600" dirty="0" smtClean="0">
                <a:solidFill>
                  <a:srgbClr val="0000CC"/>
                </a:solidFill>
                <a:latin typeface="Rockwell" panose="02060603020205020403" pitchFamily="18" charset="0"/>
              </a:rPr>
              <a:t>  </a:t>
            </a:r>
            <a:br>
              <a:rPr lang="en-US" sz="3600" dirty="0" smtClean="0">
                <a:solidFill>
                  <a:srgbClr val="0000CC"/>
                </a:solidFill>
                <a:latin typeface="Rockwell" panose="02060603020205020403" pitchFamily="18" charset="0"/>
              </a:rPr>
            </a:br>
            <a:r>
              <a:rPr lang="en-US" sz="3600" dirty="0" err="1" smtClean="0">
                <a:solidFill>
                  <a:srgbClr val="0000CC"/>
                </a:solidFill>
                <a:latin typeface="Rockwell" panose="02060603020205020403" pitchFamily="18" charset="0"/>
              </a:rPr>
              <a:t>CSE702005</a:t>
            </a:r>
            <a:r>
              <a:rPr lang="en-US" sz="3600" dirty="0" smtClean="0">
                <a:solidFill>
                  <a:srgbClr val="0000CC"/>
                </a:solidFill>
                <a:latin typeface="Rockwell" panose="02060603020205020403" pitchFamily="18" charset="0"/>
              </a:rPr>
              <a:t>-1-1-25 (</a:t>
            </a:r>
            <a:r>
              <a:rPr lang="en-US" sz="3600" dirty="0" err="1" smtClean="0">
                <a:solidFill>
                  <a:srgbClr val="0000CC"/>
                </a:solidFill>
                <a:latin typeface="Rockwell" panose="02060603020205020403" pitchFamily="18" charset="0"/>
              </a:rPr>
              <a:t>N03</a:t>
            </a:r>
            <a:r>
              <a:rPr lang="en-US" sz="3600" dirty="0" smtClean="0">
                <a:solidFill>
                  <a:srgbClr val="0000CC"/>
                </a:solidFill>
                <a:latin typeface="Rockwell" panose="02060603020205020403" pitchFamily="18" charset="0"/>
              </a:rPr>
              <a:t>)</a:t>
            </a:r>
            <a:endParaRPr lang="en-US" sz="3600" dirty="0">
              <a:solidFill>
                <a:srgbClr val="0000CC"/>
              </a:solidFill>
              <a:latin typeface="Rockwell" panose="02060603020205020403" pitchFamily="18" charset="0"/>
            </a:endParaRPr>
          </a:p>
        </p:txBody>
      </p:sp>
      <p:grpSp>
        <p:nvGrpSpPr>
          <p:cNvPr id="9" name="Group 8">
            <a:extLst>
              <a:ext uri="{FF2B5EF4-FFF2-40B4-BE49-F238E27FC236}">
                <a16:creationId xmlns:a16="http://schemas.microsoft.com/office/drawing/2014/main" id="{798EA88B-C439-4F17-9585-820972CE0BA5}"/>
              </a:ext>
              <a:ext uri="{C183D7F6-B498-43B3-948B-1728B52AA6E4}">
                <adec:decorative xmlns="" xmlns:adec="http://schemas.microsoft.com/office/drawing/2017/decorative" val="1"/>
              </a:ext>
            </a:extLst>
          </p:cNvPr>
          <p:cNvGrpSpPr/>
          <p:nvPr/>
        </p:nvGrpSpPr>
        <p:grpSpPr>
          <a:xfrm>
            <a:off x="9009186" y="0"/>
            <a:ext cx="3668917" cy="6941127"/>
            <a:chOff x="9009186" y="0"/>
            <a:chExt cx="3668917" cy="6941127"/>
          </a:xfrm>
        </p:grpSpPr>
        <p:grpSp>
          <p:nvGrpSpPr>
            <p:cNvPr id="10" name="Group 9">
              <a:extLst>
                <a:ext uri="{FF2B5EF4-FFF2-40B4-BE49-F238E27FC236}">
                  <a16:creationId xmlns:a16="http://schemas.microsoft.com/office/drawing/2014/main" id="{D4EF09CF-3362-453A-9463-F6669A9D3E01}"/>
                </a:ext>
              </a:extLst>
            </p:cNvPr>
            <p:cNvGrpSpPr/>
            <p:nvPr/>
          </p:nvGrpSpPr>
          <p:grpSpPr>
            <a:xfrm>
              <a:off x="9055676" y="0"/>
              <a:ext cx="3136324" cy="6858000"/>
              <a:chOff x="9055676" y="0"/>
              <a:chExt cx="3136324" cy="6858000"/>
            </a:xfrm>
          </p:grpSpPr>
          <p:sp>
            <p:nvSpPr>
              <p:cNvPr id="4" name="Rectangle 3">
                <a:extLst>
                  <a:ext uri="{FF2B5EF4-FFF2-40B4-BE49-F238E27FC236}">
                    <a16:creationId xmlns:a16="http://schemas.microsoft.com/office/drawing/2014/main" id="{403AE892-EBD6-40F1-851B-FEADBD59429F}"/>
                  </a:ext>
                </a:extLst>
              </p:cNvPr>
              <p:cNvSpPr/>
              <p:nvPr/>
            </p:nvSpPr>
            <p:spPr>
              <a:xfrm>
                <a:off x="9221932" y="0"/>
                <a:ext cx="2970068" cy="6858000"/>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54318653-1A38-442C-BA0F-F2C51149BCFF}"/>
                  </a:ext>
                </a:extLst>
              </p:cNvPr>
              <p:cNvSpPr/>
              <p:nvPr/>
            </p:nvSpPr>
            <p:spPr>
              <a:xfrm>
                <a:off x="9055676" y="0"/>
                <a:ext cx="166255"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C25D63D1-E9CE-42BF-BD4D-374FD0293155}"/>
                  </a:ext>
                </a:extLst>
              </p:cNvPr>
              <p:cNvSpPr/>
              <p:nvPr/>
            </p:nvSpPr>
            <p:spPr>
              <a:xfrm>
                <a:off x="9221932" y="0"/>
                <a:ext cx="114301" cy="6858000"/>
              </a:xfrm>
              <a:prstGeom prst="rect">
                <a:avLst/>
              </a:prstGeom>
              <a:solidFill>
                <a:srgbClr val="FFD3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BA4EE865-9F0D-4531-A737-E13A557C0277}"/>
                  </a:ext>
                </a:extLst>
              </p:cNvPr>
              <p:cNvSpPr/>
              <p:nvPr/>
            </p:nvSpPr>
            <p:spPr>
              <a:xfrm>
                <a:off x="9336233" y="0"/>
                <a:ext cx="150667"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6A1183CB-C5B0-498A-A49C-4180134C74B0}"/>
                  </a:ext>
                </a:extLst>
              </p:cNvPr>
              <p:cNvSpPr/>
              <p:nvPr/>
            </p:nvSpPr>
            <p:spPr>
              <a:xfrm>
                <a:off x="9336233" y="0"/>
                <a:ext cx="5715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11" name="Graphic 10" descr="Clipboard">
              <a:extLst>
                <a:ext uri="{FF2B5EF4-FFF2-40B4-BE49-F238E27FC236}">
                  <a16:creationId xmlns:a16="http://schemas.microsoft.com/office/drawing/2014/main" id="{4F58D0C9-D25F-4044-8F1B-4190E5A1BD5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 xmlns:asvg="http://schemas.microsoft.com/office/drawing/2016/SVG/main" r:embed="rId3"/>
                </a:ext>
              </a:extLst>
            </a:blip>
            <a:stretch>
              <a:fillRect/>
            </a:stretch>
          </p:blipFill>
          <p:spPr>
            <a:xfrm>
              <a:off x="9009186" y="3272210"/>
              <a:ext cx="3668917" cy="3668917"/>
            </a:xfrm>
            <a:prstGeom prst="rect">
              <a:avLst/>
            </a:prstGeom>
          </p:spPr>
        </p:pic>
      </p:grpSp>
      <p:sp>
        <p:nvSpPr>
          <p:cNvPr id="3" name="Content Placeholder 2">
            <a:extLst>
              <a:ext uri="{FF2B5EF4-FFF2-40B4-BE49-F238E27FC236}">
                <a16:creationId xmlns:a16="http://schemas.microsoft.com/office/drawing/2014/main" id="{B57E0B0F-4D29-4786-B2AB-B84D9F8B5429}"/>
              </a:ext>
            </a:extLst>
          </p:cNvPr>
          <p:cNvSpPr>
            <a:spLocks noGrp="1"/>
          </p:cNvSpPr>
          <p:nvPr>
            <p:ph idx="1"/>
          </p:nvPr>
        </p:nvSpPr>
        <p:spPr>
          <a:xfrm>
            <a:off x="180084" y="1511720"/>
            <a:ext cx="9496177" cy="4807187"/>
          </a:xfrm>
        </p:spPr>
        <p:txBody>
          <a:bodyPr vert="horz" lIns="91440" tIns="45720" rIns="91440" bIns="45720" rtlCol="0" anchor="t">
            <a:noAutofit/>
          </a:bodyPr>
          <a:lstStyle/>
          <a:p>
            <a:pPr>
              <a:lnSpc>
                <a:spcPct val="100000"/>
              </a:lnSpc>
              <a:spcBef>
                <a:spcPts val="600"/>
              </a:spcBef>
              <a:spcAft>
                <a:spcPts val="600"/>
              </a:spcAft>
            </a:pPr>
            <a:r>
              <a:rPr lang="en-US" dirty="0" err="1" smtClean="0">
                <a:solidFill>
                  <a:srgbClr val="0000CC"/>
                </a:solidFill>
                <a:latin typeface="Rockwell" panose="02060603020205020403" pitchFamily="18" charset="0"/>
                <a:ea typeface="Tahoma"/>
                <a:cs typeface="Tahoma"/>
              </a:rPr>
              <a:t>Bài</a:t>
            </a:r>
            <a:r>
              <a:rPr lang="en-US" dirty="0" smtClean="0">
                <a:solidFill>
                  <a:srgbClr val="0000CC"/>
                </a:solidFill>
                <a:latin typeface="Rockwell" panose="02060603020205020403" pitchFamily="18" charset="0"/>
                <a:ea typeface="Tahoma"/>
                <a:cs typeface="Tahoma"/>
              </a:rPr>
              <a:t> 1: </a:t>
            </a:r>
            <a:r>
              <a:rPr lang="en-US" dirty="0" err="1" smtClean="0">
                <a:solidFill>
                  <a:srgbClr val="0000CC"/>
                </a:solidFill>
                <a:latin typeface="Rockwell" panose="02060603020205020403" pitchFamily="18" charset="0"/>
                <a:ea typeface="Tahoma"/>
                <a:cs typeface="Tahoma"/>
              </a:rPr>
              <a:t>Tổng</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quan</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về</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Bảo</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mật</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Ứng</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dụng</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và</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Hệ</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thống</a:t>
            </a:r>
            <a:endParaRPr lang="en-US" dirty="0" smtClean="0">
              <a:solidFill>
                <a:srgbClr val="0000CC"/>
              </a:solidFill>
              <a:latin typeface="Rockwell" panose="02060603020205020403" pitchFamily="18" charset="0"/>
              <a:ea typeface="Tahoma"/>
              <a:cs typeface="Tahoma"/>
            </a:endParaRPr>
          </a:p>
          <a:p>
            <a:pPr>
              <a:lnSpc>
                <a:spcPct val="100000"/>
              </a:lnSpc>
              <a:spcBef>
                <a:spcPts val="600"/>
              </a:spcBef>
              <a:spcAft>
                <a:spcPts val="600"/>
              </a:spcAft>
            </a:pPr>
            <a:r>
              <a:rPr lang="en-US" dirty="0" err="1">
                <a:solidFill>
                  <a:srgbClr val="0000CC"/>
                </a:solidFill>
                <a:latin typeface="Rockwell" panose="02060603020205020403" pitchFamily="18" charset="0"/>
                <a:ea typeface="Tahoma"/>
                <a:cs typeface="Tahoma"/>
              </a:rPr>
              <a:t>Bài</a:t>
            </a:r>
            <a:r>
              <a:rPr lang="en-US" dirty="0">
                <a:solidFill>
                  <a:srgbClr val="0000CC"/>
                </a:solidFill>
                <a:latin typeface="Rockwell" panose="02060603020205020403" pitchFamily="18" charset="0"/>
                <a:ea typeface="Tahoma"/>
                <a:cs typeface="Tahoma"/>
              </a:rPr>
              <a:t> 2: </a:t>
            </a:r>
            <a:r>
              <a:rPr lang="en-US" dirty="0" err="1">
                <a:solidFill>
                  <a:srgbClr val="0000CC"/>
                </a:solidFill>
                <a:latin typeface="Rockwell" panose="02060603020205020403" pitchFamily="18" charset="0"/>
                <a:ea typeface="Tahoma"/>
                <a:cs typeface="Tahoma"/>
              </a:rPr>
              <a:t>Tấn</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công</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và</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Phòng</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thủ</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trên</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không</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gian</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mạng</a:t>
            </a:r>
            <a:endParaRPr lang="en-US" dirty="0">
              <a:solidFill>
                <a:srgbClr val="0000CC"/>
              </a:solidFill>
              <a:latin typeface="Rockwell" panose="02060603020205020403" pitchFamily="18" charset="0"/>
              <a:ea typeface="Tahoma"/>
              <a:cs typeface="Tahoma"/>
            </a:endParaRPr>
          </a:p>
          <a:p>
            <a:pPr>
              <a:lnSpc>
                <a:spcPct val="100000"/>
              </a:lnSpc>
              <a:spcBef>
                <a:spcPts val="600"/>
              </a:spcBef>
              <a:spcAft>
                <a:spcPts val="600"/>
              </a:spcAft>
            </a:pPr>
            <a:r>
              <a:rPr lang="en-US" dirty="0" err="1" smtClean="0">
                <a:solidFill>
                  <a:srgbClr val="0000CC"/>
                </a:solidFill>
                <a:latin typeface="Rockwell" panose="02060603020205020403" pitchFamily="18" charset="0"/>
                <a:ea typeface="Tahoma"/>
                <a:cs typeface="Tahoma"/>
              </a:rPr>
              <a:t>Bài</a:t>
            </a:r>
            <a:r>
              <a:rPr lang="en-US" dirty="0" smtClean="0">
                <a:solidFill>
                  <a:srgbClr val="0000CC"/>
                </a:solidFill>
                <a:latin typeface="Rockwell" panose="02060603020205020403" pitchFamily="18" charset="0"/>
                <a:ea typeface="Tahoma"/>
                <a:cs typeface="Tahoma"/>
              </a:rPr>
              <a:t> 3.1: </a:t>
            </a:r>
            <a:r>
              <a:rPr lang="en-US" dirty="0" err="1" smtClean="0">
                <a:solidFill>
                  <a:srgbClr val="0000CC"/>
                </a:solidFill>
                <a:latin typeface="Rockwell" panose="02060603020205020403" pitchFamily="18" charset="0"/>
                <a:ea typeface="Tahoma"/>
                <a:cs typeface="Tahoma"/>
              </a:rPr>
              <a:t>Bảo</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mật</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ứng</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dụng</a:t>
            </a:r>
            <a:r>
              <a:rPr lang="en-US" dirty="0" smtClean="0">
                <a:solidFill>
                  <a:srgbClr val="0000CC"/>
                </a:solidFill>
                <a:latin typeface="Rockwell" panose="02060603020205020403" pitchFamily="18" charset="0"/>
                <a:ea typeface="Tahoma"/>
                <a:cs typeface="Tahoma"/>
              </a:rPr>
              <a:t> Web (</a:t>
            </a:r>
            <a:r>
              <a:rPr lang="en-US" dirty="0" err="1" smtClean="0">
                <a:solidFill>
                  <a:srgbClr val="0000CC"/>
                </a:solidFill>
                <a:latin typeface="Rockwell" panose="02060603020205020403" pitchFamily="18" charset="0"/>
                <a:ea typeface="Tahoma"/>
                <a:cs typeface="Tahoma"/>
              </a:rPr>
              <a:t>Phần</a:t>
            </a:r>
            <a:r>
              <a:rPr lang="en-US" dirty="0" smtClean="0">
                <a:solidFill>
                  <a:srgbClr val="0000CC"/>
                </a:solidFill>
                <a:latin typeface="Rockwell" panose="02060603020205020403" pitchFamily="18" charset="0"/>
                <a:ea typeface="Tahoma"/>
                <a:cs typeface="Tahoma"/>
              </a:rPr>
              <a:t> 1)</a:t>
            </a:r>
          </a:p>
          <a:p>
            <a:pPr>
              <a:lnSpc>
                <a:spcPct val="100000"/>
              </a:lnSpc>
              <a:spcBef>
                <a:spcPts val="600"/>
              </a:spcBef>
              <a:spcAft>
                <a:spcPts val="600"/>
              </a:spcAft>
            </a:pPr>
            <a:r>
              <a:rPr lang="en-US" dirty="0" err="1" smtClean="0">
                <a:solidFill>
                  <a:schemeClr val="bg1"/>
                </a:solidFill>
                <a:latin typeface="Rockwell" panose="02060603020205020403" pitchFamily="18" charset="0"/>
                <a:ea typeface="Tahoma"/>
                <a:cs typeface="Tahoma"/>
              </a:rPr>
              <a:t>Bài</a:t>
            </a:r>
            <a:r>
              <a:rPr lang="en-US" dirty="0" smtClean="0">
                <a:solidFill>
                  <a:srgbClr val="0000CC"/>
                </a:solidFill>
                <a:latin typeface="Rockwell" panose="02060603020205020403" pitchFamily="18" charset="0"/>
                <a:ea typeface="Tahoma"/>
                <a:cs typeface="Tahoma"/>
              </a:rPr>
              <a:t> 3.2: </a:t>
            </a:r>
            <a:r>
              <a:rPr lang="en-US" dirty="0" err="1" smtClean="0">
                <a:solidFill>
                  <a:srgbClr val="0000CC"/>
                </a:solidFill>
                <a:latin typeface="Rockwell" panose="02060603020205020403" pitchFamily="18" charset="0"/>
                <a:ea typeface="Tahoma"/>
                <a:cs typeface="Tahoma"/>
              </a:rPr>
              <a:t>Bảo</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mật</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ứng</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dụng</a:t>
            </a:r>
            <a:r>
              <a:rPr lang="en-US" dirty="0" smtClean="0">
                <a:solidFill>
                  <a:srgbClr val="0000CC"/>
                </a:solidFill>
                <a:latin typeface="Rockwell" panose="02060603020205020403" pitchFamily="18" charset="0"/>
                <a:ea typeface="Tahoma"/>
                <a:cs typeface="Tahoma"/>
              </a:rPr>
              <a:t> Web (</a:t>
            </a:r>
            <a:r>
              <a:rPr lang="en-US" dirty="0" err="1" smtClean="0">
                <a:solidFill>
                  <a:srgbClr val="0000CC"/>
                </a:solidFill>
                <a:latin typeface="Rockwell" panose="02060603020205020403" pitchFamily="18" charset="0"/>
                <a:ea typeface="Tahoma"/>
                <a:cs typeface="Tahoma"/>
              </a:rPr>
              <a:t>Phần</a:t>
            </a:r>
            <a:r>
              <a:rPr lang="en-US" dirty="0" smtClean="0">
                <a:solidFill>
                  <a:srgbClr val="0000CC"/>
                </a:solidFill>
                <a:latin typeface="Rockwell" panose="02060603020205020403" pitchFamily="18" charset="0"/>
                <a:ea typeface="Tahoma"/>
                <a:cs typeface="Tahoma"/>
              </a:rPr>
              <a:t> 2)</a:t>
            </a:r>
            <a:endParaRPr lang="en-US" dirty="0">
              <a:solidFill>
                <a:srgbClr val="0000CC"/>
              </a:solidFill>
              <a:latin typeface="Rockwell" panose="02060603020205020403" pitchFamily="18" charset="0"/>
              <a:ea typeface="Tahoma"/>
              <a:cs typeface="Tahoma"/>
            </a:endParaRPr>
          </a:p>
          <a:p>
            <a:pPr>
              <a:lnSpc>
                <a:spcPct val="100000"/>
              </a:lnSpc>
              <a:spcBef>
                <a:spcPts val="600"/>
              </a:spcBef>
              <a:spcAft>
                <a:spcPts val="600"/>
              </a:spcAft>
            </a:pPr>
            <a:r>
              <a:rPr lang="en-US" dirty="0" err="1" smtClean="0">
                <a:solidFill>
                  <a:srgbClr val="0000CC"/>
                </a:solidFill>
                <a:latin typeface="Rockwell" panose="02060603020205020403" pitchFamily="18" charset="0"/>
                <a:ea typeface="Tahoma"/>
                <a:cs typeface="Tahoma"/>
              </a:rPr>
              <a:t>Bài</a:t>
            </a:r>
            <a:r>
              <a:rPr lang="en-US" dirty="0" smtClean="0">
                <a:solidFill>
                  <a:srgbClr val="0000CC"/>
                </a:solidFill>
                <a:latin typeface="Rockwell" panose="02060603020205020403" pitchFamily="18" charset="0"/>
                <a:ea typeface="Tahoma"/>
                <a:cs typeface="Tahoma"/>
              </a:rPr>
              <a:t> 4: </a:t>
            </a:r>
            <a:r>
              <a:rPr lang="en-US" dirty="0" err="1" smtClean="0">
                <a:solidFill>
                  <a:srgbClr val="0000CC"/>
                </a:solidFill>
                <a:latin typeface="Rockwell" panose="02060603020205020403" pitchFamily="18" charset="0"/>
                <a:ea typeface="Tahoma"/>
                <a:cs typeface="Tahoma"/>
              </a:rPr>
              <a:t>Bảo</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mật</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Cơ</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sở</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dữ</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liệu</a:t>
            </a:r>
            <a:endParaRPr lang="en-US" dirty="0" smtClean="0">
              <a:solidFill>
                <a:srgbClr val="0000CC"/>
              </a:solidFill>
              <a:latin typeface="Rockwell" panose="02060603020205020403" pitchFamily="18" charset="0"/>
              <a:ea typeface="Tahoma"/>
              <a:cs typeface="Tahoma"/>
            </a:endParaRPr>
          </a:p>
          <a:p>
            <a:pPr>
              <a:lnSpc>
                <a:spcPct val="100000"/>
              </a:lnSpc>
              <a:spcBef>
                <a:spcPts val="600"/>
              </a:spcBef>
              <a:spcAft>
                <a:spcPts val="600"/>
              </a:spcAft>
            </a:pPr>
            <a:r>
              <a:rPr lang="en-US" dirty="0" err="1" smtClean="0">
                <a:solidFill>
                  <a:srgbClr val="0000CC"/>
                </a:solidFill>
                <a:latin typeface="Rockwell" panose="02060603020205020403" pitchFamily="18" charset="0"/>
                <a:ea typeface="Tahoma"/>
                <a:cs typeface="Tahoma"/>
              </a:rPr>
              <a:t>Bài</a:t>
            </a:r>
            <a:r>
              <a:rPr lang="en-US" dirty="0" smtClean="0">
                <a:solidFill>
                  <a:srgbClr val="0000CC"/>
                </a:solidFill>
                <a:latin typeface="Rockwell" panose="02060603020205020403" pitchFamily="18" charset="0"/>
                <a:ea typeface="Tahoma"/>
                <a:cs typeface="Tahoma"/>
              </a:rPr>
              <a:t> 5: </a:t>
            </a:r>
            <a:r>
              <a:rPr lang="en-US" dirty="0" err="1" smtClean="0">
                <a:solidFill>
                  <a:srgbClr val="0000CC"/>
                </a:solidFill>
                <a:latin typeface="Rockwell" panose="02060603020205020403" pitchFamily="18" charset="0"/>
                <a:ea typeface="Tahoma"/>
                <a:cs typeface="Tahoma"/>
              </a:rPr>
              <a:t>Bảo</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mật</a:t>
            </a:r>
            <a:r>
              <a:rPr lang="en-US" dirty="0" smtClean="0">
                <a:solidFill>
                  <a:srgbClr val="0000CC"/>
                </a:solidFill>
                <a:latin typeface="Rockwell" panose="02060603020205020403" pitchFamily="18" charset="0"/>
                <a:ea typeface="Tahoma"/>
                <a:cs typeface="Tahoma"/>
              </a:rPr>
              <a:t> API </a:t>
            </a:r>
            <a:r>
              <a:rPr lang="en-US" dirty="0" err="1" smtClean="0">
                <a:solidFill>
                  <a:srgbClr val="0000CC"/>
                </a:solidFill>
                <a:latin typeface="Rockwell" panose="02060603020205020403" pitchFamily="18" charset="0"/>
                <a:ea typeface="Tahoma"/>
                <a:cs typeface="Tahoma"/>
              </a:rPr>
              <a:t>và</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Hệ</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điều</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hành</a:t>
            </a:r>
            <a:endParaRPr lang="en-US" dirty="0" smtClean="0">
              <a:solidFill>
                <a:srgbClr val="0000CC"/>
              </a:solidFill>
              <a:latin typeface="Rockwell" panose="02060603020205020403" pitchFamily="18" charset="0"/>
              <a:ea typeface="Tahoma"/>
              <a:cs typeface="Tahoma"/>
            </a:endParaRPr>
          </a:p>
          <a:p>
            <a:pPr>
              <a:lnSpc>
                <a:spcPct val="100000"/>
              </a:lnSpc>
              <a:spcBef>
                <a:spcPts val="600"/>
              </a:spcBef>
              <a:spcAft>
                <a:spcPts val="600"/>
              </a:spcAft>
            </a:pPr>
            <a:r>
              <a:rPr lang="en-US" dirty="0" err="1" smtClean="0">
                <a:solidFill>
                  <a:srgbClr val="0000CC"/>
                </a:solidFill>
                <a:latin typeface="Rockwell" panose="02060603020205020403" pitchFamily="18" charset="0"/>
                <a:ea typeface="Tahoma"/>
                <a:cs typeface="Tahoma"/>
              </a:rPr>
              <a:t>Bài</a:t>
            </a:r>
            <a:r>
              <a:rPr lang="en-US" dirty="0" smtClean="0">
                <a:solidFill>
                  <a:srgbClr val="0000CC"/>
                </a:solidFill>
                <a:latin typeface="Rockwell" panose="02060603020205020403" pitchFamily="18" charset="0"/>
                <a:ea typeface="Tahoma"/>
                <a:cs typeface="Tahoma"/>
              </a:rPr>
              <a:t> 6: </a:t>
            </a:r>
            <a:r>
              <a:rPr lang="en-US" dirty="0" err="1" smtClean="0">
                <a:solidFill>
                  <a:srgbClr val="0000CC"/>
                </a:solidFill>
                <a:latin typeface="Rockwell" panose="02060603020205020403" pitchFamily="18" charset="0"/>
                <a:ea typeface="Tahoma"/>
                <a:cs typeface="Tahoma"/>
              </a:rPr>
              <a:t>Mã</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độc</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và</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Mã</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khai</a:t>
            </a:r>
            <a:r>
              <a:rPr lang="en-US" dirty="0" smtClean="0">
                <a:solidFill>
                  <a:srgbClr val="0000CC"/>
                </a:solidFill>
                <a:latin typeface="Rockwell" panose="02060603020205020403" pitchFamily="18" charset="0"/>
                <a:ea typeface="Tahoma"/>
                <a:cs typeface="Tahoma"/>
              </a:rPr>
              <a:t> </a:t>
            </a:r>
            <a:r>
              <a:rPr lang="en-US" smtClean="0">
                <a:solidFill>
                  <a:srgbClr val="0000CC"/>
                </a:solidFill>
                <a:latin typeface="Rockwell" panose="02060603020205020403" pitchFamily="18" charset="0"/>
                <a:ea typeface="Tahoma"/>
                <a:cs typeface="Tahoma"/>
              </a:rPr>
              <a:t>thác</a:t>
            </a:r>
            <a:endParaRPr lang="en-US" dirty="0" smtClean="0">
              <a:solidFill>
                <a:srgbClr val="0000CC"/>
              </a:solidFill>
              <a:latin typeface="Rockwell" panose="02060603020205020403" pitchFamily="18" charset="0"/>
              <a:ea typeface="Tahoma"/>
              <a:cs typeface="Tahoma"/>
            </a:endParaRPr>
          </a:p>
          <a:p>
            <a:pPr>
              <a:lnSpc>
                <a:spcPct val="100000"/>
              </a:lnSpc>
              <a:spcBef>
                <a:spcPts val="600"/>
              </a:spcBef>
              <a:spcAft>
                <a:spcPts val="600"/>
              </a:spcAft>
            </a:pPr>
            <a:r>
              <a:rPr lang="en-US" dirty="0" err="1" smtClean="0">
                <a:solidFill>
                  <a:srgbClr val="0000CC"/>
                </a:solidFill>
                <a:latin typeface="Rockwell" panose="02060603020205020403" pitchFamily="18" charset="0"/>
                <a:ea typeface="Tahoma"/>
                <a:cs typeface="Tahoma"/>
              </a:rPr>
              <a:t>Bài</a:t>
            </a:r>
            <a:r>
              <a:rPr lang="en-US" dirty="0" smtClean="0">
                <a:solidFill>
                  <a:srgbClr val="0000CC"/>
                </a:solidFill>
                <a:latin typeface="Rockwell" panose="02060603020205020403" pitchFamily="18" charset="0"/>
                <a:ea typeface="Tahoma"/>
                <a:cs typeface="Tahoma"/>
              </a:rPr>
              <a:t> </a:t>
            </a:r>
            <a:r>
              <a:rPr lang="en-US" dirty="0">
                <a:solidFill>
                  <a:srgbClr val="0000CC"/>
                </a:solidFill>
                <a:latin typeface="Rockwell" panose="02060603020205020403" pitchFamily="18" charset="0"/>
                <a:ea typeface="Tahoma"/>
                <a:cs typeface="Tahoma"/>
              </a:rPr>
              <a:t>7: </a:t>
            </a:r>
            <a:r>
              <a:rPr lang="en-US" dirty="0" smtClean="0">
                <a:solidFill>
                  <a:srgbClr val="0000CC"/>
                </a:solidFill>
                <a:latin typeface="Rockwell" panose="02060603020205020403" pitchFamily="18" charset="0"/>
                <a:ea typeface="Tahoma"/>
                <a:cs typeface="Tahoma"/>
              </a:rPr>
              <a:t>BM </a:t>
            </a:r>
            <a:r>
              <a:rPr lang="en-US" dirty="0" err="1" smtClean="0">
                <a:solidFill>
                  <a:srgbClr val="0000CC"/>
                </a:solidFill>
                <a:latin typeface="Rockwell" panose="02060603020205020403" pitchFamily="18" charset="0"/>
                <a:ea typeface="Tahoma"/>
                <a:cs typeface="Tahoma"/>
              </a:rPr>
              <a:t>hạ</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tầng</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mạng</a:t>
            </a:r>
            <a:r>
              <a:rPr lang="en-US" dirty="0" smtClean="0">
                <a:solidFill>
                  <a:srgbClr val="0000CC"/>
                </a:solidFill>
                <a:latin typeface="Rockwell" panose="02060603020205020403" pitchFamily="18" charset="0"/>
                <a:ea typeface="Tahoma"/>
                <a:cs typeface="Tahoma"/>
              </a:rPr>
              <a:t> E-Commerce: </a:t>
            </a:r>
            <a:r>
              <a:rPr lang="en-US" dirty="0">
                <a:solidFill>
                  <a:srgbClr val="0000CC"/>
                </a:solidFill>
                <a:latin typeface="Rockwell" panose="02060603020205020403" pitchFamily="18" charset="0"/>
                <a:ea typeface="Tahoma"/>
                <a:cs typeface="Tahoma"/>
              </a:rPr>
              <a:t>VPN </a:t>
            </a:r>
            <a:r>
              <a:rPr lang="en-US" dirty="0" smtClean="0">
                <a:solidFill>
                  <a:srgbClr val="0000CC"/>
                </a:solidFill>
                <a:latin typeface="Rockwell" panose="02060603020205020403" pitchFamily="18" charset="0"/>
                <a:ea typeface="Tahoma"/>
                <a:cs typeface="Tahoma"/>
              </a:rPr>
              <a:t>- </a:t>
            </a:r>
            <a:r>
              <a:rPr lang="en-US" dirty="0">
                <a:solidFill>
                  <a:srgbClr val="0000CC"/>
                </a:solidFill>
                <a:latin typeface="Rockwell" panose="02060603020205020403" pitchFamily="18" charset="0"/>
                <a:ea typeface="Tahoma"/>
                <a:cs typeface="Tahoma"/>
              </a:rPr>
              <a:t>FW - IDS</a:t>
            </a:r>
            <a:endParaRPr lang="en-US" dirty="0" smtClean="0">
              <a:solidFill>
                <a:srgbClr val="0000CC"/>
              </a:solidFill>
              <a:latin typeface="Rockwell" panose="02060603020205020403" pitchFamily="18" charset="0"/>
              <a:ea typeface="Tahoma"/>
              <a:cs typeface="Tahoma"/>
            </a:endParaRPr>
          </a:p>
          <a:p>
            <a:pPr>
              <a:lnSpc>
                <a:spcPct val="100000"/>
              </a:lnSpc>
              <a:spcBef>
                <a:spcPts val="600"/>
              </a:spcBef>
              <a:spcAft>
                <a:spcPts val="600"/>
              </a:spcAft>
            </a:pPr>
            <a:r>
              <a:rPr lang="en-US" dirty="0" err="1" smtClean="0">
                <a:solidFill>
                  <a:srgbClr val="FF00FF"/>
                </a:solidFill>
                <a:latin typeface="Rockwell" panose="02060603020205020403" pitchFamily="18" charset="0"/>
                <a:ea typeface="Tahoma"/>
                <a:cs typeface="Tahoma"/>
              </a:rPr>
              <a:t>Bài</a:t>
            </a:r>
            <a:r>
              <a:rPr lang="en-US" dirty="0" smtClean="0">
                <a:solidFill>
                  <a:srgbClr val="FF00FF"/>
                </a:solidFill>
                <a:latin typeface="Rockwell" panose="02060603020205020403" pitchFamily="18" charset="0"/>
                <a:ea typeface="Tahoma"/>
                <a:cs typeface="Tahoma"/>
              </a:rPr>
              <a:t> 8: </a:t>
            </a:r>
            <a:r>
              <a:rPr lang="en-US" dirty="0" err="1">
                <a:solidFill>
                  <a:srgbClr val="FF00FF"/>
                </a:solidFill>
                <a:latin typeface="Rockwell" panose="02060603020205020403" pitchFamily="18" charset="0"/>
                <a:ea typeface="Tahoma"/>
                <a:cs typeface="Tahoma"/>
              </a:rPr>
              <a:t>Quy</a:t>
            </a:r>
            <a:r>
              <a:rPr lang="en-US" dirty="0">
                <a:solidFill>
                  <a:srgbClr val="FF00FF"/>
                </a:solidFill>
                <a:latin typeface="Rockwell" panose="02060603020205020403" pitchFamily="18" charset="0"/>
                <a:ea typeface="Tahoma"/>
                <a:cs typeface="Tahoma"/>
              </a:rPr>
              <a:t> </a:t>
            </a:r>
            <a:r>
              <a:rPr lang="en-US" dirty="0" err="1">
                <a:solidFill>
                  <a:srgbClr val="FF00FF"/>
                </a:solidFill>
                <a:latin typeface="Rockwell" panose="02060603020205020403" pitchFamily="18" charset="0"/>
                <a:ea typeface="Tahoma"/>
                <a:cs typeface="Tahoma"/>
              </a:rPr>
              <a:t>trình</a:t>
            </a:r>
            <a:r>
              <a:rPr lang="en-US" dirty="0">
                <a:solidFill>
                  <a:srgbClr val="FF00FF"/>
                </a:solidFill>
                <a:latin typeface="Rockwell" panose="02060603020205020403" pitchFamily="18" charset="0"/>
                <a:ea typeface="Tahoma"/>
                <a:cs typeface="Tahoma"/>
              </a:rPr>
              <a:t> </a:t>
            </a:r>
            <a:r>
              <a:rPr lang="en-US" dirty="0" err="1">
                <a:solidFill>
                  <a:srgbClr val="FF00FF"/>
                </a:solidFill>
                <a:latin typeface="Rockwell" panose="02060603020205020403" pitchFamily="18" charset="0"/>
                <a:ea typeface="Tahoma"/>
                <a:cs typeface="Tahoma"/>
              </a:rPr>
              <a:t>phát</a:t>
            </a:r>
            <a:r>
              <a:rPr lang="en-US" dirty="0">
                <a:solidFill>
                  <a:srgbClr val="FF00FF"/>
                </a:solidFill>
                <a:latin typeface="Rockwell" panose="02060603020205020403" pitchFamily="18" charset="0"/>
                <a:ea typeface="Tahoma"/>
                <a:cs typeface="Tahoma"/>
              </a:rPr>
              <a:t> </a:t>
            </a:r>
            <a:r>
              <a:rPr lang="en-US" dirty="0" err="1">
                <a:solidFill>
                  <a:srgbClr val="FF00FF"/>
                </a:solidFill>
                <a:latin typeface="Rockwell" panose="02060603020205020403" pitchFamily="18" charset="0"/>
                <a:ea typeface="Tahoma"/>
                <a:cs typeface="Tahoma"/>
              </a:rPr>
              <a:t>triển</a:t>
            </a:r>
            <a:r>
              <a:rPr lang="en-US" dirty="0">
                <a:solidFill>
                  <a:srgbClr val="FF00FF"/>
                </a:solidFill>
                <a:latin typeface="Rockwell" panose="02060603020205020403" pitchFamily="18" charset="0"/>
                <a:ea typeface="Tahoma"/>
                <a:cs typeface="Tahoma"/>
              </a:rPr>
              <a:t> </a:t>
            </a:r>
            <a:r>
              <a:rPr lang="en-US" dirty="0" err="1">
                <a:solidFill>
                  <a:srgbClr val="FF00FF"/>
                </a:solidFill>
                <a:latin typeface="Rockwell" panose="02060603020205020403" pitchFamily="18" charset="0"/>
                <a:ea typeface="Tahoma"/>
                <a:cs typeface="Tahoma"/>
              </a:rPr>
              <a:t>phần</a:t>
            </a:r>
            <a:r>
              <a:rPr lang="en-US" dirty="0">
                <a:solidFill>
                  <a:srgbClr val="FF00FF"/>
                </a:solidFill>
                <a:latin typeface="Rockwell" panose="02060603020205020403" pitchFamily="18" charset="0"/>
                <a:ea typeface="Tahoma"/>
                <a:cs typeface="Tahoma"/>
              </a:rPr>
              <a:t> </a:t>
            </a:r>
            <a:r>
              <a:rPr lang="en-US" dirty="0" err="1">
                <a:solidFill>
                  <a:srgbClr val="FF00FF"/>
                </a:solidFill>
                <a:latin typeface="Rockwell" panose="02060603020205020403" pitchFamily="18" charset="0"/>
                <a:ea typeface="Tahoma"/>
                <a:cs typeface="Tahoma"/>
              </a:rPr>
              <a:t>mềm</a:t>
            </a:r>
            <a:r>
              <a:rPr lang="en-US" dirty="0">
                <a:solidFill>
                  <a:srgbClr val="FF00FF"/>
                </a:solidFill>
                <a:latin typeface="Rockwell" panose="02060603020205020403" pitchFamily="18" charset="0"/>
                <a:ea typeface="Tahoma"/>
                <a:cs typeface="Tahoma"/>
              </a:rPr>
              <a:t> an </a:t>
            </a:r>
            <a:r>
              <a:rPr lang="en-US" dirty="0" err="1">
                <a:solidFill>
                  <a:srgbClr val="FF00FF"/>
                </a:solidFill>
                <a:latin typeface="Rockwell" panose="02060603020205020403" pitchFamily="18" charset="0"/>
                <a:ea typeface="Tahoma"/>
                <a:cs typeface="Tahoma"/>
              </a:rPr>
              <a:t>toàn</a:t>
            </a:r>
            <a:r>
              <a:rPr lang="en-US" dirty="0" smtClean="0">
                <a:solidFill>
                  <a:srgbClr val="FF00FF"/>
                </a:solidFill>
                <a:latin typeface="Rockwell" panose="02060603020205020403" pitchFamily="18" charset="0"/>
                <a:ea typeface="Tahoma"/>
                <a:cs typeface="Tahoma"/>
              </a:rPr>
              <a:t> </a:t>
            </a:r>
            <a:endParaRPr lang="en-US" dirty="0">
              <a:solidFill>
                <a:srgbClr val="FF00FF"/>
              </a:solidFill>
              <a:latin typeface="Rockwell" panose="02060603020205020403" pitchFamily="18" charset="0"/>
              <a:ea typeface="Tahoma"/>
              <a:cs typeface="Tahoma"/>
            </a:endParaRPr>
          </a:p>
        </p:txBody>
      </p:sp>
      <p:cxnSp>
        <p:nvCxnSpPr>
          <p:cNvPr id="13" name="Straight Connector 12"/>
          <p:cNvCxnSpPr/>
          <p:nvPr/>
        </p:nvCxnSpPr>
        <p:spPr>
          <a:xfrm>
            <a:off x="0" y="1363136"/>
            <a:ext cx="9055676" cy="0"/>
          </a:xfrm>
          <a:prstGeom prst="line">
            <a:avLst/>
          </a:prstGeom>
          <a:ln w="44450">
            <a:solidFill>
              <a:srgbClr val="0000CC"/>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049914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42257-3980-4551-868A-26DC3CB821EE}"/>
              </a:ext>
            </a:extLst>
          </p:cNvPr>
          <p:cNvSpPr>
            <a:spLocks noGrp="1"/>
          </p:cNvSpPr>
          <p:nvPr>
            <p:ph type="title"/>
          </p:nvPr>
        </p:nvSpPr>
        <p:spPr>
          <a:xfrm>
            <a:off x="354842" y="514297"/>
            <a:ext cx="9155784" cy="479619"/>
          </a:xfrm>
        </p:spPr>
        <p:txBody>
          <a:bodyPr>
            <a:noAutofit/>
          </a:bodyPr>
          <a:lstStyle/>
          <a:p>
            <a:r>
              <a:rPr lang="en-US" sz="2800" dirty="0" err="1" smtClean="0">
                <a:solidFill>
                  <a:srgbClr val="0000CC"/>
                </a:solidFill>
                <a:latin typeface="Rockwell" panose="02060603020205020403" pitchFamily="18" charset="0"/>
              </a:rPr>
              <a:t>BÀI</a:t>
            </a:r>
            <a:r>
              <a:rPr lang="en-US" sz="2800" dirty="0" smtClean="0">
                <a:solidFill>
                  <a:srgbClr val="0000CC"/>
                </a:solidFill>
                <a:latin typeface="Rockwell" panose="02060603020205020403" pitchFamily="18" charset="0"/>
              </a:rPr>
              <a:t> 8: </a:t>
            </a:r>
            <a:r>
              <a:rPr lang="en-US" sz="2800" dirty="0" err="1" smtClean="0">
                <a:solidFill>
                  <a:srgbClr val="0000CC"/>
                </a:solidFill>
                <a:latin typeface="Rockwell" panose="02060603020205020403" pitchFamily="18" charset="0"/>
              </a:rPr>
              <a:t>QUY</a:t>
            </a:r>
            <a:r>
              <a:rPr lang="en-US" sz="2800" dirty="0" smtClean="0">
                <a:solidFill>
                  <a:srgbClr val="0000CC"/>
                </a:solidFill>
                <a:latin typeface="Rockwell" panose="02060603020205020403" pitchFamily="18" charset="0"/>
              </a:rPr>
              <a:t> </a:t>
            </a:r>
            <a:r>
              <a:rPr lang="en-US" sz="2800" dirty="0" err="1" smtClean="0">
                <a:solidFill>
                  <a:srgbClr val="0000CC"/>
                </a:solidFill>
                <a:latin typeface="Rockwell" panose="02060603020205020403" pitchFamily="18" charset="0"/>
              </a:rPr>
              <a:t>TRÌNH</a:t>
            </a:r>
            <a:r>
              <a:rPr lang="en-US" sz="2800" dirty="0" smtClean="0">
                <a:solidFill>
                  <a:srgbClr val="0000CC"/>
                </a:solidFill>
                <a:latin typeface="Rockwell" panose="02060603020205020403" pitchFamily="18" charset="0"/>
              </a:rPr>
              <a:t> </a:t>
            </a:r>
            <a:r>
              <a:rPr lang="en-US" sz="2800" dirty="0" err="1" smtClean="0">
                <a:solidFill>
                  <a:srgbClr val="0000CC"/>
                </a:solidFill>
                <a:latin typeface="Rockwell" panose="02060603020205020403" pitchFamily="18" charset="0"/>
              </a:rPr>
              <a:t>PHÁT</a:t>
            </a:r>
            <a:r>
              <a:rPr lang="en-US" sz="2800" dirty="0" smtClean="0">
                <a:solidFill>
                  <a:srgbClr val="0000CC"/>
                </a:solidFill>
                <a:latin typeface="Rockwell" panose="02060603020205020403" pitchFamily="18" charset="0"/>
              </a:rPr>
              <a:t> </a:t>
            </a:r>
            <a:r>
              <a:rPr lang="en-US" sz="2800" dirty="0" err="1" smtClean="0">
                <a:solidFill>
                  <a:srgbClr val="0000CC"/>
                </a:solidFill>
                <a:latin typeface="Rockwell" panose="02060603020205020403" pitchFamily="18" charset="0"/>
              </a:rPr>
              <a:t>TRIỂN</a:t>
            </a:r>
            <a:r>
              <a:rPr lang="en-US" sz="2800" dirty="0" smtClean="0">
                <a:solidFill>
                  <a:srgbClr val="0000CC"/>
                </a:solidFill>
                <a:latin typeface="Rockwell" panose="02060603020205020403" pitchFamily="18" charset="0"/>
              </a:rPr>
              <a:t> </a:t>
            </a:r>
            <a:r>
              <a:rPr lang="en-US" sz="2800" dirty="0" err="1" smtClean="0">
                <a:solidFill>
                  <a:srgbClr val="0000CC"/>
                </a:solidFill>
                <a:latin typeface="Rockwell" panose="02060603020205020403" pitchFamily="18" charset="0"/>
              </a:rPr>
              <a:t>PHẦN</a:t>
            </a:r>
            <a:r>
              <a:rPr lang="en-US" sz="2800" dirty="0" smtClean="0">
                <a:solidFill>
                  <a:srgbClr val="0000CC"/>
                </a:solidFill>
                <a:latin typeface="Rockwell" panose="02060603020205020403" pitchFamily="18" charset="0"/>
              </a:rPr>
              <a:t> </a:t>
            </a:r>
            <a:r>
              <a:rPr lang="en-US" sz="2800" dirty="0" err="1" smtClean="0">
                <a:solidFill>
                  <a:srgbClr val="0000CC"/>
                </a:solidFill>
                <a:latin typeface="Rockwell" panose="02060603020205020403" pitchFamily="18" charset="0"/>
              </a:rPr>
              <a:t>MỀM</a:t>
            </a:r>
            <a:r>
              <a:rPr lang="en-US" sz="2800" dirty="0" smtClean="0">
                <a:solidFill>
                  <a:srgbClr val="0000CC"/>
                </a:solidFill>
                <a:latin typeface="Rockwell" panose="02060603020205020403" pitchFamily="18" charset="0"/>
              </a:rPr>
              <a:t> AN </a:t>
            </a:r>
            <a:r>
              <a:rPr lang="en-US" sz="2800" dirty="0" err="1" smtClean="0">
                <a:solidFill>
                  <a:srgbClr val="0000CC"/>
                </a:solidFill>
                <a:latin typeface="Rockwell" panose="02060603020205020403" pitchFamily="18" charset="0"/>
              </a:rPr>
              <a:t>TOÀN</a:t>
            </a:r>
            <a:endParaRPr lang="en-US" sz="2800"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B57E0B0F-4D29-4786-B2AB-B84D9F8B5429}"/>
              </a:ext>
            </a:extLst>
          </p:cNvPr>
          <p:cNvSpPr>
            <a:spLocks noGrp="1"/>
          </p:cNvSpPr>
          <p:nvPr>
            <p:ph idx="1"/>
          </p:nvPr>
        </p:nvSpPr>
        <p:spPr>
          <a:xfrm>
            <a:off x="354842" y="1181421"/>
            <a:ext cx="9038541" cy="4228811"/>
          </a:xfrm>
        </p:spPr>
        <p:txBody>
          <a:bodyPr>
            <a:noAutofit/>
          </a:bodyPr>
          <a:lstStyle/>
          <a:p>
            <a:pPr marL="457200" indent="-457200">
              <a:lnSpc>
                <a:spcPct val="100000"/>
              </a:lnSpc>
              <a:spcBef>
                <a:spcPts val="600"/>
              </a:spcBef>
              <a:spcAft>
                <a:spcPts val="600"/>
              </a:spcAft>
              <a:buFont typeface="+mj-lt"/>
              <a:buAutoNum type="arabicPeriod"/>
            </a:pP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Khái</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niệm</a:t>
            </a:r>
            <a:r>
              <a:rPr lang="en-US"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&amp; </a:t>
            </a:r>
            <a:r>
              <a:rPr lang="en-US" sz="26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Mục</a:t>
            </a:r>
            <a:r>
              <a:rPr lang="en-US"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tiêu</a:t>
            </a:r>
            <a:endParaRPr lang="en-US"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457200" indent="-457200">
              <a:lnSpc>
                <a:spcPct val="100000"/>
              </a:lnSpc>
              <a:spcBef>
                <a:spcPts val="600"/>
              </a:spcBef>
              <a:spcAft>
                <a:spcPts val="600"/>
              </a:spcAft>
              <a:buFont typeface="+mj-lt"/>
              <a:buAutoNum type="arabicPeriod"/>
            </a:pP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Các</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nguyên</a:t>
            </a:r>
            <a:r>
              <a:rPr lang="en-US"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tắc</a:t>
            </a:r>
            <a:r>
              <a:rPr lang="en-US"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cốt</a:t>
            </a:r>
            <a:r>
              <a:rPr lang="en-US"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lõi</a:t>
            </a:r>
            <a:endParaRPr lang="en-US"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457200" indent="-457200">
              <a:lnSpc>
                <a:spcPct val="100000"/>
              </a:lnSpc>
              <a:spcBef>
                <a:spcPts val="600"/>
              </a:spcBef>
              <a:spcAft>
                <a:spcPts val="600"/>
              </a:spcAft>
              <a:buFont typeface="+mj-lt"/>
              <a:buAutoNum type="arabicPeriod"/>
            </a:pP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Các</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giai</a:t>
            </a:r>
            <a:r>
              <a:rPr lang="en-US"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đoạn</a:t>
            </a:r>
            <a:r>
              <a:rPr lang="en-US"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chính</a:t>
            </a:r>
            <a:r>
              <a:rPr lang="en-US"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trong</a:t>
            </a:r>
            <a:r>
              <a:rPr lang="en-US"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SSDLC</a:t>
            </a:r>
            <a:endParaRPr lang="en-US"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457200" indent="-457200">
              <a:lnSpc>
                <a:spcPct val="100000"/>
              </a:lnSpc>
              <a:spcBef>
                <a:spcPts val="600"/>
              </a:spcBef>
              <a:spcAft>
                <a:spcPts val="600"/>
              </a:spcAft>
              <a:buFont typeface="+mj-lt"/>
              <a:buAutoNum type="arabicPeriod"/>
            </a:pP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cụ</a:t>
            </a:r>
            <a:r>
              <a:rPr lang="en-US"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&amp; </a:t>
            </a:r>
            <a:r>
              <a:rPr lang="en-US" sz="26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Thực</a:t>
            </a:r>
            <a:r>
              <a:rPr lang="en-US"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hành</a:t>
            </a:r>
            <a:r>
              <a:rPr lang="en-US"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phổ</a:t>
            </a:r>
            <a:r>
              <a:rPr lang="en-US"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biến</a:t>
            </a:r>
            <a:endParaRPr lang="en-US"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457200" indent="-457200">
              <a:lnSpc>
                <a:spcPct val="100000"/>
              </a:lnSpc>
              <a:spcBef>
                <a:spcPts val="600"/>
              </a:spcBef>
              <a:spcAft>
                <a:spcPts val="600"/>
              </a:spcAft>
              <a:buFont typeface="+mj-lt"/>
              <a:buAutoNum type="arabicPeriod"/>
            </a:pP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Đánh</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giá</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Kết</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luận</a:t>
            </a:r>
            <a:endPar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457200" indent="-457200">
              <a:lnSpc>
                <a:spcPct val="100000"/>
              </a:lnSpc>
              <a:spcBef>
                <a:spcPts val="600"/>
              </a:spcBef>
              <a:spcAft>
                <a:spcPts val="600"/>
              </a:spcAft>
              <a:buFont typeface="+mj-lt"/>
              <a:buAutoNum type="arabicPeriod"/>
            </a:pP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Thảo</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luận</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về</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DevOps </a:t>
            </a:r>
            <a:r>
              <a:rPr lang="en-US" sz="26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DevSecOps</a:t>
            </a:r>
            <a:endParaRPr lang="en-US"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457200" indent="-457200">
              <a:lnSpc>
                <a:spcPct val="100000"/>
              </a:lnSpc>
              <a:spcBef>
                <a:spcPts val="600"/>
              </a:spcBef>
              <a:spcAft>
                <a:spcPts val="600"/>
              </a:spcAft>
              <a:buFont typeface="+mj-lt"/>
              <a:buAutoNum type="arabicPeriod"/>
            </a:pPr>
            <a:endPar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457200" indent="-457200">
              <a:lnSpc>
                <a:spcPct val="100000"/>
              </a:lnSpc>
              <a:spcBef>
                <a:spcPts val="1200"/>
              </a:spcBef>
              <a:spcAft>
                <a:spcPts val="1200"/>
              </a:spcAft>
              <a:buFont typeface="+mj-lt"/>
              <a:buAutoNum type="arabicPeriod"/>
            </a:pPr>
            <a:endParaRPr lang="en-US"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grpSp>
        <p:nvGrpSpPr>
          <p:cNvPr id="13" name="Group 12">
            <a:extLst>
              <a:ext uri="{FF2B5EF4-FFF2-40B4-BE49-F238E27FC236}">
                <a16:creationId xmlns:a16="http://schemas.microsoft.com/office/drawing/2014/main" id="{9C15E21A-C111-4D39-BB47-E83988E5A05E}"/>
              </a:ext>
              <a:ext uri="{C183D7F6-B498-43B3-948B-1728B52AA6E4}">
                <adec:decorative xmlns="" xmlns:adec="http://schemas.microsoft.com/office/drawing/2017/decorative" val="1"/>
              </a:ext>
            </a:extLst>
          </p:cNvPr>
          <p:cNvGrpSpPr/>
          <p:nvPr/>
        </p:nvGrpSpPr>
        <p:grpSpPr>
          <a:xfrm>
            <a:off x="9055676" y="0"/>
            <a:ext cx="3193475" cy="6954260"/>
            <a:chOff x="9055676" y="0"/>
            <a:chExt cx="3193475" cy="6954260"/>
          </a:xfrm>
        </p:grpSpPr>
        <p:grpSp>
          <p:nvGrpSpPr>
            <p:cNvPr id="10" name="Group 9">
              <a:extLst>
                <a:ext uri="{FF2B5EF4-FFF2-40B4-BE49-F238E27FC236}">
                  <a16:creationId xmlns:a16="http://schemas.microsoft.com/office/drawing/2014/main" id="{D4EF09CF-3362-453A-9463-F6669A9D3E01}"/>
                </a:ext>
              </a:extLst>
            </p:cNvPr>
            <p:cNvGrpSpPr/>
            <p:nvPr/>
          </p:nvGrpSpPr>
          <p:grpSpPr>
            <a:xfrm>
              <a:off x="9055676" y="0"/>
              <a:ext cx="3136324" cy="6858000"/>
              <a:chOff x="9055676" y="0"/>
              <a:chExt cx="3136324" cy="6858000"/>
            </a:xfrm>
          </p:grpSpPr>
          <p:sp>
            <p:nvSpPr>
              <p:cNvPr id="4" name="Rectangle 3">
                <a:extLst>
                  <a:ext uri="{FF2B5EF4-FFF2-40B4-BE49-F238E27FC236}">
                    <a16:creationId xmlns:a16="http://schemas.microsoft.com/office/drawing/2014/main" id="{403AE892-EBD6-40F1-851B-FEADBD59429F}"/>
                  </a:ext>
                </a:extLst>
              </p:cNvPr>
              <p:cNvSpPr/>
              <p:nvPr/>
            </p:nvSpPr>
            <p:spPr>
              <a:xfrm>
                <a:off x="9221932" y="0"/>
                <a:ext cx="2970068" cy="6858000"/>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54318653-1A38-442C-BA0F-F2C51149BCFF}"/>
                  </a:ext>
                </a:extLst>
              </p:cNvPr>
              <p:cNvSpPr/>
              <p:nvPr/>
            </p:nvSpPr>
            <p:spPr>
              <a:xfrm>
                <a:off x="9055676" y="0"/>
                <a:ext cx="166255"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C25D63D1-E9CE-42BF-BD4D-374FD0293155}"/>
                  </a:ext>
                </a:extLst>
              </p:cNvPr>
              <p:cNvSpPr/>
              <p:nvPr/>
            </p:nvSpPr>
            <p:spPr>
              <a:xfrm>
                <a:off x="9221932" y="0"/>
                <a:ext cx="114301" cy="6858000"/>
              </a:xfrm>
              <a:prstGeom prst="rect">
                <a:avLst/>
              </a:prstGeom>
              <a:solidFill>
                <a:srgbClr val="FFD3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BA4EE865-9F0D-4531-A737-E13A557C0277}"/>
                  </a:ext>
                </a:extLst>
              </p:cNvPr>
              <p:cNvSpPr/>
              <p:nvPr/>
            </p:nvSpPr>
            <p:spPr>
              <a:xfrm>
                <a:off x="9336233" y="0"/>
                <a:ext cx="150667"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6A1183CB-C5B0-498A-A49C-4180134C74B0}"/>
                  </a:ext>
                </a:extLst>
              </p:cNvPr>
              <p:cNvSpPr/>
              <p:nvPr/>
            </p:nvSpPr>
            <p:spPr>
              <a:xfrm>
                <a:off x="9336233" y="0"/>
                <a:ext cx="5715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12" name="Graphic 11" descr="Test tubes">
              <a:extLst>
                <a:ext uri="{FF2B5EF4-FFF2-40B4-BE49-F238E27FC236}">
                  <a16:creationId xmlns:a16="http://schemas.microsoft.com/office/drawing/2014/main" id="{57BD2CFA-105C-4606-859E-A8413C62B3D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 xmlns:asvg="http://schemas.microsoft.com/office/drawing/2016/SVG/main" r:embed="rId3"/>
                </a:ext>
              </a:extLst>
            </a:blip>
            <a:stretch>
              <a:fillRect/>
            </a:stretch>
          </p:blipFill>
          <p:spPr>
            <a:xfrm>
              <a:off x="9450534" y="4155643"/>
              <a:ext cx="2798617" cy="2798617"/>
            </a:xfrm>
            <a:prstGeom prst="rect">
              <a:avLst/>
            </a:prstGeom>
          </p:spPr>
        </p:pic>
      </p:grpSp>
      <p:pic>
        <p:nvPicPr>
          <p:cNvPr id="1026" name="Picture 2" descr="What is cyber security? | Wizard Cybe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50534" y="0"/>
            <a:ext cx="2676256" cy="2200855"/>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Connector 13"/>
          <p:cNvCxnSpPr/>
          <p:nvPr/>
        </p:nvCxnSpPr>
        <p:spPr>
          <a:xfrm>
            <a:off x="0" y="1090176"/>
            <a:ext cx="9055676" cy="0"/>
          </a:xfrm>
          <a:prstGeom prst="line">
            <a:avLst/>
          </a:prstGeom>
          <a:ln w="44450">
            <a:solidFill>
              <a:srgbClr val="0000CC"/>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7100206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a:solidFill>
                  <a:srgbClr val="0000CC"/>
                </a:solidFill>
                <a:latin typeface="Rockwell" panose="02060603020205020403" pitchFamily="18" charset="0"/>
              </a:rPr>
              <a:t>8</a:t>
            </a:r>
            <a:r>
              <a:rPr lang="en-US" sz="2800" b="1" dirty="0" smtClean="0">
                <a:solidFill>
                  <a:srgbClr val="0000CC"/>
                </a:solidFill>
                <a:latin typeface="Rockwell" panose="02060603020205020403" pitchFamily="18" charset="0"/>
              </a:rPr>
              <a:t>.1. </a:t>
            </a:r>
            <a:r>
              <a:rPr lang="en-US" sz="2800" b="1" dirty="0" err="1" smtClean="0">
                <a:solidFill>
                  <a:srgbClr val="0000CC"/>
                </a:solidFill>
                <a:latin typeface="Rockwell" panose="02060603020205020403" pitchFamily="18" charset="0"/>
              </a:rPr>
              <a:t>Khái</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niệm</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và</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mục</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tiêu</a:t>
            </a: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1539263"/>
            <a:ext cx="9901452" cy="4382729"/>
          </a:xfrm>
        </p:spPr>
        <p:txBody>
          <a:bodyPr/>
          <a:lstStyle/>
          <a:p>
            <a:pPr marL="0" indent="0">
              <a:buNone/>
            </a:pPr>
            <a:r>
              <a:rPr lang="en-US" b="1" dirty="0">
                <a:solidFill>
                  <a:srgbClr val="0000CC"/>
                </a:solidFill>
                <a:latin typeface="Rockwell" panose="02060603020205020403" pitchFamily="18" charset="0"/>
                <a:ea typeface="+mj-ea"/>
                <a:cs typeface="+mj-cs"/>
              </a:rPr>
              <a:t>1. </a:t>
            </a:r>
            <a:r>
              <a:rPr lang="vi-VN" b="1" dirty="0">
                <a:solidFill>
                  <a:srgbClr val="0000CC"/>
                </a:solidFill>
                <a:latin typeface="Rockwell" panose="02060603020205020403" pitchFamily="18" charset="0"/>
                <a:ea typeface="+mj-ea"/>
                <a:cs typeface="+mj-cs"/>
              </a:rPr>
              <a:t>Khái niệm</a:t>
            </a:r>
          </a:p>
          <a:p>
            <a:pPr>
              <a:lnSpc>
                <a:spcPct val="110000"/>
              </a:lnSpc>
            </a:pPr>
            <a:r>
              <a:rPr lang="vi-VN" dirty="0">
                <a:solidFill>
                  <a:srgbClr val="0000CC"/>
                </a:solidFill>
                <a:latin typeface="Rockwell" panose="02060603020205020403" pitchFamily="18" charset="0"/>
                <a:ea typeface="+mj-ea"/>
                <a:cs typeface="+mj-cs"/>
              </a:rPr>
              <a:t>Secure Software Development Lifecycle (SSDLC) là quy trình phát triển phần mềm được </a:t>
            </a:r>
            <a:r>
              <a:rPr lang="vi-VN" dirty="0">
                <a:solidFill>
                  <a:srgbClr val="FF00FF"/>
                </a:solidFill>
                <a:latin typeface="Rockwell" panose="02060603020205020403" pitchFamily="18" charset="0"/>
                <a:ea typeface="+mj-ea"/>
                <a:cs typeface="+mj-cs"/>
              </a:rPr>
              <a:t>tích hợp các hoạt động và biện pháp bảo mật trong từng giai đoạn của vòng đời phát triển </a:t>
            </a:r>
            <a:r>
              <a:rPr lang="vi-VN" dirty="0">
                <a:solidFill>
                  <a:srgbClr val="0000CC"/>
                </a:solidFill>
                <a:latin typeface="Rockwell" panose="02060603020205020403" pitchFamily="18" charset="0"/>
                <a:ea typeface="+mj-ea"/>
                <a:cs typeface="+mj-cs"/>
              </a:rPr>
              <a:t>(từ phân tích yêu cầu, thiết kế, lập trình, kiểm thử cho đến triển khai và bảo trì).</a:t>
            </a:r>
          </a:p>
          <a:p>
            <a:pPr>
              <a:lnSpc>
                <a:spcPct val="110000"/>
              </a:lnSpc>
            </a:pPr>
            <a:r>
              <a:rPr lang="vi-VN" dirty="0" smtClean="0">
                <a:solidFill>
                  <a:srgbClr val="0000CC"/>
                </a:solidFill>
                <a:latin typeface="Rockwell" panose="02060603020205020403" pitchFamily="18" charset="0"/>
                <a:ea typeface="+mj-ea"/>
                <a:cs typeface="+mj-cs"/>
              </a:rPr>
              <a:t>SSDLC </a:t>
            </a:r>
            <a:r>
              <a:rPr lang="vi-VN" dirty="0">
                <a:solidFill>
                  <a:srgbClr val="0000CC"/>
                </a:solidFill>
                <a:latin typeface="Rockwell" panose="02060603020205020403" pitchFamily="18" charset="0"/>
                <a:ea typeface="+mj-ea"/>
                <a:cs typeface="+mj-cs"/>
              </a:rPr>
              <a:t>coi </a:t>
            </a:r>
            <a:r>
              <a:rPr lang="vi-VN" dirty="0">
                <a:solidFill>
                  <a:srgbClr val="FF00FF"/>
                </a:solidFill>
                <a:latin typeface="Rockwell" panose="02060603020205020403" pitchFamily="18" charset="0"/>
                <a:ea typeface="+mj-ea"/>
                <a:cs typeface="+mj-cs"/>
              </a:rPr>
              <a:t>bảo mật là một yêu cầu cốt lõi</a:t>
            </a:r>
            <a:r>
              <a:rPr lang="vi-VN" dirty="0">
                <a:solidFill>
                  <a:srgbClr val="0000CC"/>
                </a:solidFill>
                <a:latin typeface="Rockwell" panose="02060603020205020403" pitchFamily="18" charset="0"/>
                <a:ea typeface="+mj-ea"/>
                <a:cs typeface="+mj-cs"/>
              </a:rPr>
              <a:t>, được thực hiện song song và xuyên suốt quá trình phát triển.</a:t>
            </a:r>
          </a:p>
          <a:p>
            <a:pPr>
              <a:lnSpc>
                <a:spcPct val="110000"/>
              </a:lnSpc>
            </a:pPr>
            <a:r>
              <a:rPr lang="vi-VN" dirty="0">
                <a:solidFill>
                  <a:srgbClr val="0000CC"/>
                </a:solidFill>
                <a:latin typeface="Rockwell" panose="02060603020205020403" pitchFamily="18" charset="0"/>
                <a:ea typeface="+mj-ea"/>
                <a:cs typeface="+mj-cs"/>
              </a:rPr>
              <a:t>SSDLC giúp tổ chức đảm bảo rằng sản phẩm phần mềm không chỉ đáp ứng nhu cầu nghiệp vụ </a:t>
            </a:r>
            <a:r>
              <a:rPr lang="vi-VN" dirty="0">
                <a:solidFill>
                  <a:srgbClr val="FF00FF"/>
                </a:solidFill>
                <a:latin typeface="Rockwell" panose="02060603020205020403" pitchFamily="18" charset="0"/>
                <a:ea typeface="+mj-ea"/>
                <a:cs typeface="+mj-cs"/>
              </a:rPr>
              <a:t>mà còn giảm thiểu tối đa các lỗ hổng bảo mật </a:t>
            </a:r>
            <a:r>
              <a:rPr lang="vi-VN" dirty="0">
                <a:solidFill>
                  <a:srgbClr val="0000CC"/>
                </a:solidFill>
                <a:latin typeface="Rockwell" panose="02060603020205020403" pitchFamily="18" charset="0"/>
                <a:ea typeface="+mj-ea"/>
                <a:cs typeface="+mj-cs"/>
              </a:rPr>
              <a:t>có thể bị khai thác.</a:t>
            </a:r>
          </a:p>
          <a:p>
            <a:pPr marL="457200" indent="-457200">
              <a:buAutoNum type="arabicPeriod"/>
            </a:pPr>
            <a:endParaRPr lang="vi-VN" b="1" dirty="0">
              <a:solidFill>
                <a:srgbClr val="0000CC"/>
              </a:solidFill>
              <a:latin typeface="Rockwell" panose="02060603020205020403" pitchFamily="18" charset="0"/>
              <a:ea typeface="+mj-ea"/>
              <a:cs typeface="+mj-cs"/>
            </a:endParaRPr>
          </a:p>
          <a:p>
            <a:endParaRPr lang="en-US" dirty="0"/>
          </a:p>
        </p:txBody>
      </p:sp>
    </p:spTree>
    <p:extLst>
      <p:ext uri="{BB962C8B-B14F-4D97-AF65-F5344CB8AC3E}">
        <p14:creationId xmlns:p14="http://schemas.microsoft.com/office/powerpoint/2010/main" val="78512927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478140"/>
            <a:ext cx="10242645" cy="528851"/>
          </a:xfrm>
        </p:spPr>
        <p:txBody>
          <a:bodyPr/>
          <a:lstStyle/>
          <a:p>
            <a:r>
              <a:rPr lang="en-US" sz="2800" b="1" dirty="0">
                <a:solidFill>
                  <a:srgbClr val="0000CC"/>
                </a:solidFill>
                <a:latin typeface="Rockwell" panose="02060603020205020403" pitchFamily="18" charset="0"/>
              </a:rPr>
              <a:t>8</a:t>
            </a:r>
            <a:r>
              <a:rPr lang="en-US" sz="2800" b="1" dirty="0" smtClean="0">
                <a:solidFill>
                  <a:srgbClr val="0000CC"/>
                </a:solidFill>
                <a:latin typeface="Rockwell" panose="02060603020205020403" pitchFamily="18" charset="0"/>
              </a:rPr>
              <a:t>.1. </a:t>
            </a:r>
            <a:r>
              <a:rPr lang="en-US" sz="2800" b="1" dirty="0" err="1" smtClean="0">
                <a:solidFill>
                  <a:srgbClr val="0000CC"/>
                </a:solidFill>
                <a:latin typeface="Rockwell" panose="02060603020205020403" pitchFamily="18" charset="0"/>
              </a:rPr>
              <a:t>Khái</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niệm</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và</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mục</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tiêu</a:t>
            </a: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006991"/>
            <a:ext cx="10406419" cy="4382729"/>
          </a:xfrm>
        </p:spPr>
        <p:txBody>
          <a:bodyPr/>
          <a:lstStyle/>
          <a:p>
            <a:pPr marL="0" indent="0">
              <a:buNone/>
            </a:pPr>
            <a:r>
              <a:rPr lang="en-US" b="1" dirty="0">
                <a:solidFill>
                  <a:srgbClr val="0000CC"/>
                </a:solidFill>
                <a:latin typeface="Rockwell" panose="02060603020205020403" pitchFamily="18" charset="0"/>
                <a:ea typeface="+mj-ea"/>
                <a:cs typeface="+mj-cs"/>
              </a:rPr>
              <a:t>2. </a:t>
            </a:r>
            <a:r>
              <a:rPr lang="vi-VN" b="1" dirty="0">
                <a:solidFill>
                  <a:srgbClr val="0000CC"/>
                </a:solidFill>
                <a:latin typeface="Rockwell" panose="02060603020205020403" pitchFamily="18" charset="0"/>
                <a:ea typeface="+mj-ea"/>
                <a:cs typeface="+mj-cs"/>
              </a:rPr>
              <a:t>Mục tiêu</a:t>
            </a:r>
          </a:p>
          <a:p>
            <a:pPr marL="0" indent="0">
              <a:lnSpc>
                <a:spcPct val="110000"/>
              </a:lnSpc>
              <a:spcBef>
                <a:spcPts val="600"/>
              </a:spcBef>
              <a:spcAft>
                <a:spcPts val="0"/>
              </a:spcAft>
              <a:buNone/>
            </a:pPr>
            <a:r>
              <a:rPr lang="en-US" dirty="0" smtClean="0">
                <a:solidFill>
                  <a:srgbClr val="FF00FF"/>
                </a:solidFill>
                <a:latin typeface="Rockwell" panose="02060603020205020403" pitchFamily="18" charset="0"/>
                <a:ea typeface="+mj-ea"/>
                <a:cs typeface="+mj-cs"/>
              </a:rPr>
              <a:t>1. </a:t>
            </a:r>
            <a:r>
              <a:rPr lang="vi-VN" dirty="0" smtClean="0">
                <a:solidFill>
                  <a:srgbClr val="FF00FF"/>
                </a:solidFill>
                <a:latin typeface="Rockwell" panose="02060603020205020403" pitchFamily="18" charset="0"/>
                <a:ea typeface="+mj-ea"/>
                <a:cs typeface="+mj-cs"/>
              </a:rPr>
              <a:t>Phát </a:t>
            </a:r>
            <a:r>
              <a:rPr lang="vi-VN" dirty="0">
                <a:solidFill>
                  <a:srgbClr val="FF00FF"/>
                </a:solidFill>
                <a:latin typeface="Rockwell" panose="02060603020205020403" pitchFamily="18" charset="0"/>
                <a:ea typeface="+mj-ea"/>
                <a:cs typeface="+mj-cs"/>
              </a:rPr>
              <a:t>hiện và xử lý rủi ro sớm: </a:t>
            </a:r>
            <a:r>
              <a:rPr lang="en-US" dirty="0" smtClean="0">
                <a:solidFill>
                  <a:srgbClr val="0000CC"/>
                </a:solidFill>
                <a:latin typeface="Rockwell" panose="02060603020205020403" pitchFamily="18" charset="0"/>
                <a:ea typeface="+mj-ea"/>
                <a:cs typeface="+mj-cs"/>
              </a:rPr>
              <a:t>N</a:t>
            </a:r>
            <a:r>
              <a:rPr lang="vi-VN" dirty="0" smtClean="0">
                <a:solidFill>
                  <a:srgbClr val="0000CC"/>
                </a:solidFill>
                <a:latin typeface="Rockwell" panose="02060603020205020403" pitchFamily="18" charset="0"/>
                <a:ea typeface="+mj-ea"/>
                <a:cs typeface="+mj-cs"/>
              </a:rPr>
              <a:t>hận </a:t>
            </a:r>
            <a:r>
              <a:rPr lang="vi-VN" dirty="0">
                <a:solidFill>
                  <a:srgbClr val="0000CC"/>
                </a:solidFill>
                <a:latin typeface="Rockwell" panose="02060603020205020403" pitchFamily="18" charset="0"/>
                <a:ea typeface="+mj-ea"/>
                <a:cs typeface="+mj-cs"/>
              </a:rPr>
              <a:t>diện lỗ hổng ngay từ giai đoạn yêu cầu hoặc thiết kế, giảm chi phí khắc phục so với phát hiện ở giai đoạn sau.</a:t>
            </a:r>
          </a:p>
          <a:p>
            <a:pPr marL="0" indent="0">
              <a:lnSpc>
                <a:spcPct val="110000"/>
              </a:lnSpc>
              <a:spcBef>
                <a:spcPts val="600"/>
              </a:spcBef>
              <a:spcAft>
                <a:spcPts val="0"/>
              </a:spcAft>
              <a:buNone/>
            </a:pPr>
            <a:r>
              <a:rPr lang="en-US" dirty="0" smtClean="0">
                <a:solidFill>
                  <a:srgbClr val="0000CC"/>
                </a:solidFill>
                <a:latin typeface="Rockwell" panose="02060603020205020403" pitchFamily="18" charset="0"/>
                <a:ea typeface="+mj-ea"/>
                <a:cs typeface="+mj-cs"/>
              </a:rPr>
              <a:t>2. </a:t>
            </a:r>
            <a:r>
              <a:rPr lang="vi-VN" dirty="0" smtClean="0">
                <a:solidFill>
                  <a:srgbClr val="0000CC"/>
                </a:solidFill>
                <a:latin typeface="Rockwell" panose="02060603020205020403" pitchFamily="18" charset="0"/>
                <a:ea typeface="+mj-ea"/>
                <a:cs typeface="+mj-cs"/>
              </a:rPr>
              <a:t>Tích </a:t>
            </a:r>
            <a:r>
              <a:rPr lang="vi-VN" dirty="0">
                <a:solidFill>
                  <a:srgbClr val="0000CC"/>
                </a:solidFill>
                <a:latin typeface="Rockwell" panose="02060603020205020403" pitchFamily="18" charset="0"/>
                <a:ea typeface="+mj-ea"/>
                <a:cs typeface="+mj-cs"/>
              </a:rPr>
              <a:t>hợp bảo mật xuyên suốt: </a:t>
            </a:r>
            <a:r>
              <a:rPr lang="en-US" dirty="0">
                <a:solidFill>
                  <a:srgbClr val="0000CC"/>
                </a:solidFill>
                <a:latin typeface="Rockwell" panose="02060603020205020403" pitchFamily="18" charset="0"/>
                <a:ea typeface="+mj-ea"/>
                <a:cs typeface="+mj-cs"/>
              </a:rPr>
              <a:t>Đ</a:t>
            </a:r>
            <a:r>
              <a:rPr lang="vi-VN" dirty="0" smtClean="0">
                <a:solidFill>
                  <a:srgbClr val="0000CC"/>
                </a:solidFill>
                <a:latin typeface="Rockwell" panose="02060603020205020403" pitchFamily="18" charset="0"/>
                <a:ea typeface="+mj-ea"/>
                <a:cs typeface="+mj-cs"/>
              </a:rPr>
              <a:t>ảm </a:t>
            </a:r>
            <a:r>
              <a:rPr lang="vi-VN" dirty="0">
                <a:solidFill>
                  <a:srgbClr val="0000CC"/>
                </a:solidFill>
                <a:latin typeface="Rockwell" panose="02060603020205020403" pitchFamily="18" charset="0"/>
                <a:ea typeface="+mj-ea"/>
                <a:cs typeface="+mj-cs"/>
              </a:rPr>
              <a:t>bảo mọi bước trong vòng đời phần mềm đều có kiểm soát bảo mật phù hợp.</a:t>
            </a:r>
          </a:p>
          <a:p>
            <a:pPr marL="0" indent="0">
              <a:lnSpc>
                <a:spcPct val="110000"/>
              </a:lnSpc>
              <a:spcBef>
                <a:spcPts val="600"/>
              </a:spcBef>
              <a:spcAft>
                <a:spcPts val="0"/>
              </a:spcAft>
              <a:buNone/>
            </a:pPr>
            <a:r>
              <a:rPr lang="en-US" dirty="0" smtClean="0">
                <a:solidFill>
                  <a:srgbClr val="FF00FF"/>
                </a:solidFill>
                <a:latin typeface="Rockwell" panose="02060603020205020403" pitchFamily="18" charset="0"/>
                <a:ea typeface="+mj-ea"/>
                <a:cs typeface="+mj-cs"/>
              </a:rPr>
              <a:t>3. </a:t>
            </a:r>
            <a:r>
              <a:rPr lang="vi-VN" dirty="0" smtClean="0">
                <a:solidFill>
                  <a:srgbClr val="FF00FF"/>
                </a:solidFill>
                <a:latin typeface="Rockwell" panose="02060603020205020403" pitchFamily="18" charset="0"/>
                <a:ea typeface="+mj-ea"/>
                <a:cs typeface="+mj-cs"/>
              </a:rPr>
              <a:t>Giảm </a:t>
            </a:r>
            <a:r>
              <a:rPr lang="vi-VN" dirty="0">
                <a:solidFill>
                  <a:srgbClr val="FF00FF"/>
                </a:solidFill>
                <a:latin typeface="Rockwell" panose="02060603020205020403" pitchFamily="18" charset="0"/>
                <a:ea typeface="+mj-ea"/>
                <a:cs typeface="+mj-cs"/>
              </a:rPr>
              <a:t>thiểu chi phí và thời gian sửa lỗi: </a:t>
            </a:r>
            <a:r>
              <a:rPr lang="en-US" dirty="0" smtClean="0">
                <a:solidFill>
                  <a:srgbClr val="0000CC"/>
                </a:solidFill>
                <a:latin typeface="Rockwell" panose="02060603020205020403" pitchFamily="18" charset="0"/>
                <a:ea typeface="+mj-ea"/>
                <a:cs typeface="+mj-cs"/>
              </a:rPr>
              <a:t>S</a:t>
            </a:r>
            <a:r>
              <a:rPr lang="vi-VN" dirty="0" smtClean="0">
                <a:solidFill>
                  <a:srgbClr val="0000CC"/>
                </a:solidFill>
                <a:latin typeface="Rockwell" panose="02060603020205020403" pitchFamily="18" charset="0"/>
                <a:ea typeface="+mj-ea"/>
                <a:cs typeface="+mj-cs"/>
              </a:rPr>
              <a:t>ửa </a:t>
            </a:r>
            <a:r>
              <a:rPr lang="vi-VN" dirty="0">
                <a:solidFill>
                  <a:srgbClr val="0000CC"/>
                </a:solidFill>
                <a:latin typeface="Rockwell" panose="02060603020205020403" pitchFamily="18" charset="0"/>
                <a:ea typeface="+mj-ea"/>
                <a:cs typeface="+mj-cs"/>
              </a:rPr>
              <a:t>lỗi bảo mật trong giai đoạn phát triển sớm thường rẻ và hiệu quả hơn so với sau khi triển khai.</a:t>
            </a:r>
          </a:p>
          <a:p>
            <a:pPr marL="0" indent="0">
              <a:lnSpc>
                <a:spcPct val="110000"/>
              </a:lnSpc>
              <a:spcBef>
                <a:spcPts val="600"/>
              </a:spcBef>
              <a:spcAft>
                <a:spcPts val="0"/>
              </a:spcAft>
              <a:buNone/>
            </a:pPr>
            <a:r>
              <a:rPr lang="en-US" dirty="0" smtClean="0">
                <a:solidFill>
                  <a:srgbClr val="FF00FF"/>
                </a:solidFill>
                <a:latin typeface="Rockwell" panose="02060603020205020403" pitchFamily="18" charset="0"/>
                <a:ea typeface="+mj-ea"/>
                <a:cs typeface="+mj-cs"/>
              </a:rPr>
              <a:t>4. </a:t>
            </a:r>
            <a:r>
              <a:rPr lang="vi-VN" dirty="0" smtClean="0">
                <a:solidFill>
                  <a:srgbClr val="FF00FF"/>
                </a:solidFill>
                <a:latin typeface="Rockwell" panose="02060603020205020403" pitchFamily="18" charset="0"/>
                <a:ea typeface="+mj-ea"/>
                <a:cs typeface="+mj-cs"/>
              </a:rPr>
              <a:t>Tăng </a:t>
            </a:r>
            <a:r>
              <a:rPr lang="vi-VN" dirty="0">
                <a:solidFill>
                  <a:srgbClr val="FF00FF"/>
                </a:solidFill>
                <a:latin typeface="Rockwell" panose="02060603020205020403" pitchFamily="18" charset="0"/>
                <a:ea typeface="+mj-ea"/>
                <a:cs typeface="+mj-cs"/>
              </a:rPr>
              <a:t>độ tin cậy &amp; uy tín sản phẩm: </a:t>
            </a:r>
            <a:r>
              <a:rPr lang="en-US" dirty="0" smtClean="0">
                <a:solidFill>
                  <a:srgbClr val="0000CC"/>
                </a:solidFill>
                <a:latin typeface="Rockwell" panose="02060603020205020403" pitchFamily="18" charset="0"/>
                <a:ea typeface="+mj-ea"/>
                <a:cs typeface="+mj-cs"/>
              </a:rPr>
              <a:t>P</a:t>
            </a:r>
            <a:r>
              <a:rPr lang="vi-VN" dirty="0" smtClean="0">
                <a:solidFill>
                  <a:srgbClr val="0000CC"/>
                </a:solidFill>
                <a:latin typeface="Rockwell" panose="02060603020205020403" pitchFamily="18" charset="0"/>
                <a:ea typeface="+mj-ea"/>
                <a:cs typeface="+mj-cs"/>
              </a:rPr>
              <a:t>hần </a:t>
            </a:r>
            <a:r>
              <a:rPr lang="vi-VN" dirty="0">
                <a:solidFill>
                  <a:srgbClr val="0000CC"/>
                </a:solidFill>
                <a:latin typeface="Rockwell" panose="02060603020205020403" pitchFamily="18" charset="0"/>
                <a:ea typeface="+mj-ea"/>
                <a:cs typeface="+mj-cs"/>
              </a:rPr>
              <a:t>mềm an toàn giúp nâng cao niềm tin của khách hàng và tuân thủ các tiêu chuẩn, quy định (ISO 27001, OWASP, GDPR...).</a:t>
            </a:r>
          </a:p>
          <a:p>
            <a:pPr marL="0" indent="0">
              <a:lnSpc>
                <a:spcPct val="110000"/>
              </a:lnSpc>
              <a:spcBef>
                <a:spcPts val="600"/>
              </a:spcBef>
              <a:spcAft>
                <a:spcPts val="0"/>
              </a:spcAft>
              <a:buNone/>
            </a:pPr>
            <a:r>
              <a:rPr lang="en-US" dirty="0" smtClean="0">
                <a:solidFill>
                  <a:srgbClr val="FF00FF"/>
                </a:solidFill>
                <a:latin typeface="Rockwell" panose="02060603020205020403" pitchFamily="18" charset="0"/>
                <a:ea typeface="+mj-ea"/>
                <a:cs typeface="+mj-cs"/>
              </a:rPr>
              <a:t>5.</a:t>
            </a:r>
            <a:r>
              <a:rPr lang="vi-VN" dirty="0" smtClean="0">
                <a:solidFill>
                  <a:srgbClr val="FF00FF"/>
                </a:solidFill>
                <a:latin typeface="Rockwell" panose="02060603020205020403" pitchFamily="18" charset="0"/>
                <a:ea typeface="+mj-ea"/>
                <a:cs typeface="+mj-cs"/>
              </a:rPr>
              <a:t>Xây </a:t>
            </a:r>
            <a:r>
              <a:rPr lang="vi-VN" dirty="0">
                <a:solidFill>
                  <a:srgbClr val="FF00FF"/>
                </a:solidFill>
                <a:latin typeface="Rockwell" panose="02060603020205020403" pitchFamily="18" charset="0"/>
                <a:ea typeface="+mj-ea"/>
                <a:cs typeface="+mj-cs"/>
              </a:rPr>
              <a:t>dựng văn hóa bảo mật: </a:t>
            </a:r>
            <a:r>
              <a:rPr lang="en-US" dirty="0" smtClean="0">
                <a:solidFill>
                  <a:srgbClr val="0000CC"/>
                </a:solidFill>
                <a:latin typeface="Rockwell" panose="02060603020205020403" pitchFamily="18" charset="0"/>
                <a:ea typeface="+mj-ea"/>
                <a:cs typeface="+mj-cs"/>
              </a:rPr>
              <a:t>K</a:t>
            </a:r>
            <a:r>
              <a:rPr lang="vi-VN" dirty="0" smtClean="0">
                <a:solidFill>
                  <a:srgbClr val="0000CC"/>
                </a:solidFill>
                <a:latin typeface="Rockwell" panose="02060603020205020403" pitchFamily="18" charset="0"/>
                <a:ea typeface="+mj-ea"/>
                <a:cs typeface="+mj-cs"/>
              </a:rPr>
              <a:t>huyến </a:t>
            </a:r>
            <a:r>
              <a:rPr lang="vi-VN" dirty="0">
                <a:solidFill>
                  <a:srgbClr val="0000CC"/>
                </a:solidFill>
                <a:latin typeface="Rockwell" panose="02060603020205020403" pitchFamily="18" charset="0"/>
                <a:ea typeface="+mj-ea"/>
                <a:cs typeface="+mj-cs"/>
              </a:rPr>
              <a:t>khích các nhóm phát triển, kiểm thử, vận hành luôn coi trọng và tuân thủ nguyên tắc bảo mật.</a:t>
            </a:r>
          </a:p>
          <a:p>
            <a:endParaRPr lang="en-US" dirty="0"/>
          </a:p>
        </p:txBody>
      </p:sp>
    </p:spTree>
    <p:extLst>
      <p:ext uri="{BB962C8B-B14F-4D97-AF65-F5344CB8AC3E}">
        <p14:creationId xmlns:p14="http://schemas.microsoft.com/office/powerpoint/2010/main" val="262432578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478140"/>
            <a:ext cx="10242645" cy="528851"/>
          </a:xfrm>
        </p:spPr>
        <p:txBody>
          <a:bodyPr/>
          <a:lstStyle/>
          <a:p>
            <a:r>
              <a:rPr lang="en-US" sz="2800" b="1" dirty="0">
                <a:solidFill>
                  <a:srgbClr val="0000CC"/>
                </a:solidFill>
                <a:latin typeface="Rockwell" panose="02060603020205020403" pitchFamily="18" charset="0"/>
              </a:rPr>
              <a:t>8</a:t>
            </a:r>
            <a:r>
              <a:rPr lang="en-US" sz="2800" b="1" dirty="0" smtClean="0">
                <a:solidFill>
                  <a:srgbClr val="0000CC"/>
                </a:solidFill>
                <a:latin typeface="Rockwell" panose="02060603020205020403" pitchFamily="18" charset="0"/>
              </a:rPr>
              <a:t>.1. </a:t>
            </a:r>
            <a:r>
              <a:rPr lang="en-US" sz="2800" b="1" dirty="0" err="1" smtClean="0">
                <a:solidFill>
                  <a:srgbClr val="0000CC"/>
                </a:solidFill>
                <a:latin typeface="Rockwell" panose="02060603020205020403" pitchFamily="18" charset="0"/>
              </a:rPr>
              <a:t>Khái</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niệm</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và</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mục</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tiêu</a:t>
            </a: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006991"/>
            <a:ext cx="10406419" cy="4382729"/>
          </a:xfrm>
        </p:spPr>
        <p:txBody>
          <a:bodyPr/>
          <a:lstStyle/>
          <a:p>
            <a:pPr marL="0" indent="0">
              <a:buNone/>
            </a:pPr>
            <a:r>
              <a:rPr lang="en-US" b="1" dirty="0" err="1" smtClean="0">
                <a:solidFill>
                  <a:srgbClr val="0000CC"/>
                </a:solidFill>
                <a:latin typeface="Rockwell" panose="02060603020205020403" pitchFamily="18" charset="0"/>
                <a:ea typeface="+mj-ea"/>
                <a:cs typeface="+mj-cs"/>
              </a:rPr>
              <a:t>Quy</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trình</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SDDLC</a:t>
            </a:r>
            <a:r>
              <a:rPr lang="en-US" b="1" dirty="0" smtClean="0">
                <a:solidFill>
                  <a:srgbClr val="0000CC"/>
                </a:solidFill>
                <a:latin typeface="Rockwell" panose="02060603020205020403" pitchFamily="18" charset="0"/>
                <a:ea typeface="+mj-ea"/>
                <a:cs typeface="+mj-cs"/>
              </a:rPr>
              <a:t>:</a:t>
            </a:r>
            <a:endParaRPr lang="vi-VN" b="1" dirty="0">
              <a:solidFill>
                <a:srgbClr val="0000CC"/>
              </a:solidFill>
              <a:latin typeface="Rockwell" panose="02060603020205020403" pitchFamily="18" charset="0"/>
              <a:ea typeface="+mj-ea"/>
              <a:cs typeface="+mj-cs"/>
            </a:endParaRP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67785" y="1006991"/>
            <a:ext cx="6018663" cy="5851009"/>
          </a:xfrm>
          <a:prstGeom prst="rect">
            <a:avLst/>
          </a:prstGeom>
        </p:spPr>
      </p:pic>
    </p:spTree>
    <p:extLst>
      <p:ext uri="{BB962C8B-B14F-4D97-AF65-F5344CB8AC3E}">
        <p14:creationId xmlns:p14="http://schemas.microsoft.com/office/powerpoint/2010/main" val="33234504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478140"/>
            <a:ext cx="10242645" cy="528851"/>
          </a:xfrm>
        </p:spPr>
        <p:txBody>
          <a:bodyPr/>
          <a:lstStyle/>
          <a:p>
            <a:r>
              <a:rPr lang="en-US" sz="2800" b="1" dirty="0" smtClean="0">
                <a:solidFill>
                  <a:srgbClr val="0000CC"/>
                </a:solidFill>
                <a:latin typeface="Rockwell" panose="02060603020205020403" pitchFamily="18" charset="0"/>
              </a:rPr>
              <a:t>8.2. </a:t>
            </a:r>
            <a:r>
              <a:rPr lang="en-US" sz="2800" b="1" dirty="0" err="1" smtClean="0">
                <a:solidFill>
                  <a:srgbClr val="0000CC"/>
                </a:solidFill>
                <a:latin typeface="Rockwell" panose="02060603020205020403" pitchFamily="18" charset="0"/>
              </a:rPr>
              <a:t>Các</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nguyên</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tắc</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cốt</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lõi</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SDDLC</a:t>
            </a: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006991"/>
            <a:ext cx="10078873" cy="4382729"/>
          </a:xfrm>
        </p:spPr>
        <p:txBody>
          <a:bodyPr/>
          <a:lstStyle/>
          <a:p>
            <a:pPr marL="0" indent="0">
              <a:buNone/>
            </a:pPr>
            <a:r>
              <a:rPr lang="vi-VN" b="1" dirty="0" smtClean="0">
                <a:solidFill>
                  <a:srgbClr val="0000CC"/>
                </a:solidFill>
                <a:latin typeface="Rockwell" panose="02060603020205020403" pitchFamily="18" charset="0"/>
                <a:ea typeface="+mj-ea"/>
                <a:cs typeface="+mj-cs"/>
              </a:rPr>
              <a:t>1</a:t>
            </a:r>
            <a:r>
              <a:rPr lang="vi-VN" b="1" dirty="0">
                <a:solidFill>
                  <a:srgbClr val="0000CC"/>
                </a:solidFill>
                <a:latin typeface="Rockwell" panose="02060603020205020403" pitchFamily="18" charset="0"/>
                <a:ea typeface="+mj-ea"/>
                <a:cs typeface="+mj-cs"/>
              </a:rPr>
              <a:t>. Bảo mật ngay từ thiết kế (Security by Design)</a:t>
            </a:r>
          </a:p>
          <a:p>
            <a:pPr marL="519113" lvl="1"/>
            <a:r>
              <a:rPr lang="vi-VN" dirty="0">
                <a:solidFill>
                  <a:srgbClr val="0000CC"/>
                </a:solidFill>
                <a:latin typeface="Rockwell" panose="02060603020205020403" pitchFamily="18" charset="0"/>
                <a:ea typeface="+mj-ea"/>
                <a:cs typeface="+mj-cs"/>
              </a:rPr>
              <a:t>Thay vì thêm bảo mật ở giai đoạn cuối, hệ thống phải được thiết kế với các yêu cầu bảo mật ngay từ đầu.</a:t>
            </a:r>
          </a:p>
          <a:p>
            <a:pPr marL="519113" lvl="1"/>
            <a:r>
              <a:rPr lang="vi-VN" dirty="0">
                <a:solidFill>
                  <a:srgbClr val="0000CC"/>
                </a:solidFill>
                <a:latin typeface="Rockwell" panose="02060603020205020403" pitchFamily="18" charset="0"/>
                <a:ea typeface="+mj-ea"/>
                <a:cs typeface="+mj-cs"/>
              </a:rPr>
              <a:t>Các mô hình đe dọa (threat modeling) và phân tích rủi ro cần được thực hiện trong giai đoạn thiết kế.</a:t>
            </a:r>
          </a:p>
          <a:p>
            <a:pPr marL="519113" lvl="1"/>
            <a:r>
              <a:rPr lang="vi-VN" dirty="0">
                <a:solidFill>
                  <a:srgbClr val="0000CC"/>
                </a:solidFill>
                <a:latin typeface="Rockwell" panose="02060603020205020403" pitchFamily="18" charset="0"/>
                <a:ea typeface="+mj-ea"/>
                <a:cs typeface="+mj-cs"/>
              </a:rPr>
              <a:t>Giúp giảm thiểu nguy cơ tồn tại các </a:t>
            </a:r>
            <a:r>
              <a:rPr lang="vi-VN" dirty="0" smtClean="0">
                <a:solidFill>
                  <a:srgbClr val="0000CC"/>
                </a:solidFill>
                <a:latin typeface="Rockwell" panose="02060603020205020403" pitchFamily="18" charset="0"/>
                <a:ea typeface="+mj-ea"/>
                <a:cs typeface="+mj-cs"/>
              </a:rPr>
              <a:t>l</a:t>
            </a:r>
            <a:r>
              <a:rPr lang="en-US" dirty="0" smtClean="0">
                <a:solidFill>
                  <a:srgbClr val="0000CC"/>
                </a:solidFill>
                <a:latin typeface="Rockwell" panose="02060603020205020403" pitchFamily="18" charset="0"/>
                <a:ea typeface="+mj-ea"/>
                <a:cs typeface="+mj-cs"/>
              </a:rPr>
              <a:t>ỗ </a:t>
            </a:r>
            <a:r>
              <a:rPr lang="vi-VN" dirty="0" smtClean="0">
                <a:solidFill>
                  <a:srgbClr val="0000CC"/>
                </a:solidFill>
                <a:latin typeface="Rockwell" panose="02060603020205020403" pitchFamily="18" charset="0"/>
                <a:ea typeface="+mj-ea"/>
                <a:cs typeface="+mj-cs"/>
              </a:rPr>
              <a:t>hổng </a:t>
            </a:r>
            <a:r>
              <a:rPr lang="vi-VN" dirty="0">
                <a:solidFill>
                  <a:srgbClr val="0000CC"/>
                </a:solidFill>
                <a:latin typeface="Rockwell" panose="02060603020205020403" pitchFamily="18" charset="0"/>
                <a:ea typeface="+mj-ea"/>
                <a:cs typeface="+mj-cs"/>
              </a:rPr>
              <a:t>kiến trúc khó sửa chữa về sau.</a:t>
            </a:r>
          </a:p>
          <a:p>
            <a:pPr marL="0" indent="0">
              <a:buNone/>
            </a:pPr>
            <a:r>
              <a:rPr lang="vi-VN" b="1" dirty="0">
                <a:solidFill>
                  <a:srgbClr val="0000CC"/>
                </a:solidFill>
                <a:latin typeface="Rockwell" panose="02060603020205020403" pitchFamily="18" charset="0"/>
                <a:ea typeface="+mj-ea"/>
                <a:cs typeface="+mj-cs"/>
              </a:rPr>
              <a:t>2. Nguyên tắc phòng ngừa (Defense in Depth)</a:t>
            </a:r>
          </a:p>
          <a:p>
            <a:pPr marL="573088" lvl="1"/>
            <a:r>
              <a:rPr lang="vi-VN" dirty="0">
                <a:solidFill>
                  <a:srgbClr val="0000CC"/>
                </a:solidFill>
                <a:latin typeface="Rockwell" panose="02060603020205020403" pitchFamily="18" charset="0"/>
                <a:ea typeface="+mj-ea"/>
                <a:cs typeface="+mj-cs"/>
              </a:rPr>
              <a:t>Không dựa vào một cơ chế </a:t>
            </a:r>
            <a:r>
              <a:rPr lang="vi-VN" dirty="0" smtClean="0">
                <a:solidFill>
                  <a:srgbClr val="0000CC"/>
                </a:solidFill>
                <a:latin typeface="Rockwell" panose="02060603020205020403" pitchFamily="18" charset="0"/>
                <a:ea typeface="+mj-ea"/>
                <a:cs typeface="+mj-cs"/>
              </a:rPr>
              <a:t>b</a:t>
            </a:r>
            <a:r>
              <a:rPr lang="en-US" dirty="0" err="1" smtClean="0">
                <a:solidFill>
                  <a:srgbClr val="0000CC"/>
                </a:solidFill>
                <a:latin typeface="Rockwell" panose="02060603020205020403" pitchFamily="18" charset="0"/>
                <a:ea typeface="+mj-ea"/>
                <a:cs typeface="+mj-cs"/>
              </a:rPr>
              <a:t>ảo</a:t>
            </a:r>
            <a:r>
              <a:rPr lang="en-US" dirty="0" smtClean="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mật</a:t>
            </a:r>
            <a:r>
              <a:rPr lang="vi-VN" dirty="0" smtClean="0">
                <a:solidFill>
                  <a:srgbClr val="0000CC"/>
                </a:solidFill>
                <a:latin typeface="Rockwell" panose="02060603020205020403" pitchFamily="18" charset="0"/>
                <a:ea typeface="+mj-ea"/>
                <a:cs typeface="+mj-cs"/>
              </a:rPr>
              <a:t> </a:t>
            </a:r>
            <a:r>
              <a:rPr lang="vi-VN" dirty="0">
                <a:solidFill>
                  <a:srgbClr val="0000CC"/>
                </a:solidFill>
                <a:latin typeface="Rockwell" panose="02060603020205020403" pitchFamily="18" charset="0"/>
                <a:ea typeface="+mj-ea"/>
                <a:cs typeface="+mj-cs"/>
              </a:rPr>
              <a:t>duy nhất, mà áp dụng nhiều lớp bảo vệ.</a:t>
            </a:r>
          </a:p>
          <a:p>
            <a:pPr marL="573088" lvl="1"/>
            <a:r>
              <a:rPr lang="vi-VN" dirty="0">
                <a:solidFill>
                  <a:srgbClr val="0000CC"/>
                </a:solidFill>
                <a:latin typeface="Rockwell" panose="02060603020205020403" pitchFamily="18" charset="0"/>
                <a:ea typeface="+mj-ea"/>
                <a:cs typeface="+mj-cs"/>
              </a:rPr>
              <a:t>Ví dụ: Xác thực đa yếu tố (MFA) + mã hóa dữ liệu + tường lửa + hệ thống giám sát.</a:t>
            </a:r>
          </a:p>
          <a:p>
            <a:pPr marL="573088" lvl="1"/>
            <a:r>
              <a:rPr lang="vi-VN" dirty="0">
                <a:solidFill>
                  <a:srgbClr val="0000CC"/>
                </a:solidFill>
                <a:latin typeface="Rockwell" panose="02060603020205020403" pitchFamily="18" charset="0"/>
                <a:ea typeface="+mj-ea"/>
                <a:cs typeface="+mj-cs"/>
              </a:rPr>
              <a:t>Nếu một lớp phòng thủ bị vượt qua, các lớp khác vẫn tiếp tục </a:t>
            </a:r>
            <a:r>
              <a:rPr lang="vi-VN" dirty="0" smtClean="0">
                <a:solidFill>
                  <a:srgbClr val="0000CC"/>
                </a:solidFill>
                <a:latin typeface="Rockwell" panose="02060603020205020403" pitchFamily="18" charset="0"/>
                <a:ea typeface="+mj-ea"/>
                <a:cs typeface="+mj-cs"/>
              </a:rPr>
              <a:t>b</a:t>
            </a:r>
            <a:r>
              <a:rPr lang="en-US" dirty="0" err="1" smtClean="0">
                <a:solidFill>
                  <a:srgbClr val="0000CC"/>
                </a:solidFill>
                <a:latin typeface="Rockwell" panose="02060603020205020403" pitchFamily="18" charset="0"/>
                <a:ea typeface="+mj-ea"/>
                <a:cs typeface="+mj-cs"/>
              </a:rPr>
              <a:t>ảo</a:t>
            </a:r>
            <a:r>
              <a:rPr lang="en-US" dirty="0" smtClean="0">
                <a:solidFill>
                  <a:srgbClr val="0000CC"/>
                </a:solidFill>
                <a:latin typeface="Rockwell" panose="02060603020205020403" pitchFamily="18" charset="0"/>
                <a:ea typeface="+mj-ea"/>
                <a:cs typeface="+mj-cs"/>
              </a:rPr>
              <a:t> </a:t>
            </a:r>
            <a:r>
              <a:rPr lang="vi-VN" dirty="0" smtClean="0">
                <a:solidFill>
                  <a:srgbClr val="0000CC"/>
                </a:solidFill>
                <a:latin typeface="Rockwell" panose="02060603020205020403" pitchFamily="18" charset="0"/>
                <a:ea typeface="+mj-ea"/>
                <a:cs typeface="+mj-cs"/>
              </a:rPr>
              <a:t>vệ hệ thống</a:t>
            </a:r>
            <a:r>
              <a:rPr lang="vi-VN" dirty="0">
                <a:solidFill>
                  <a:srgbClr val="0000CC"/>
                </a:solidFill>
                <a:latin typeface="Rockwell" panose="02060603020205020403" pitchFamily="18" charset="0"/>
                <a:ea typeface="+mj-ea"/>
                <a:cs typeface="+mj-cs"/>
              </a:rPr>
              <a:t>.</a:t>
            </a:r>
          </a:p>
          <a:p>
            <a:pPr marL="0" indent="0">
              <a:buNone/>
            </a:pPr>
            <a:endParaRPr lang="vi-VN" b="1" dirty="0">
              <a:solidFill>
                <a:srgbClr val="0000CC"/>
              </a:solidFill>
              <a:latin typeface="Rockwell" panose="02060603020205020403" pitchFamily="18" charset="0"/>
              <a:ea typeface="+mj-ea"/>
              <a:cs typeface="+mj-cs"/>
            </a:endParaRPr>
          </a:p>
          <a:p>
            <a:endParaRPr lang="en-US" dirty="0"/>
          </a:p>
        </p:txBody>
      </p:sp>
    </p:spTree>
    <p:extLst>
      <p:ext uri="{BB962C8B-B14F-4D97-AF65-F5344CB8AC3E}">
        <p14:creationId xmlns:p14="http://schemas.microsoft.com/office/powerpoint/2010/main" val="228914947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478140"/>
            <a:ext cx="10242645" cy="528851"/>
          </a:xfrm>
        </p:spPr>
        <p:txBody>
          <a:bodyPr/>
          <a:lstStyle/>
          <a:p>
            <a:r>
              <a:rPr lang="en-US" sz="2800" b="1" dirty="0" smtClean="0">
                <a:solidFill>
                  <a:srgbClr val="0000CC"/>
                </a:solidFill>
                <a:latin typeface="Rockwell" panose="02060603020205020403" pitchFamily="18" charset="0"/>
              </a:rPr>
              <a:t>8.2. </a:t>
            </a:r>
            <a:r>
              <a:rPr lang="en-US" sz="2800" b="1" dirty="0" err="1" smtClean="0">
                <a:solidFill>
                  <a:srgbClr val="0000CC"/>
                </a:solidFill>
                <a:latin typeface="Rockwell" panose="02060603020205020403" pitchFamily="18" charset="0"/>
              </a:rPr>
              <a:t>Các</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nguyên</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tắc</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cốt</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lõi</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SDDLC</a:t>
            </a: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006991"/>
            <a:ext cx="10474658" cy="4382729"/>
          </a:xfrm>
        </p:spPr>
        <p:txBody>
          <a:bodyPr/>
          <a:lstStyle/>
          <a:p>
            <a:pPr marL="0" indent="0">
              <a:buNone/>
            </a:pPr>
            <a:r>
              <a:rPr lang="vi-VN" b="1" dirty="0" smtClean="0">
                <a:solidFill>
                  <a:srgbClr val="0000CC"/>
                </a:solidFill>
                <a:latin typeface="Rockwell" panose="02060603020205020403" pitchFamily="18" charset="0"/>
                <a:ea typeface="+mj-ea"/>
                <a:cs typeface="+mj-cs"/>
              </a:rPr>
              <a:t>3</a:t>
            </a:r>
            <a:r>
              <a:rPr lang="vi-VN" b="1" dirty="0">
                <a:solidFill>
                  <a:srgbClr val="0000CC"/>
                </a:solidFill>
                <a:latin typeface="Rockwell" panose="02060603020205020403" pitchFamily="18" charset="0"/>
                <a:ea typeface="+mj-ea"/>
                <a:cs typeface="+mj-cs"/>
              </a:rPr>
              <a:t>. Nguyên tắc tối thiểu (Least Privilege &amp; Minimal Exposure)</a:t>
            </a:r>
          </a:p>
          <a:p>
            <a:pPr lvl="1"/>
            <a:r>
              <a:rPr lang="vi-VN" dirty="0">
                <a:solidFill>
                  <a:srgbClr val="0000CC"/>
                </a:solidFill>
                <a:latin typeface="Rockwell" panose="02060603020205020403" pitchFamily="18" charset="0"/>
                <a:ea typeface="+mj-ea"/>
                <a:cs typeface="+mj-cs"/>
              </a:rPr>
              <a:t>Người dùng, dịch vụ, và ứng dụng chỉ nên có quyền hạn tối thiểu để thực hiện chức năng cần thiết.</a:t>
            </a:r>
          </a:p>
          <a:p>
            <a:pPr lvl="1"/>
            <a:r>
              <a:rPr lang="vi-VN" dirty="0">
                <a:solidFill>
                  <a:srgbClr val="0000CC"/>
                </a:solidFill>
                <a:latin typeface="Rockwell" panose="02060603020205020403" pitchFamily="18" charset="0"/>
                <a:ea typeface="+mj-ea"/>
                <a:cs typeface="+mj-cs"/>
              </a:rPr>
              <a:t>Giảm thiểu phạm vi tấn công bằng cách hạn chế cổng, giao diện và dữ liệu không cần thiết được phơi bày.</a:t>
            </a:r>
          </a:p>
          <a:p>
            <a:pPr lvl="1"/>
            <a:r>
              <a:rPr lang="vi-VN" dirty="0">
                <a:solidFill>
                  <a:srgbClr val="0000CC"/>
                </a:solidFill>
                <a:latin typeface="Rockwell" panose="02060603020205020403" pitchFamily="18" charset="0"/>
                <a:ea typeface="+mj-ea"/>
                <a:cs typeface="+mj-cs"/>
              </a:rPr>
              <a:t>Ngăn chặn việc kẻ tấn công lợi dụng đặc quyền cao để chiếm quyền kiểm soát hệ thống.</a:t>
            </a:r>
          </a:p>
          <a:p>
            <a:pPr marL="0" indent="0">
              <a:buNone/>
            </a:pPr>
            <a:r>
              <a:rPr lang="vi-VN" b="1" dirty="0">
                <a:solidFill>
                  <a:srgbClr val="0000CC"/>
                </a:solidFill>
                <a:latin typeface="Rockwell" panose="02060603020205020403" pitchFamily="18" charset="0"/>
                <a:ea typeface="+mj-ea"/>
                <a:cs typeface="+mj-cs"/>
              </a:rPr>
              <a:t>4. Shift-left Security (Kiểm thử bảo mật sớm)</a:t>
            </a:r>
          </a:p>
          <a:p>
            <a:pPr lvl="1"/>
            <a:r>
              <a:rPr lang="vi-VN" dirty="0">
                <a:solidFill>
                  <a:srgbClr val="0000CC"/>
                </a:solidFill>
                <a:latin typeface="Rockwell" panose="02060603020205020403" pitchFamily="18" charset="0"/>
                <a:ea typeface="+mj-ea"/>
                <a:cs typeface="+mj-cs"/>
              </a:rPr>
              <a:t>Thay vì đợi đến cuối mới kiểm tra bảo mật, các hoạt động như Static Application Security Testing (SAST), Code Review, hay Dependency Checking được đưa vào từ sớm.</a:t>
            </a:r>
          </a:p>
          <a:p>
            <a:pPr lvl="1"/>
            <a:r>
              <a:rPr lang="vi-VN" dirty="0">
                <a:solidFill>
                  <a:srgbClr val="0000CC"/>
                </a:solidFill>
                <a:latin typeface="Rockwell" panose="02060603020205020403" pitchFamily="18" charset="0"/>
                <a:ea typeface="+mj-ea"/>
                <a:cs typeface="+mj-cs"/>
              </a:rPr>
              <a:t>Giúp phát hiện lỗi bảo mật ngay trong giai đoạn coding hoặc build, tiết kiệm chi phí và thời </a:t>
            </a:r>
            <a:r>
              <a:rPr lang="vi-VN" dirty="0" smtClean="0">
                <a:solidFill>
                  <a:srgbClr val="0000CC"/>
                </a:solidFill>
                <a:latin typeface="Rockwell" panose="02060603020205020403" pitchFamily="18" charset="0"/>
                <a:ea typeface="+mj-ea"/>
                <a:cs typeface="+mj-cs"/>
              </a:rPr>
              <a:t>gian</a:t>
            </a:r>
            <a:r>
              <a:rPr lang="en-US" dirty="0" smtClean="0">
                <a:solidFill>
                  <a:srgbClr val="0000CC"/>
                </a:solidFill>
                <a:latin typeface="Rockwell" panose="02060603020205020403" pitchFamily="18" charset="0"/>
                <a:ea typeface="+mj-ea"/>
                <a:cs typeface="+mj-cs"/>
              </a:rPr>
              <a:t>; </a:t>
            </a:r>
            <a:r>
              <a:rPr lang="vi-VN" dirty="0" smtClean="0">
                <a:solidFill>
                  <a:srgbClr val="0000CC"/>
                </a:solidFill>
                <a:latin typeface="Rockwell" panose="02060603020205020403" pitchFamily="18" charset="0"/>
                <a:ea typeface="+mj-ea"/>
                <a:cs typeface="+mj-cs"/>
              </a:rPr>
              <a:t>Thúc </a:t>
            </a:r>
            <a:r>
              <a:rPr lang="vi-VN" dirty="0">
                <a:solidFill>
                  <a:srgbClr val="0000CC"/>
                </a:solidFill>
                <a:latin typeface="Rockwell" panose="02060603020205020403" pitchFamily="18" charset="0"/>
                <a:ea typeface="+mj-ea"/>
                <a:cs typeface="+mj-cs"/>
              </a:rPr>
              <a:t>đẩy sự hợp tác chặt chẽ giữa đội ngũ phát triển (Dev) và bảo mật (Sec).</a:t>
            </a:r>
          </a:p>
          <a:p>
            <a:endParaRPr lang="en-US" dirty="0"/>
          </a:p>
        </p:txBody>
      </p:sp>
    </p:spTree>
    <p:extLst>
      <p:ext uri="{BB962C8B-B14F-4D97-AF65-F5344CB8AC3E}">
        <p14:creationId xmlns:p14="http://schemas.microsoft.com/office/powerpoint/2010/main" val="223714559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478140"/>
            <a:ext cx="10242645" cy="528851"/>
          </a:xfrm>
        </p:spPr>
        <p:txBody>
          <a:bodyPr/>
          <a:lstStyle/>
          <a:p>
            <a:r>
              <a:rPr lang="en-US" sz="2800" b="1" dirty="0" smtClean="0">
                <a:solidFill>
                  <a:srgbClr val="0000CC"/>
                </a:solidFill>
                <a:latin typeface="Rockwell" panose="02060603020205020403" pitchFamily="18" charset="0"/>
              </a:rPr>
              <a:t>8.2. </a:t>
            </a:r>
            <a:r>
              <a:rPr lang="en-US" sz="2800" b="1" dirty="0" err="1" smtClean="0">
                <a:solidFill>
                  <a:srgbClr val="0000CC"/>
                </a:solidFill>
                <a:latin typeface="Rockwell" panose="02060603020205020403" pitchFamily="18" charset="0"/>
              </a:rPr>
              <a:t>Các</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nguyên</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tắc</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cốt</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lõi</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SDDLC</a:t>
            </a: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71599" y="1006992"/>
            <a:ext cx="9546610" cy="5680412"/>
          </a:xfrm>
        </p:spPr>
      </p:pic>
    </p:spTree>
    <p:extLst>
      <p:ext uri="{BB962C8B-B14F-4D97-AF65-F5344CB8AC3E}">
        <p14:creationId xmlns:p14="http://schemas.microsoft.com/office/powerpoint/2010/main" val="46679274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914876"/>
            <a:ext cx="10242645" cy="528851"/>
          </a:xfrm>
        </p:spPr>
        <p:txBody>
          <a:bodyPr/>
          <a:lstStyle/>
          <a:p>
            <a:r>
              <a:rPr lang="en-US" sz="2800" b="1" dirty="0" smtClean="0">
                <a:solidFill>
                  <a:srgbClr val="0000CC"/>
                </a:solidFill>
                <a:latin typeface="Rockwell" panose="02060603020205020403" pitchFamily="18" charset="0"/>
              </a:rPr>
              <a:t>8.3. </a:t>
            </a:r>
            <a:r>
              <a:rPr lang="en-US" sz="2800" b="1" dirty="0" err="1" smtClean="0">
                <a:solidFill>
                  <a:srgbClr val="0000CC"/>
                </a:solidFill>
                <a:latin typeface="Rockwell" panose="02060603020205020403" pitchFamily="18" charset="0"/>
              </a:rPr>
              <a:t>Các</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giai</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đoạn</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chính</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trong</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SDDLC</a:t>
            </a: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511967"/>
            <a:ext cx="10078873" cy="4382729"/>
          </a:xfrm>
        </p:spPr>
        <p:txBody>
          <a:bodyPr/>
          <a:lstStyle/>
          <a:p>
            <a:pPr marL="0" indent="0">
              <a:buNone/>
            </a:pPr>
            <a:r>
              <a:rPr lang="vi-VN" b="1" dirty="0" smtClean="0">
                <a:solidFill>
                  <a:srgbClr val="0000CC"/>
                </a:solidFill>
                <a:latin typeface="Rockwell" panose="02060603020205020403" pitchFamily="18" charset="0"/>
                <a:ea typeface="+mj-ea"/>
                <a:cs typeface="+mj-cs"/>
              </a:rPr>
              <a:t>1</a:t>
            </a:r>
            <a:r>
              <a:rPr lang="vi-VN" b="1" dirty="0">
                <a:solidFill>
                  <a:srgbClr val="0000CC"/>
                </a:solidFill>
                <a:latin typeface="Rockwell" panose="02060603020205020403" pitchFamily="18" charset="0"/>
                <a:ea typeface="+mj-ea"/>
                <a:cs typeface="+mj-cs"/>
              </a:rPr>
              <a:t>. Yêu cầu (Requirements)</a:t>
            </a:r>
          </a:p>
          <a:p>
            <a:pPr marL="627063"/>
            <a:r>
              <a:rPr lang="vi-VN" dirty="0">
                <a:solidFill>
                  <a:srgbClr val="0000CC"/>
                </a:solidFill>
                <a:latin typeface="Rockwell" panose="02060603020205020403" pitchFamily="18" charset="0"/>
                <a:ea typeface="+mj-ea"/>
                <a:cs typeface="+mj-cs"/>
              </a:rPr>
              <a:t>Xác định và phân tích rủi ro bảo mật tiềm ẩn.</a:t>
            </a:r>
          </a:p>
          <a:p>
            <a:pPr marL="627063"/>
            <a:r>
              <a:rPr lang="vi-VN" dirty="0">
                <a:solidFill>
                  <a:srgbClr val="0000CC"/>
                </a:solidFill>
                <a:latin typeface="Rockwell" panose="02060603020205020403" pitchFamily="18" charset="0"/>
                <a:ea typeface="+mj-ea"/>
                <a:cs typeface="+mj-cs"/>
              </a:rPr>
              <a:t>Thu thập yêu cầu bảo mật từ khách hàng, pháp lý và các chuẩn quốc tế (ISO 27001, OWASP ASVS, GDPR, HIPAA…).</a:t>
            </a:r>
          </a:p>
          <a:p>
            <a:pPr marL="627063"/>
            <a:r>
              <a:rPr lang="vi-VN" dirty="0">
                <a:solidFill>
                  <a:srgbClr val="0000CC"/>
                </a:solidFill>
                <a:latin typeface="Rockwell" panose="02060603020205020403" pitchFamily="18" charset="0"/>
                <a:ea typeface="+mj-ea"/>
                <a:cs typeface="+mj-cs"/>
              </a:rPr>
              <a:t>Đưa các yêu cầu bảo mật thành tiêu chí bắt buộc trong tài liệu đặc tả phần mềm. </a:t>
            </a:r>
            <a:endParaRPr lang="en-US" dirty="0" smtClean="0">
              <a:solidFill>
                <a:srgbClr val="0000CC"/>
              </a:solidFill>
              <a:latin typeface="Rockwell" panose="02060603020205020403" pitchFamily="18" charset="0"/>
              <a:ea typeface="+mj-ea"/>
              <a:cs typeface="+mj-cs"/>
            </a:endParaRPr>
          </a:p>
          <a:p>
            <a:pPr marL="627063"/>
            <a:endParaRPr lang="en-US" dirty="0">
              <a:solidFill>
                <a:srgbClr val="0000CC"/>
              </a:solidFill>
              <a:latin typeface="Rockwell" panose="02060603020205020403" pitchFamily="18" charset="0"/>
              <a:ea typeface="+mj-ea"/>
              <a:cs typeface="+mj-cs"/>
            </a:endParaRPr>
          </a:p>
          <a:p>
            <a:pPr marL="284163" indent="0">
              <a:buNone/>
            </a:pPr>
            <a:r>
              <a:rPr lang="vi-VN" sz="2600" dirty="0">
                <a:solidFill>
                  <a:srgbClr val="FF00FF"/>
                </a:solidFill>
                <a:latin typeface="Rockwell" panose="02060603020205020403" pitchFamily="18" charset="0"/>
                <a:ea typeface="+mj-ea"/>
                <a:cs typeface="+mj-cs"/>
              </a:rPr>
              <a:t>Bước này giúp “biết trước </a:t>
            </a:r>
            <a:r>
              <a:rPr lang="en-US" sz="2600" dirty="0" err="1" smtClean="0">
                <a:solidFill>
                  <a:srgbClr val="FF00FF"/>
                </a:solidFill>
                <a:latin typeface="Rockwell" panose="02060603020205020403" pitchFamily="18" charset="0"/>
                <a:ea typeface="+mj-ea"/>
                <a:cs typeface="+mj-cs"/>
              </a:rPr>
              <a:t>sản</a:t>
            </a:r>
            <a:r>
              <a:rPr lang="en-US" sz="2600" dirty="0" smtClean="0">
                <a:solidFill>
                  <a:srgbClr val="FF00FF"/>
                </a:solidFill>
                <a:latin typeface="Rockwell" panose="02060603020205020403" pitchFamily="18" charset="0"/>
                <a:ea typeface="+mj-ea"/>
                <a:cs typeface="+mj-cs"/>
              </a:rPr>
              <a:t> </a:t>
            </a:r>
            <a:r>
              <a:rPr lang="en-US" sz="2600" dirty="0" err="1" smtClean="0">
                <a:solidFill>
                  <a:srgbClr val="FF00FF"/>
                </a:solidFill>
                <a:latin typeface="Rockwell" panose="02060603020205020403" pitchFamily="18" charset="0"/>
                <a:ea typeface="+mj-ea"/>
                <a:cs typeface="+mj-cs"/>
              </a:rPr>
              <a:t>phẩm</a:t>
            </a:r>
            <a:r>
              <a:rPr lang="en-US" sz="2600" dirty="0" smtClean="0">
                <a:solidFill>
                  <a:srgbClr val="FF00FF"/>
                </a:solidFill>
                <a:latin typeface="Rockwell" panose="02060603020205020403" pitchFamily="18" charset="0"/>
                <a:ea typeface="+mj-ea"/>
                <a:cs typeface="+mj-cs"/>
              </a:rPr>
              <a:t> </a:t>
            </a:r>
            <a:r>
              <a:rPr lang="en-US" sz="2600" dirty="0" err="1" smtClean="0">
                <a:solidFill>
                  <a:srgbClr val="FF00FF"/>
                </a:solidFill>
                <a:latin typeface="Rockwell" panose="02060603020205020403" pitchFamily="18" charset="0"/>
                <a:ea typeface="+mj-ea"/>
                <a:cs typeface="+mj-cs"/>
              </a:rPr>
              <a:t>sau</a:t>
            </a:r>
            <a:r>
              <a:rPr lang="en-US" sz="2600" dirty="0" smtClean="0">
                <a:solidFill>
                  <a:srgbClr val="FF00FF"/>
                </a:solidFill>
                <a:latin typeface="Rockwell" panose="02060603020205020403" pitchFamily="18" charset="0"/>
                <a:ea typeface="+mj-ea"/>
                <a:cs typeface="+mj-cs"/>
              </a:rPr>
              <a:t> </a:t>
            </a:r>
            <a:r>
              <a:rPr lang="en-US" sz="2600" dirty="0" err="1" smtClean="0">
                <a:solidFill>
                  <a:srgbClr val="FF00FF"/>
                </a:solidFill>
                <a:latin typeface="Rockwell" panose="02060603020205020403" pitchFamily="18" charset="0"/>
                <a:ea typeface="+mj-ea"/>
                <a:cs typeface="+mj-cs"/>
              </a:rPr>
              <a:t>này</a:t>
            </a:r>
            <a:r>
              <a:rPr lang="vi-VN" sz="2600" dirty="0" smtClean="0">
                <a:solidFill>
                  <a:srgbClr val="FF00FF"/>
                </a:solidFill>
                <a:latin typeface="Rockwell" panose="02060603020205020403" pitchFamily="18" charset="0"/>
                <a:ea typeface="+mj-ea"/>
                <a:cs typeface="+mj-cs"/>
              </a:rPr>
              <a:t> </a:t>
            </a:r>
            <a:r>
              <a:rPr lang="vi-VN" sz="2600" dirty="0">
                <a:solidFill>
                  <a:srgbClr val="FF00FF"/>
                </a:solidFill>
                <a:latin typeface="Rockwell" panose="02060603020205020403" pitchFamily="18" charset="0"/>
                <a:ea typeface="+mj-ea"/>
                <a:cs typeface="+mj-cs"/>
              </a:rPr>
              <a:t>có thể bị tấn công ở đâu, mức độ nghiêm trọng thế nào, và cần chuẩn bị gì để giảm thiểu”.</a:t>
            </a:r>
            <a:endParaRPr lang="en-US" sz="2600" dirty="0">
              <a:solidFill>
                <a:srgbClr val="FF00FF"/>
              </a:solidFill>
              <a:latin typeface="Rockwell" panose="02060603020205020403" pitchFamily="18" charset="0"/>
              <a:ea typeface="+mj-ea"/>
              <a:cs typeface="+mj-cs"/>
            </a:endParaRPr>
          </a:p>
        </p:txBody>
      </p:sp>
    </p:spTree>
    <p:extLst>
      <p:ext uri="{BB962C8B-B14F-4D97-AF65-F5344CB8AC3E}">
        <p14:creationId xmlns:p14="http://schemas.microsoft.com/office/powerpoint/2010/main" val="98162768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488843"/>
            <a:ext cx="10242645" cy="528851"/>
          </a:xfrm>
        </p:spPr>
        <p:txBody>
          <a:bodyPr/>
          <a:lstStyle/>
          <a:p>
            <a:r>
              <a:rPr lang="en-US" sz="2800" b="1" dirty="0" smtClean="0">
                <a:solidFill>
                  <a:srgbClr val="0000CC"/>
                </a:solidFill>
                <a:latin typeface="Rockwell" panose="02060603020205020403" pitchFamily="18" charset="0"/>
              </a:rPr>
              <a:t>8.3. </a:t>
            </a:r>
            <a:r>
              <a:rPr lang="en-US" sz="2800" b="1" dirty="0" err="1" smtClean="0">
                <a:solidFill>
                  <a:srgbClr val="0000CC"/>
                </a:solidFill>
                <a:latin typeface="Rockwell" panose="02060603020205020403" pitchFamily="18" charset="0"/>
              </a:rPr>
              <a:t>Các</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giai</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đoạn</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chính</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trong</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SDDLC</a:t>
            </a: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966047"/>
            <a:ext cx="10242645" cy="4382729"/>
          </a:xfrm>
        </p:spPr>
        <p:txBody>
          <a:bodyPr/>
          <a:lstStyle/>
          <a:p>
            <a:pPr marL="0" indent="0">
              <a:buNone/>
            </a:pPr>
            <a:r>
              <a:rPr lang="vi-VN" b="1" dirty="0">
                <a:solidFill>
                  <a:srgbClr val="0000CC"/>
                </a:solidFill>
                <a:latin typeface="Rockwell" panose="02060603020205020403" pitchFamily="18" charset="0"/>
                <a:ea typeface="+mj-ea"/>
                <a:cs typeface="+mj-cs"/>
              </a:rPr>
              <a:t>Xác định và phân tích rủi ro bảo mật tiềm ẩn</a:t>
            </a:r>
          </a:p>
          <a:p>
            <a:pPr marL="0" indent="0">
              <a:buNone/>
            </a:pPr>
            <a:r>
              <a:rPr lang="vi-VN" sz="2300" dirty="0">
                <a:solidFill>
                  <a:srgbClr val="0000CC"/>
                </a:solidFill>
                <a:latin typeface="Rockwell" panose="02060603020205020403" pitchFamily="18" charset="0"/>
                <a:ea typeface="+mj-ea"/>
                <a:cs typeface="+mj-cs"/>
              </a:rPr>
              <a:t>Đây là bước đặt nền móng để bảo mật được tích hợp ngay từ đầu trong quy trình phát triển phần mềm. Nội dung gồm:</a:t>
            </a:r>
          </a:p>
          <a:p>
            <a:pPr marL="0" indent="0">
              <a:buNone/>
            </a:pPr>
            <a:r>
              <a:rPr lang="en-US" sz="2300" b="1" dirty="0">
                <a:solidFill>
                  <a:srgbClr val="0000CC"/>
                </a:solidFill>
                <a:latin typeface="Rockwell" panose="02060603020205020403" pitchFamily="18" charset="0"/>
                <a:ea typeface="+mj-ea"/>
                <a:cs typeface="+mj-cs"/>
              </a:rPr>
              <a:t>a</a:t>
            </a:r>
            <a:r>
              <a:rPr lang="vi-VN" sz="2300" b="1" dirty="0" smtClean="0">
                <a:solidFill>
                  <a:srgbClr val="0000CC"/>
                </a:solidFill>
                <a:latin typeface="Rockwell" panose="02060603020205020403" pitchFamily="18" charset="0"/>
                <a:ea typeface="+mj-ea"/>
                <a:cs typeface="+mj-cs"/>
              </a:rPr>
              <a:t>. </a:t>
            </a:r>
            <a:r>
              <a:rPr lang="vi-VN" sz="2300" b="1" dirty="0">
                <a:solidFill>
                  <a:srgbClr val="0000CC"/>
                </a:solidFill>
                <a:latin typeface="Rockwell" panose="02060603020205020403" pitchFamily="18" charset="0"/>
                <a:ea typeface="+mj-ea"/>
                <a:cs typeface="+mj-cs"/>
              </a:rPr>
              <a:t>Xác định rủi ro bảo mật</a:t>
            </a:r>
          </a:p>
          <a:p>
            <a:r>
              <a:rPr lang="vi-VN" sz="2300" dirty="0">
                <a:solidFill>
                  <a:srgbClr val="0000CC"/>
                </a:solidFill>
                <a:latin typeface="Rockwell" panose="02060603020205020403" pitchFamily="18" charset="0"/>
                <a:ea typeface="+mj-ea"/>
                <a:cs typeface="+mj-cs"/>
              </a:rPr>
              <a:t>Phân tích đặc điểm hệ thống: dữ liệu nào quan trọng (PII, dữ liệu tài chính, y tế…), cách lưu trữ và truyền tải.</a:t>
            </a:r>
          </a:p>
          <a:p>
            <a:r>
              <a:rPr lang="vi-VN" sz="2300" dirty="0">
                <a:solidFill>
                  <a:srgbClr val="0000CC"/>
                </a:solidFill>
                <a:latin typeface="Rockwell" panose="02060603020205020403" pitchFamily="18" charset="0"/>
                <a:ea typeface="+mj-ea"/>
                <a:cs typeface="+mj-cs"/>
              </a:rPr>
              <a:t>Xác định các mối đe dọa:</a:t>
            </a:r>
          </a:p>
          <a:p>
            <a:pPr lvl="1"/>
            <a:r>
              <a:rPr lang="vi-VN" sz="2300" dirty="0">
                <a:solidFill>
                  <a:srgbClr val="0000CC"/>
                </a:solidFill>
                <a:latin typeface="Rockwell" panose="02060603020205020403" pitchFamily="18" charset="0"/>
                <a:ea typeface="+mj-ea"/>
                <a:cs typeface="+mj-cs"/>
              </a:rPr>
              <a:t>Tấn công SQL Injection, XSS, CSRF.</a:t>
            </a:r>
          </a:p>
          <a:p>
            <a:pPr lvl="1"/>
            <a:r>
              <a:rPr lang="vi-VN" sz="2300" dirty="0">
                <a:solidFill>
                  <a:srgbClr val="0000CC"/>
                </a:solidFill>
                <a:latin typeface="Rockwell" panose="02060603020205020403" pitchFamily="18" charset="0"/>
                <a:ea typeface="+mj-ea"/>
                <a:cs typeface="+mj-cs"/>
              </a:rPr>
              <a:t>Rò rỉ dữ liệu (Data Leakage).</a:t>
            </a:r>
          </a:p>
          <a:p>
            <a:pPr lvl="1"/>
            <a:r>
              <a:rPr lang="vi-VN" sz="2300" dirty="0">
                <a:solidFill>
                  <a:srgbClr val="0000CC"/>
                </a:solidFill>
                <a:latin typeface="Rockwell" panose="02060603020205020403" pitchFamily="18" charset="0"/>
                <a:ea typeface="+mj-ea"/>
                <a:cs typeface="+mj-cs"/>
              </a:rPr>
              <a:t>Tấn công từ chối dịch vụ (DoS/DDoS).</a:t>
            </a:r>
          </a:p>
          <a:p>
            <a:pPr lvl="1"/>
            <a:r>
              <a:rPr lang="vi-VN" sz="2300" dirty="0">
                <a:solidFill>
                  <a:srgbClr val="0000CC"/>
                </a:solidFill>
                <a:latin typeface="Rockwell" panose="02060603020205020403" pitchFamily="18" charset="0"/>
                <a:ea typeface="+mj-ea"/>
                <a:cs typeface="+mj-cs"/>
              </a:rPr>
              <a:t>Rủi ro nội gián (Insider Threat).</a:t>
            </a:r>
          </a:p>
          <a:p>
            <a:pPr lvl="1"/>
            <a:r>
              <a:rPr lang="vi-VN" sz="2300" dirty="0">
                <a:solidFill>
                  <a:srgbClr val="0000CC"/>
                </a:solidFill>
                <a:latin typeface="Rockwell" panose="02060603020205020403" pitchFamily="18" charset="0"/>
                <a:ea typeface="+mj-ea"/>
                <a:cs typeface="+mj-cs"/>
              </a:rPr>
              <a:t>Sai sót cấu hình (Misconfiguration).</a:t>
            </a:r>
          </a:p>
        </p:txBody>
      </p:sp>
    </p:spTree>
    <p:extLst>
      <p:ext uri="{BB962C8B-B14F-4D97-AF65-F5344CB8AC3E}">
        <p14:creationId xmlns:p14="http://schemas.microsoft.com/office/powerpoint/2010/main" val="260149779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488843"/>
            <a:ext cx="10242645" cy="528851"/>
          </a:xfrm>
        </p:spPr>
        <p:txBody>
          <a:bodyPr/>
          <a:lstStyle/>
          <a:p>
            <a:r>
              <a:rPr lang="en-US" sz="2800" b="1" dirty="0" smtClean="0">
                <a:solidFill>
                  <a:srgbClr val="0000CC"/>
                </a:solidFill>
                <a:latin typeface="Rockwell" panose="02060603020205020403" pitchFamily="18" charset="0"/>
              </a:rPr>
              <a:t>8.3. </a:t>
            </a:r>
            <a:r>
              <a:rPr lang="en-US" sz="2800" b="1" dirty="0" err="1" smtClean="0">
                <a:solidFill>
                  <a:srgbClr val="0000CC"/>
                </a:solidFill>
                <a:latin typeface="Rockwell" panose="02060603020205020403" pitchFamily="18" charset="0"/>
              </a:rPr>
              <a:t>Các</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giai</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đoạn</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chính</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trong</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SDDLC</a:t>
            </a: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034287"/>
            <a:ext cx="10420067" cy="4382729"/>
          </a:xfrm>
        </p:spPr>
        <p:txBody>
          <a:bodyPr/>
          <a:lstStyle/>
          <a:p>
            <a:pPr marL="0" indent="0">
              <a:buNone/>
            </a:pPr>
            <a:r>
              <a:rPr lang="vi-VN" b="1" dirty="0">
                <a:solidFill>
                  <a:srgbClr val="0000CC"/>
                </a:solidFill>
                <a:latin typeface="Rockwell" panose="02060603020205020403" pitchFamily="18" charset="0"/>
                <a:ea typeface="+mj-ea"/>
                <a:cs typeface="+mj-cs"/>
              </a:rPr>
              <a:t>Xác định và phân tích rủi ro bảo mật tiềm ẩn</a:t>
            </a:r>
          </a:p>
          <a:p>
            <a:pPr marL="0" indent="0">
              <a:spcBef>
                <a:spcPts val="300"/>
              </a:spcBef>
              <a:spcAft>
                <a:spcPts val="300"/>
              </a:spcAft>
              <a:buNone/>
            </a:pPr>
            <a:r>
              <a:rPr lang="en-US" sz="2300" b="1" dirty="0">
                <a:solidFill>
                  <a:srgbClr val="0000CC"/>
                </a:solidFill>
                <a:latin typeface="Rockwell" panose="02060603020205020403" pitchFamily="18" charset="0"/>
                <a:ea typeface="+mj-ea"/>
                <a:cs typeface="+mj-cs"/>
              </a:rPr>
              <a:t>b</a:t>
            </a:r>
            <a:r>
              <a:rPr lang="vi-VN" sz="2300" b="1" dirty="0" smtClean="0">
                <a:solidFill>
                  <a:srgbClr val="0000CC"/>
                </a:solidFill>
                <a:latin typeface="Rockwell" panose="02060603020205020403" pitchFamily="18" charset="0"/>
                <a:ea typeface="+mj-ea"/>
                <a:cs typeface="+mj-cs"/>
              </a:rPr>
              <a:t>. </a:t>
            </a:r>
            <a:r>
              <a:rPr lang="vi-VN" sz="2300" b="1" dirty="0">
                <a:solidFill>
                  <a:srgbClr val="0000CC"/>
                </a:solidFill>
                <a:latin typeface="Rockwell" panose="02060603020205020403" pitchFamily="18" charset="0"/>
                <a:ea typeface="+mj-ea"/>
                <a:cs typeface="+mj-cs"/>
              </a:rPr>
              <a:t>Phân tích rủi ro</a:t>
            </a:r>
          </a:p>
          <a:p>
            <a:pPr>
              <a:spcBef>
                <a:spcPts val="300"/>
              </a:spcBef>
              <a:spcAft>
                <a:spcPts val="300"/>
              </a:spcAft>
            </a:pPr>
            <a:r>
              <a:rPr lang="vi-VN" sz="2300" dirty="0">
                <a:solidFill>
                  <a:srgbClr val="0000CC"/>
                </a:solidFill>
                <a:latin typeface="Rockwell" panose="02060603020205020403" pitchFamily="18" charset="0"/>
                <a:ea typeface="+mj-ea"/>
                <a:cs typeface="+mj-cs"/>
              </a:rPr>
              <a:t>Đánh giá tác động (Impact): nếu bị khai thác, mức độ ảnh hưởng thế nào (tài chính, uy tín, pháp lý)?</a:t>
            </a:r>
          </a:p>
          <a:p>
            <a:pPr>
              <a:spcBef>
                <a:spcPts val="300"/>
              </a:spcBef>
              <a:spcAft>
                <a:spcPts val="300"/>
              </a:spcAft>
            </a:pPr>
            <a:r>
              <a:rPr lang="vi-VN" sz="2300" dirty="0">
                <a:solidFill>
                  <a:srgbClr val="0000CC"/>
                </a:solidFill>
                <a:latin typeface="Rockwell" panose="02060603020205020403" pitchFamily="18" charset="0"/>
                <a:ea typeface="+mj-ea"/>
                <a:cs typeface="+mj-cs"/>
              </a:rPr>
              <a:t>Xác suất xảy ra (Likelihood): khả năng kẻ tấn công khai thác cao hay thấp?</a:t>
            </a:r>
          </a:p>
          <a:p>
            <a:pPr>
              <a:spcBef>
                <a:spcPts val="300"/>
              </a:spcBef>
              <a:spcAft>
                <a:spcPts val="300"/>
              </a:spcAft>
            </a:pPr>
            <a:r>
              <a:rPr lang="vi-VN" sz="2300" dirty="0">
                <a:solidFill>
                  <a:srgbClr val="0000CC"/>
                </a:solidFill>
                <a:latin typeface="Rockwell" panose="02060603020205020403" pitchFamily="18" charset="0"/>
                <a:ea typeface="+mj-ea"/>
                <a:cs typeface="+mj-cs"/>
              </a:rPr>
              <a:t>Ưu tiên rủi ro: kết hợp Impact + Likelihood → xác định rủi ro “cao”, “trung bình”, “thấp”.</a:t>
            </a:r>
          </a:p>
          <a:p>
            <a:pPr marL="0" indent="0">
              <a:spcBef>
                <a:spcPts val="300"/>
              </a:spcBef>
              <a:spcAft>
                <a:spcPts val="300"/>
              </a:spcAft>
              <a:buNone/>
            </a:pPr>
            <a:r>
              <a:rPr lang="en-US" sz="2300" b="1" dirty="0">
                <a:solidFill>
                  <a:srgbClr val="0000CC"/>
                </a:solidFill>
                <a:latin typeface="Rockwell" panose="02060603020205020403" pitchFamily="18" charset="0"/>
                <a:ea typeface="+mj-ea"/>
                <a:cs typeface="+mj-cs"/>
              </a:rPr>
              <a:t>c</a:t>
            </a:r>
            <a:r>
              <a:rPr lang="vi-VN" sz="2300" b="1" dirty="0" smtClean="0">
                <a:solidFill>
                  <a:srgbClr val="0000CC"/>
                </a:solidFill>
                <a:latin typeface="Rockwell" panose="02060603020205020403" pitchFamily="18" charset="0"/>
                <a:ea typeface="+mj-ea"/>
                <a:cs typeface="+mj-cs"/>
              </a:rPr>
              <a:t>. </a:t>
            </a:r>
            <a:r>
              <a:rPr lang="vi-VN" sz="2300" b="1" dirty="0">
                <a:solidFill>
                  <a:srgbClr val="0000CC"/>
                </a:solidFill>
                <a:latin typeface="Rockwell" panose="02060603020205020403" pitchFamily="18" charset="0"/>
                <a:ea typeface="+mj-ea"/>
                <a:cs typeface="+mj-cs"/>
              </a:rPr>
              <a:t>Phương pháp &amp; công cụ hỗ trợ</a:t>
            </a:r>
          </a:p>
          <a:p>
            <a:pPr>
              <a:spcBef>
                <a:spcPts val="300"/>
              </a:spcBef>
              <a:spcAft>
                <a:spcPts val="300"/>
              </a:spcAft>
            </a:pPr>
            <a:r>
              <a:rPr lang="vi-VN" sz="2300" dirty="0">
                <a:solidFill>
                  <a:srgbClr val="0000CC"/>
                </a:solidFill>
                <a:latin typeface="Rockwell" panose="02060603020205020403" pitchFamily="18" charset="0"/>
                <a:ea typeface="+mj-ea"/>
                <a:cs typeface="+mj-cs"/>
              </a:rPr>
              <a:t>Phương pháp: STRIDE (Microsoft), DREAD, hoặc Attack Tree.</a:t>
            </a:r>
          </a:p>
          <a:p>
            <a:pPr>
              <a:spcBef>
                <a:spcPts val="300"/>
              </a:spcBef>
              <a:spcAft>
                <a:spcPts val="300"/>
              </a:spcAft>
            </a:pPr>
            <a:r>
              <a:rPr lang="vi-VN" sz="2300" dirty="0">
                <a:solidFill>
                  <a:srgbClr val="0000CC"/>
                </a:solidFill>
                <a:latin typeface="Rockwell" panose="02060603020205020403" pitchFamily="18" charset="0"/>
                <a:ea typeface="+mj-ea"/>
                <a:cs typeface="+mj-cs"/>
              </a:rPr>
              <a:t>Công cụ: Microsoft Threat Modeling Tool, OWASP Threat Dragon, Risk Assessment Matrix.</a:t>
            </a:r>
          </a:p>
          <a:p>
            <a:pPr marL="0" indent="0">
              <a:spcBef>
                <a:spcPts val="300"/>
              </a:spcBef>
              <a:spcAft>
                <a:spcPts val="300"/>
              </a:spcAft>
              <a:buNone/>
            </a:pPr>
            <a:r>
              <a:rPr lang="en-US" sz="2300" b="1" dirty="0">
                <a:solidFill>
                  <a:srgbClr val="0000CC"/>
                </a:solidFill>
                <a:latin typeface="Rockwell" panose="02060603020205020403" pitchFamily="18" charset="0"/>
                <a:ea typeface="+mj-ea"/>
                <a:cs typeface="+mj-cs"/>
              </a:rPr>
              <a:t>d</a:t>
            </a:r>
            <a:r>
              <a:rPr lang="vi-VN" sz="2300" b="1" dirty="0" smtClean="0">
                <a:solidFill>
                  <a:srgbClr val="0000CC"/>
                </a:solidFill>
                <a:latin typeface="Rockwell" panose="02060603020205020403" pitchFamily="18" charset="0"/>
                <a:ea typeface="+mj-ea"/>
                <a:cs typeface="+mj-cs"/>
              </a:rPr>
              <a:t>. </a:t>
            </a:r>
            <a:r>
              <a:rPr lang="vi-VN" sz="2300" b="1" dirty="0">
                <a:solidFill>
                  <a:srgbClr val="0000CC"/>
                </a:solidFill>
                <a:latin typeface="Rockwell" panose="02060603020205020403" pitchFamily="18" charset="0"/>
                <a:ea typeface="+mj-ea"/>
                <a:cs typeface="+mj-cs"/>
              </a:rPr>
              <a:t>Kết quả đầu ra</a:t>
            </a:r>
          </a:p>
          <a:p>
            <a:pPr>
              <a:spcBef>
                <a:spcPts val="300"/>
              </a:spcBef>
              <a:spcAft>
                <a:spcPts val="300"/>
              </a:spcAft>
            </a:pPr>
            <a:r>
              <a:rPr lang="vi-VN" sz="2300" dirty="0">
                <a:solidFill>
                  <a:srgbClr val="0000CC"/>
                </a:solidFill>
                <a:latin typeface="Rockwell" panose="02060603020205020403" pitchFamily="18" charset="0"/>
                <a:ea typeface="+mj-ea"/>
                <a:cs typeface="+mj-cs"/>
              </a:rPr>
              <a:t>Danh sách rủi ro bảo mật tiềm </a:t>
            </a:r>
            <a:r>
              <a:rPr lang="vi-VN" sz="2300" dirty="0" smtClean="0">
                <a:solidFill>
                  <a:srgbClr val="0000CC"/>
                </a:solidFill>
                <a:latin typeface="Rockwell" panose="02060603020205020403" pitchFamily="18" charset="0"/>
                <a:ea typeface="+mj-ea"/>
                <a:cs typeface="+mj-cs"/>
              </a:rPr>
              <a:t>ẩn</a:t>
            </a:r>
            <a:r>
              <a:rPr lang="en-US" sz="2300" dirty="0" smtClean="0">
                <a:solidFill>
                  <a:srgbClr val="0000CC"/>
                </a:solidFill>
                <a:latin typeface="Rockwell" panose="02060603020205020403" pitchFamily="18" charset="0"/>
                <a:ea typeface="+mj-ea"/>
                <a:cs typeface="+mj-cs"/>
              </a:rPr>
              <a:t>; </a:t>
            </a:r>
            <a:r>
              <a:rPr lang="vi-VN" sz="2300" dirty="0" smtClean="0">
                <a:solidFill>
                  <a:srgbClr val="0000CC"/>
                </a:solidFill>
                <a:latin typeface="Rockwell" panose="02060603020205020403" pitchFamily="18" charset="0"/>
                <a:ea typeface="+mj-ea"/>
                <a:cs typeface="+mj-cs"/>
              </a:rPr>
              <a:t>Mức </a:t>
            </a:r>
            <a:r>
              <a:rPr lang="vi-VN" sz="2300" dirty="0">
                <a:solidFill>
                  <a:srgbClr val="0000CC"/>
                </a:solidFill>
                <a:latin typeface="Rockwell" panose="02060603020205020403" pitchFamily="18" charset="0"/>
                <a:ea typeface="+mj-ea"/>
                <a:cs typeface="+mj-cs"/>
              </a:rPr>
              <a:t>độ ưu tiên xử lý (High, Medium, Low</a:t>
            </a:r>
            <a:r>
              <a:rPr lang="vi-VN" sz="2300" dirty="0" smtClean="0">
                <a:solidFill>
                  <a:srgbClr val="0000CC"/>
                </a:solidFill>
                <a:latin typeface="Rockwell" panose="02060603020205020403" pitchFamily="18" charset="0"/>
                <a:ea typeface="+mj-ea"/>
                <a:cs typeface="+mj-cs"/>
              </a:rPr>
              <a:t>)</a:t>
            </a:r>
            <a:r>
              <a:rPr lang="en-US" sz="2300" dirty="0" smtClean="0">
                <a:solidFill>
                  <a:srgbClr val="0000CC"/>
                </a:solidFill>
                <a:latin typeface="Rockwell" panose="02060603020205020403" pitchFamily="18" charset="0"/>
                <a:ea typeface="+mj-ea"/>
                <a:cs typeface="+mj-cs"/>
              </a:rPr>
              <a:t>; </a:t>
            </a:r>
            <a:r>
              <a:rPr lang="vi-VN" sz="2300" dirty="0" smtClean="0">
                <a:solidFill>
                  <a:srgbClr val="0000CC"/>
                </a:solidFill>
                <a:latin typeface="Rockwell" panose="02060603020205020403" pitchFamily="18" charset="0"/>
                <a:ea typeface="+mj-ea"/>
                <a:cs typeface="+mj-cs"/>
              </a:rPr>
              <a:t>Gợi </a:t>
            </a:r>
            <a:r>
              <a:rPr lang="vi-VN" sz="2300" dirty="0">
                <a:solidFill>
                  <a:srgbClr val="0000CC"/>
                </a:solidFill>
                <a:latin typeface="Rockwell" panose="02060603020205020403" pitchFamily="18" charset="0"/>
                <a:ea typeface="+mj-ea"/>
                <a:cs typeface="+mj-cs"/>
              </a:rPr>
              <a:t>ý yêu cầu bảo mật cần bổ sung để giảm thiểu rủi ro.</a:t>
            </a:r>
          </a:p>
          <a:p>
            <a:pPr marL="0" indent="0">
              <a:buNone/>
            </a:pPr>
            <a:endParaRPr lang="vi-VN" sz="2300" dirty="0">
              <a:solidFill>
                <a:srgbClr val="0000CC"/>
              </a:solidFill>
              <a:latin typeface="Rockwell" panose="02060603020205020403" pitchFamily="18" charset="0"/>
              <a:ea typeface="+mj-ea"/>
              <a:cs typeface="+mj-cs"/>
            </a:endParaRPr>
          </a:p>
        </p:txBody>
      </p:sp>
    </p:spTree>
    <p:extLst>
      <p:ext uri="{BB962C8B-B14F-4D97-AF65-F5344CB8AC3E}">
        <p14:creationId xmlns:p14="http://schemas.microsoft.com/office/powerpoint/2010/main" val="81045504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914876"/>
            <a:ext cx="10242645" cy="528851"/>
          </a:xfrm>
        </p:spPr>
        <p:txBody>
          <a:bodyPr/>
          <a:lstStyle/>
          <a:p>
            <a:r>
              <a:rPr lang="en-US" sz="2800" b="1" dirty="0" smtClean="0">
                <a:solidFill>
                  <a:srgbClr val="0000CC"/>
                </a:solidFill>
                <a:latin typeface="Rockwell" panose="02060603020205020403" pitchFamily="18" charset="0"/>
              </a:rPr>
              <a:t>8.3. </a:t>
            </a:r>
            <a:r>
              <a:rPr lang="en-US" sz="2800" b="1" dirty="0" err="1" smtClean="0">
                <a:solidFill>
                  <a:srgbClr val="0000CC"/>
                </a:solidFill>
                <a:latin typeface="Rockwell" panose="02060603020205020403" pitchFamily="18" charset="0"/>
              </a:rPr>
              <a:t>Các</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giai</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đoạn</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chính</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trong</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SDDLC</a:t>
            </a: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511967"/>
            <a:ext cx="9928747" cy="4382729"/>
          </a:xfrm>
        </p:spPr>
        <p:txBody>
          <a:bodyPr/>
          <a:lstStyle/>
          <a:p>
            <a:pPr marL="0" indent="0">
              <a:buNone/>
            </a:pPr>
            <a:r>
              <a:rPr lang="en-US" b="1" dirty="0">
                <a:solidFill>
                  <a:srgbClr val="0000CC"/>
                </a:solidFill>
                <a:latin typeface="Rockwell" panose="02060603020205020403" pitchFamily="18" charset="0"/>
                <a:ea typeface="+mj-ea"/>
                <a:cs typeface="+mj-cs"/>
              </a:rPr>
              <a:t>2</a:t>
            </a:r>
            <a:r>
              <a:rPr lang="vi-VN" b="1" dirty="0">
                <a:solidFill>
                  <a:srgbClr val="0000CC"/>
                </a:solidFill>
                <a:latin typeface="Rockwell" panose="02060603020205020403" pitchFamily="18" charset="0"/>
                <a:ea typeface="+mj-ea"/>
                <a:cs typeface="+mj-cs"/>
              </a:rPr>
              <a:t>. </a:t>
            </a:r>
            <a:r>
              <a:rPr lang="en-US" b="1" dirty="0" err="1">
                <a:solidFill>
                  <a:srgbClr val="0000CC"/>
                </a:solidFill>
                <a:latin typeface="Rockwell" panose="02060603020205020403" pitchFamily="18" charset="0"/>
                <a:ea typeface="+mj-ea"/>
                <a:cs typeface="+mj-cs"/>
              </a:rPr>
              <a:t>Thiết</a:t>
            </a:r>
            <a:r>
              <a:rPr lang="en-US" b="1" dirty="0">
                <a:solidFill>
                  <a:srgbClr val="0000CC"/>
                </a:solidFill>
                <a:latin typeface="Rockwell" panose="02060603020205020403" pitchFamily="18" charset="0"/>
                <a:ea typeface="+mj-ea"/>
                <a:cs typeface="+mj-cs"/>
              </a:rPr>
              <a:t> </a:t>
            </a:r>
            <a:r>
              <a:rPr lang="en-US" b="1" dirty="0" err="1">
                <a:solidFill>
                  <a:srgbClr val="0000CC"/>
                </a:solidFill>
                <a:latin typeface="Rockwell" panose="02060603020205020403" pitchFamily="18" charset="0"/>
                <a:ea typeface="+mj-ea"/>
                <a:cs typeface="+mj-cs"/>
              </a:rPr>
              <a:t>kế</a:t>
            </a:r>
            <a:r>
              <a:rPr lang="en-US" b="1" dirty="0">
                <a:solidFill>
                  <a:srgbClr val="0000CC"/>
                </a:solidFill>
                <a:latin typeface="Rockwell" panose="02060603020205020403" pitchFamily="18" charset="0"/>
                <a:ea typeface="+mj-ea"/>
                <a:cs typeface="+mj-cs"/>
              </a:rPr>
              <a:t> (Design)</a:t>
            </a:r>
          </a:p>
          <a:p>
            <a:pPr marL="627063"/>
            <a:r>
              <a:rPr lang="en-US" dirty="0" err="1">
                <a:solidFill>
                  <a:srgbClr val="0000CC"/>
                </a:solidFill>
                <a:latin typeface="Rockwell" panose="02060603020205020403" pitchFamily="18" charset="0"/>
                <a:ea typeface="+mj-ea"/>
                <a:cs typeface="+mj-cs"/>
              </a:rPr>
              <a:t>Áp</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dụng</a:t>
            </a:r>
            <a:r>
              <a:rPr lang="en-US" dirty="0">
                <a:solidFill>
                  <a:srgbClr val="0000CC"/>
                </a:solidFill>
                <a:latin typeface="Rockwell" panose="02060603020205020403" pitchFamily="18" charset="0"/>
                <a:ea typeface="+mj-ea"/>
                <a:cs typeface="+mj-cs"/>
              </a:rPr>
              <a:t> Threat Modeling </a:t>
            </a:r>
            <a:r>
              <a:rPr lang="en-US" dirty="0" err="1">
                <a:solidFill>
                  <a:srgbClr val="0000CC"/>
                </a:solidFill>
                <a:latin typeface="Rockwell" panose="02060603020205020403" pitchFamily="18" charset="0"/>
                <a:ea typeface="+mj-ea"/>
                <a:cs typeface="+mj-cs"/>
              </a:rPr>
              <a:t>để</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xác</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định</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các</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điểm</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yếu</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và</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kịch</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bản</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tấn</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công</a:t>
            </a:r>
            <a:r>
              <a:rPr lang="en-US" dirty="0">
                <a:solidFill>
                  <a:srgbClr val="0000CC"/>
                </a:solidFill>
                <a:latin typeface="Rockwell" panose="02060603020205020403" pitchFamily="18" charset="0"/>
                <a:ea typeface="+mj-ea"/>
                <a:cs typeface="+mj-cs"/>
              </a:rPr>
              <a:t>.</a:t>
            </a:r>
          </a:p>
          <a:p>
            <a:pPr marL="627063"/>
            <a:r>
              <a:rPr lang="en-US" dirty="0" err="1">
                <a:solidFill>
                  <a:srgbClr val="0000CC"/>
                </a:solidFill>
                <a:latin typeface="Rockwell" panose="02060603020205020403" pitchFamily="18" charset="0"/>
                <a:ea typeface="+mj-ea"/>
                <a:cs typeface="+mj-cs"/>
              </a:rPr>
              <a:t>Xây</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dựng</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kiến</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trúc</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hệ</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thống</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theo</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nguyên</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tắc</a:t>
            </a:r>
            <a:r>
              <a:rPr lang="en-US" dirty="0">
                <a:solidFill>
                  <a:srgbClr val="0000CC"/>
                </a:solidFill>
                <a:latin typeface="Rockwell" panose="02060603020205020403" pitchFamily="18" charset="0"/>
                <a:ea typeface="+mj-ea"/>
                <a:cs typeface="+mj-cs"/>
              </a:rPr>
              <a:t> Security by Design </a:t>
            </a:r>
            <a:r>
              <a:rPr lang="en-US" dirty="0" err="1">
                <a:solidFill>
                  <a:srgbClr val="0000CC"/>
                </a:solidFill>
                <a:latin typeface="Rockwell" panose="02060603020205020403" pitchFamily="18" charset="0"/>
                <a:ea typeface="+mj-ea"/>
                <a:cs typeface="+mj-cs"/>
              </a:rPr>
              <a:t>và</a:t>
            </a:r>
            <a:r>
              <a:rPr lang="en-US" dirty="0">
                <a:solidFill>
                  <a:srgbClr val="0000CC"/>
                </a:solidFill>
                <a:latin typeface="Rockwell" panose="02060603020205020403" pitchFamily="18" charset="0"/>
                <a:ea typeface="+mj-ea"/>
                <a:cs typeface="+mj-cs"/>
              </a:rPr>
              <a:t> Defense in Depth.</a:t>
            </a:r>
          </a:p>
          <a:p>
            <a:pPr marL="627063"/>
            <a:r>
              <a:rPr lang="en-US" dirty="0" err="1">
                <a:solidFill>
                  <a:srgbClr val="0000CC"/>
                </a:solidFill>
                <a:latin typeface="Rockwell" panose="02060603020205020403" pitchFamily="18" charset="0"/>
                <a:ea typeface="+mj-ea"/>
                <a:cs typeface="+mj-cs"/>
              </a:rPr>
              <a:t>Xem</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xét</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các</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mẫu</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thiết</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kế</a:t>
            </a:r>
            <a:r>
              <a:rPr lang="en-US" dirty="0">
                <a:solidFill>
                  <a:srgbClr val="0000CC"/>
                </a:solidFill>
                <a:latin typeface="Rockwell" panose="02060603020205020403" pitchFamily="18" charset="0"/>
                <a:ea typeface="+mj-ea"/>
                <a:cs typeface="+mj-cs"/>
              </a:rPr>
              <a:t> an </a:t>
            </a:r>
            <a:r>
              <a:rPr lang="en-US" dirty="0" err="1">
                <a:solidFill>
                  <a:srgbClr val="0000CC"/>
                </a:solidFill>
                <a:latin typeface="Rockwell" panose="02060603020205020403" pitchFamily="18" charset="0"/>
                <a:ea typeface="+mj-ea"/>
                <a:cs typeface="+mj-cs"/>
              </a:rPr>
              <a:t>toàn</a:t>
            </a:r>
            <a:r>
              <a:rPr lang="en-US" dirty="0">
                <a:solidFill>
                  <a:srgbClr val="0000CC"/>
                </a:solidFill>
                <a:latin typeface="Rockwell" panose="02060603020205020403" pitchFamily="18" charset="0"/>
                <a:ea typeface="+mj-ea"/>
                <a:cs typeface="+mj-cs"/>
              </a:rPr>
              <a:t> (secure design patterns) </a:t>
            </a:r>
            <a:r>
              <a:rPr lang="en-US" dirty="0" err="1">
                <a:solidFill>
                  <a:srgbClr val="0000CC"/>
                </a:solidFill>
                <a:latin typeface="Rockwell" panose="02060603020205020403" pitchFamily="18" charset="0"/>
                <a:ea typeface="+mj-ea"/>
                <a:cs typeface="+mj-cs"/>
              </a:rPr>
              <a:t>để</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giảm</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thiểu</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rủi</a:t>
            </a:r>
            <a:r>
              <a:rPr lang="en-US" dirty="0">
                <a:solidFill>
                  <a:srgbClr val="0000CC"/>
                </a:solidFill>
                <a:latin typeface="Rockwell" panose="02060603020205020403" pitchFamily="18" charset="0"/>
                <a:ea typeface="+mj-ea"/>
                <a:cs typeface="+mj-cs"/>
              </a:rPr>
              <a:t> ro.</a:t>
            </a:r>
          </a:p>
          <a:p>
            <a:pPr marL="0" indent="0">
              <a:buNone/>
            </a:pPr>
            <a:endParaRPr lang="en-US" sz="2600" dirty="0">
              <a:solidFill>
                <a:srgbClr val="FF00FF"/>
              </a:solidFill>
              <a:latin typeface="Rockwell" panose="02060603020205020403" pitchFamily="18" charset="0"/>
              <a:ea typeface="+mj-ea"/>
              <a:cs typeface="+mj-cs"/>
            </a:endParaRPr>
          </a:p>
        </p:txBody>
      </p:sp>
    </p:spTree>
    <p:extLst>
      <p:ext uri="{BB962C8B-B14F-4D97-AF65-F5344CB8AC3E}">
        <p14:creationId xmlns:p14="http://schemas.microsoft.com/office/powerpoint/2010/main" val="263286331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914876"/>
            <a:ext cx="10242645" cy="528851"/>
          </a:xfrm>
        </p:spPr>
        <p:txBody>
          <a:bodyPr/>
          <a:lstStyle/>
          <a:p>
            <a:r>
              <a:rPr lang="en-US" sz="2800" b="1" dirty="0" smtClean="0">
                <a:solidFill>
                  <a:srgbClr val="0000CC"/>
                </a:solidFill>
                <a:latin typeface="Rockwell" panose="02060603020205020403" pitchFamily="18" charset="0"/>
              </a:rPr>
              <a:t>8.3. </a:t>
            </a:r>
            <a:r>
              <a:rPr lang="en-US" sz="2800" b="1" dirty="0" err="1" smtClean="0">
                <a:solidFill>
                  <a:srgbClr val="0000CC"/>
                </a:solidFill>
                <a:latin typeface="Rockwell" panose="02060603020205020403" pitchFamily="18" charset="0"/>
              </a:rPr>
              <a:t>Các</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giai</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đoạn</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chính</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trong</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SDDLC</a:t>
            </a: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511967"/>
            <a:ext cx="9928747" cy="4382729"/>
          </a:xfrm>
        </p:spPr>
        <p:txBody>
          <a:bodyPr/>
          <a:lstStyle/>
          <a:p>
            <a:pPr marL="0" indent="0">
              <a:buNone/>
            </a:pPr>
            <a:r>
              <a:rPr lang="vi-VN" b="1" dirty="0">
                <a:solidFill>
                  <a:srgbClr val="0000CC"/>
                </a:solidFill>
                <a:latin typeface="Rockwell" panose="02060603020205020403" pitchFamily="18" charset="0"/>
                <a:ea typeface="+mj-ea"/>
                <a:cs typeface="+mj-cs"/>
              </a:rPr>
              <a:t>Security by Design (Bảo mật ngay từ thiết kế)</a:t>
            </a:r>
          </a:p>
          <a:p>
            <a:pPr marL="0" indent="0">
              <a:buNone/>
            </a:pPr>
            <a:r>
              <a:rPr lang="en-US" b="1" dirty="0">
                <a:solidFill>
                  <a:srgbClr val="0000CC"/>
                </a:solidFill>
                <a:latin typeface="Rockwell" panose="02060603020205020403" pitchFamily="18" charset="0"/>
                <a:ea typeface="+mj-ea"/>
                <a:cs typeface="+mj-cs"/>
              </a:rPr>
              <a:t>a</a:t>
            </a:r>
            <a:r>
              <a:rPr lang="vi-VN" b="1" dirty="0" smtClean="0">
                <a:solidFill>
                  <a:srgbClr val="0000CC"/>
                </a:solidFill>
                <a:latin typeface="Rockwell" panose="02060603020205020403" pitchFamily="18" charset="0"/>
                <a:ea typeface="+mj-ea"/>
                <a:cs typeface="+mj-cs"/>
              </a:rPr>
              <a:t>. </a:t>
            </a:r>
            <a:r>
              <a:rPr lang="vi-VN" b="1" dirty="0">
                <a:solidFill>
                  <a:srgbClr val="0000CC"/>
                </a:solidFill>
                <a:latin typeface="Rockwell" panose="02060603020205020403" pitchFamily="18" charset="0"/>
                <a:ea typeface="+mj-ea"/>
                <a:cs typeface="+mj-cs"/>
              </a:rPr>
              <a:t>Khái niệm</a:t>
            </a:r>
          </a:p>
          <a:p>
            <a:pPr marL="573088"/>
            <a:r>
              <a:rPr lang="vi-VN" dirty="0">
                <a:solidFill>
                  <a:srgbClr val="0000CC"/>
                </a:solidFill>
                <a:latin typeface="Rockwell" panose="02060603020205020403" pitchFamily="18" charset="0"/>
                <a:ea typeface="+mj-ea"/>
                <a:cs typeface="+mj-cs"/>
              </a:rPr>
              <a:t>Là nguyên tắc thiết kế phần mềm trong đó bảo mật được tích hợp ngay từ đầu thay vì bổ sung sau khi phát triển.</a:t>
            </a:r>
          </a:p>
          <a:p>
            <a:pPr marL="573088"/>
            <a:r>
              <a:rPr lang="vi-VN" dirty="0">
                <a:solidFill>
                  <a:srgbClr val="0000CC"/>
                </a:solidFill>
                <a:latin typeface="Rockwell" panose="02060603020205020403" pitchFamily="18" charset="0"/>
                <a:ea typeface="+mj-ea"/>
                <a:cs typeface="+mj-cs"/>
              </a:rPr>
              <a:t>Mục tiêu: </a:t>
            </a:r>
            <a:r>
              <a:rPr lang="en-US" dirty="0" smtClean="0">
                <a:solidFill>
                  <a:srgbClr val="0000CC"/>
                </a:solidFill>
                <a:latin typeface="Rockwell" panose="02060603020205020403" pitchFamily="18" charset="0"/>
                <a:ea typeface="+mj-ea"/>
                <a:cs typeface="+mj-cs"/>
              </a:rPr>
              <a:t>G</a:t>
            </a:r>
            <a:r>
              <a:rPr lang="vi-VN" dirty="0" smtClean="0">
                <a:solidFill>
                  <a:srgbClr val="0000CC"/>
                </a:solidFill>
                <a:latin typeface="Rockwell" panose="02060603020205020403" pitchFamily="18" charset="0"/>
                <a:ea typeface="+mj-ea"/>
                <a:cs typeface="+mj-cs"/>
              </a:rPr>
              <a:t>iảm </a:t>
            </a:r>
            <a:r>
              <a:rPr lang="vi-VN" dirty="0">
                <a:solidFill>
                  <a:srgbClr val="0000CC"/>
                </a:solidFill>
                <a:latin typeface="Rockwell" panose="02060603020205020403" pitchFamily="18" charset="0"/>
                <a:ea typeface="+mj-ea"/>
                <a:cs typeface="+mj-cs"/>
              </a:rPr>
              <a:t>thiểu rủi ro từ kiến trúc, quy trình, và cách triển khai hệ thống.</a:t>
            </a:r>
          </a:p>
          <a:p>
            <a:pPr marL="0" indent="0">
              <a:buNone/>
            </a:pPr>
            <a:endParaRPr lang="en-US" dirty="0" smtClean="0">
              <a:solidFill>
                <a:srgbClr val="FF00FF"/>
              </a:solidFill>
              <a:latin typeface="Rockwell" panose="02060603020205020403" pitchFamily="18" charset="0"/>
              <a:ea typeface="+mj-ea"/>
              <a:cs typeface="+mj-cs"/>
            </a:endParaRPr>
          </a:p>
          <a:p>
            <a:pPr marL="0" indent="0">
              <a:buNone/>
            </a:pPr>
            <a:r>
              <a:rPr lang="en-US" b="1" dirty="0" smtClean="0">
                <a:solidFill>
                  <a:srgbClr val="FF00FF"/>
                </a:solidFill>
                <a:latin typeface="Rockwell" panose="02060603020205020403" pitchFamily="18" charset="0"/>
                <a:ea typeface="+mj-ea"/>
                <a:cs typeface="+mj-cs"/>
              </a:rPr>
              <a:t>Security </a:t>
            </a:r>
            <a:r>
              <a:rPr lang="en-US" b="1" dirty="0">
                <a:solidFill>
                  <a:srgbClr val="FF00FF"/>
                </a:solidFill>
                <a:latin typeface="Rockwell" panose="02060603020205020403" pitchFamily="18" charset="0"/>
                <a:ea typeface="+mj-ea"/>
                <a:cs typeface="+mj-cs"/>
              </a:rPr>
              <a:t>by Design </a:t>
            </a:r>
            <a:r>
              <a:rPr lang="en-US" dirty="0">
                <a:solidFill>
                  <a:srgbClr val="FF00FF"/>
                </a:solidFill>
                <a:latin typeface="Rockwell" panose="02060603020205020403" pitchFamily="18" charset="0"/>
                <a:ea typeface="+mj-ea"/>
                <a:cs typeface="+mj-cs"/>
              </a:rPr>
              <a:t>= </a:t>
            </a:r>
            <a:r>
              <a:rPr lang="en-US" dirty="0" err="1">
                <a:solidFill>
                  <a:srgbClr val="FF00FF"/>
                </a:solidFill>
                <a:latin typeface="Rockwell" panose="02060603020205020403" pitchFamily="18" charset="0"/>
                <a:ea typeface="+mj-ea"/>
                <a:cs typeface="+mj-cs"/>
              </a:rPr>
              <a:t>Xây</a:t>
            </a:r>
            <a:r>
              <a:rPr lang="en-US" dirty="0">
                <a:solidFill>
                  <a:srgbClr val="FF00FF"/>
                </a:solidFill>
                <a:latin typeface="Rockwell" panose="02060603020205020403" pitchFamily="18" charset="0"/>
                <a:ea typeface="+mj-ea"/>
                <a:cs typeface="+mj-cs"/>
              </a:rPr>
              <a:t> </a:t>
            </a:r>
            <a:r>
              <a:rPr lang="en-US" dirty="0" err="1">
                <a:solidFill>
                  <a:srgbClr val="FF00FF"/>
                </a:solidFill>
                <a:latin typeface="Rockwell" panose="02060603020205020403" pitchFamily="18" charset="0"/>
                <a:ea typeface="+mj-ea"/>
                <a:cs typeface="+mj-cs"/>
              </a:rPr>
              <a:t>dựng</a:t>
            </a:r>
            <a:r>
              <a:rPr lang="en-US" dirty="0">
                <a:solidFill>
                  <a:srgbClr val="FF00FF"/>
                </a:solidFill>
                <a:latin typeface="Rockwell" panose="02060603020205020403" pitchFamily="18" charset="0"/>
                <a:ea typeface="+mj-ea"/>
                <a:cs typeface="+mj-cs"/>
              </a:rPr>
              <a:t> </a:t>
            </a:r>
            <a:r>
              <a:rPr lang="en-US" dirty="0" err="1">
                <a:solidFill>
                  <a:srgbClr val="FF00FF"/>
                </a:solidFill>
                <a:latin typeface="Rockwell" panose="02060603020205020403" pitchFamily="18" charset="0"/>
                <a:ea typeface="+mj-ea"/>
                <a:cs typeface="+mj-cs"/>
              </a:rPr>
              <a:t>phần</a:t>
            </a:r>
            <a:r>
              <a:rPr lang="en-US" dirty="0">
                <a:solidFill>
                  <a:srgbClr val="FF00FF"/>
                </a:solidFill>
                <a:latin typeface="Rockwell" panose="02060603020205020403" pitchFamily="18" charset="0"/>
                <a:ea typeface="+mj-ea"/>
                <a:cs typeface="+mj-cs"/>
              </a:rPr>
              <a:t> </a:t>
            </a:r>
            <a:r>
              <a:rPr lang="en-US" dirty="0" err="1">
                <a:solidFill>
                  <a:srgbClr val="FF00FF"/>
                </a:solidFill>
                <a:latin typeface="Rockwell" panose="02060603020205020403" pitchFamily="18" charset="0"/>
                <a:ea typeface="+mj-ea"/>
                <a:cs typeface="+mj-cs"/>
              </a:rPr>
              <a:t>mềm</a:t>
            </a:r>
            <a:r>
              <a:rPr lang="en-US" dirty="0">
                <a:solidFill>
                  <a:srgbClr val="FF00FF"/>
                </a:solidFill>
                <a:latin typeface="Rockwell" panose="02060603020205020403" pitchFamily="18" charset="0"/>
                <a:ea typeface="+mj-ea"/>
                <a:cs typeface="+mj-cs"/>
              </a:rPr>
              <a:t> an </a:t>
            </a:r>
            <a:r>
              <a:rPr lang="en-US" dirty="0" err="1">
                <a:solidFill>
                  <a:srgbClr val="FF00FF"/>
                </a:solidFill>
                <a:latin typeface="Rockwell" panose="02060603020205020403" pitchFamily="18" charset="0"/>
                <a:ea typeface="+mj-ea"/>
                <a:cs typeface="+mj-cs"/>
              </a:rPr>
              <a:t>toàn</a:t>
            </a:r>
            <a:r>
              <a:rPr lang="en-US" dirty="0">
                <a:solidFill>
                  <a:srgbClr val="FF00FF"/>
                </a:solidFill>
                <a:latin typeface="Rockwell" panose="02060603020205020403" pitchFamily="18" charset="0"/>
                <a:ea typeface="+mj-ea"/>
                <a:cs typeface="+mj-cs"/>
              </a:rPr>
              <a:t> </a:t>
            </a:r>
            <a:r>
              <a:rPr lang="en-US" dirty="0" err="1">
                <a:solidFill>
                  <a:srgbClr val="FF00FF"/>
                </a:solidFill>
                <a:latin typeface="Rockwell" panose="02060603020205020403" pitchFamily="18" charset="0"/>
                <a:ea typeface="+mj-ea"/>
                <a:cs typeface="+mj-cs"/>
              </a:rPr>
              <a:t>ngay</a:t>
            </a:r>
            <a:r>
              <a:rPr lang="en-US" dirty="0">
                <a:solidFill>
                  <a:srgbClr val="FF00FF"/>
                </a:solidFill>
                <a:latin typeface="Rockwell" panose="02060603020205020403" pitchFamily="18" charset="0"/>
                <a:ea typeface="+mj-ea"/>
                <a:cs typeface="+mj-cs"/>
              </a:rPr>
              <a:t> </a:t>
            </a:r>
            <a:r>
              <a:rPr lang="en-US" dirty="0" err="1">
                <a:solidFill>
                  <a:srgbClr val="FF00FF"/>
                </a:solidFill>
                <a:latin typeface="Rockwell" panose="02060603020205020403" pitchFamily="18" charset="0"/>
                <a:ea typeface="+mj-ea"/>
                <a:cs typeface="+mj-cs"/>
              </a:rPr>
              <a:t>từ</a:t>
            </a:r>
            <a:r>
              <a:rPr lang="en-US" dirty="0">
                <a:solidFill>
                  <a:srgbClr val="FF00FF"/>
                </a:solidFill>
                <a:latin typeface="Rockwell" panose="02060603020205020403" pitchFamily="18" charset="0"/>
                <a:ea typeface="+mj-ea"/>
                <a:cs typeface="+mj-cs"/>
              </a:rPr>
              <a:t> </a:t>
            </a:r>
            <a:r>
              <a:rPr lang="en-US" dirty="0" err="1" smtClean="0">
                <a:solidFill>
                  <a:srgbClr val="FF00FF"/>
                </a:solidFill>
                <a:latin typeface="Rockwell" panose="02060603020205020403" pitchFamily="18" charset="0"/>
                <a:ea typeface="+mj-ea"/>
                <a:cs typeface="+mj-cs"/>
              </a:rPr>
              <a:t>gốc</a:t>
            </a:r>
            <a:r>
              <a:rPr lang="en-US" dirty="0" smtClean="0">
                <a:solidFill>
                  <a:srgbClr val="FF00FF"/>
                </a:solidFill>
                <a:latin typeface="Rockwell" panose="02060603020205020403" pitchFamily="18" charset="0"/>
                <a:ea typeface="+mj-ea"/>
                <a:cs typeface="+mj-cs"/>
              </a:rPr>
              <a:t>, </a:t>
            </a:r>
            <a:r>
              <a:rPr lang="en-US" dirty="0" err="1">
                <a:solidFill>
                  <a:srgbClr val="FF00FF"/>
                </a:solidFill>
                <a:latin typeface="Rockwell" panose="02060603020205020403" pitchFamily="18" charset="0"/>
                <a:ea typeface="+mj-ea"/>
                <a:cs typeface="+mj-cs"/>
              </a:rPr>
              <a:t>thay</a:t>
            </a:r>
            <a:r>
              <a:rPr lang="en-US" dirty="0">
                <a:solidFill>
                  <a:srgbClr val="FF00FF"/>
                </a:solidFill>
                <a:latin typeface="Rockwell" panose="02060603020205020403" pitchFamily="18" charset="0"/>
                <a:ea typeface="+mj-ea"/>
                <a:cs typeface="+mj-cs"/>
              </a:rPr>
              <a:t> </a:t>
            </a:r>
            <a:r>
              <a:rPr lang="en-US" dirty="0" err="1">
                <a:solidFill>
                  <a:srgbClr val="FF00FF"/>
                </a:solidFill>
                <a:latin typeface="Rockwell" panose="02060603020205020403" pitchFamily="18" charset="0"/>
                <a:ea typeface="+mj-ea"/>
                <a:cs typeface="+mj-cs"/>
              </a:rPr>
              <a:t>vì</a:t>
            </a:r>
            <a:r>
              <a:rPr lang="en-US" dirty="0">
                <a:solidFill>
                  <a:srgbClr val="FF00FF"/>
                </a:solidFill>
                <a:latin typeface="Rockwell" panose="02060603020205020403" pitchFamily="18" charset="0"/>
                <a:ea typeface="+mj-ea"/>
                <a:cs typeface="+mj-cs"/>
              </a:rPr>
              <a:t> “</a:t>
            </a:r>
            <a:r>
              <a:rPr lang="en-US" dirty="0" err="1">
                <a:solidFill>
                  <a:srgbClr val="FF00FF"/>
                </a:solidFill>
                <a:latin typeface="Rockwell" panose="02060603020205020403" pitchFamily="18" charset="0"/>
                <a:ea typeface="+mj-ea"/>
                <a:cs typeface="+mj-cs"/>
              </a:rPr>
              <a:t>vá</a:t>
            </a:r>
            <a:r>
              <a:rPr lang="en-US" dirty="0">
                <a:solidFill>
                  <a:srgbClr val="FF00FF"/>
                </a:solidFill>
                <a:latin typeface="Rockwell" panose="02060603020205020403" pitchFamily="18" charset="0"/>
                <a:ea typeface="+mj-ea"/>
                <a:cs typeface="+mj-cs"/>
              </a:rPr>
              <a:t> </a:t>
            </a:r>
            <a:r>
              <a:rPr lang="en-US" dirty="0" err="1">
                <a:solidFill>
                  <a:srgbClr val="FF00FF"/>
                </a:solidFill>
                <a:latin typeface="Rockwell" panose="02060603020205020403" pitchFamily="18" charset="0"/>
                <a:ea typeface="+mj-ea"/>
                <a:cs typeface="+mj-cs"/>
              </a:rPr>
              <a:t>lỗi</a:t>
            </a:r>
            <a:r>
              <a:rPr lang="en-US" dirty="0">
                <a:solidFill>
                  <a:srgbClr val="FF00FF"/>
                </a:solidFill>
                <a:latin typeface="Rockwell" panose="02060603020205020403" pitchFamily="18" charset="0"/>
                <a:ea typeface="+mj-ea"/>
                <a:cs typeface="+mj-cs"/>
              </a:rPr>
              <a:t>” </a:t>
            </a:r>
            <a:r>
              <a:rPr lang="en-US" dirty="0" err="1">
                <a:solidFill>
                  <a:srgbClr val="FF00FF"/>
                </a:solidFill>
                <a:latin typeface="Rockwell" panose="02060603020205020403" pitchFamily="18" charset="0"/>
                <a:ea typeface="+mj-ea"/>
                <a:cs typeface="+mj-cs"/>
              </a:rPr>
              <a:t>khi</a:t>
            </a:r>
            <a:r>
              <a:rPr lang="en-US" dirty="0">
                <a:solidFill>
                  <a:srgbClr val="FF00FF"/>
                </a:solidFill>
                <a:latin typeface="Rockwell" panose="02060603020205020403" pitchFamily="18" charset="0"/>
                <a:ea typeface="+mj-ea"/>
                <a:cs typeface="+mj-cs"/>
              </a:rPr>
              <a:t> </a:t>
            </a:r>
            <a:r>
              <a:rPr lang="en-US" dirty="0" err="1">
                <a:solidFill>
                  <a:srgbClr val="FF00FF"/>
                </a:solidFill>
                <a:latin typeface="Rockwell" panose="02060603020205020403" pitchFamily="18" charset="0"/>
                <a:ea typeface="+mj-ea"/>
                <a:cs typeface="+mj-cs"/>
              </a:rPr>
              <a:t>đã</a:t>
            </a:r>
            <a:r>
              <a:rPr lang="en-US" dirty="0">
                <a:solidFill>
                  <a:srgbClr val="FF00FF"/>
                </a:solidFill>
                <a:latin typeface="Rockwell" panose="02060603020205020403" pitchFamily="18" charset="0"/>
                <a:ea typeface="+mj-ea"/>
                <a:cs typeface="+mj-cs"/>
              </a:rPr>
              <a:t> </a:t>
            </a:r>
            <a:r>
              <a:rPr lang="en-US" dirty="0" err="1">
                <a:solidFill>
                  <a:srgbClr val="FF00FF"/>
                </a:solidFill>
                <a:latin typeface="Rockwell" panose="02060603020205020403" pitchFamily="18" charset="0"/>
                <a:ea typeface="+mj-ea"/>
                <a:cs typeface="+mj-cs"/>
              </a:rPr>
              <a:t>triển</a:t>
            </a:r>
            <a:r>
              <a:rPr lang="en-US" dirty="0">
                <a:solidFill>
                  <a:srgbClr val="FF00FF"/>
                </a:solidFill>
                <a:latin typeface="Rockwell" panose="02060603020205020403" pitchFamily="18" charset="0"/>
                <a:ea typeface="+mj-ea"/>
                <a:cs typeface="+mj-cs"/>
              </a:rPr>
              <a:t> </a:t>
            </a:r>
            <a:r>
              <a:rPr lang="en-US" dirty="0" err="1">
                <a:solidFill>
                  <a:srgbClr val="FF00FF"/>
                </a:solidFill>
                <a:latin typeface="Rockwell" panose="02060603020205020403" pitchFamily="18" charset="0"/>
                <a:ea typeface="+mj-ea"/>
                <a:cs typeface="+mj-cs"/>
              </a:rPr>
              <a:t>khai</a:t>
            </a:r>
            <a:r>
              <a:rPr lang="en-US" dirty="0">
                <a:solidFill>
                  <a:srgbClr val="FF00FF"/>
                </a:solidFill>
                <a:latin typeface="Rockwell" panose="02060603020205020403" pitchFamily="18" charset="0"/>
                <a:ea typeface="+mj-ea"/>
                <a:cs typeface="+mj-cs"/>
              </a:rPr>
              <a:t>.</a:t>
            </a:r>
          </a:p>
          <a:p>
            <a:pPr marL="0" indent="0">
              <a:buNone/>
            </a:pPr>
            <a:endParaRPr lang="en-US" sz="2600" dirty="0">
              <a:solidFill>
                <a:srgbClr val="FF00FF"/>
              </a:solidFill>
              <a:latin typeface="Rockwell" panose="02060603020205020403" pitchFamily="18" charset="0"/>
              <a:ea typeface="+mj-ea"/>
              <a:cs typeface="+mj-cs"/>
            </a:endParaRPr>
          </a:p>
        </p:txBody>
      </p:sp>
    </p:spTree>
    <p:extLst>
      <p:ext uri="{BB962C8B-B14F-4D97-AF65-F5344CB8AC3E}">
        <p14:creationId xmlns:p14="http://schemas.microsoft.com/office/powerpoint/2010/main" val="377968009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914876"/>
            <a:ext cx="10242645" cy="528851"/>
          </a:xfrm>
        </p:spPr>
        <p:txBody>
          <a:bodyPr/>
          <a:lstStyle/>
          <a:p>
            <a:r>
              <a:rPr lang="en-US" sz="2800" b="1" dirty="0" smtClean="0">
                <a:solidFill>
                  <a:srgbClr val="0000CC"/>
                </a:solidFill>
                <a:latin typeface="Rockwell" panose="02060603020205020403" pitchFamily="18" charset="0"/>
              </a:rPr>
              <a:t>8.3. </a:t>
            </a:r>
            <a:r>
              <a:rPr lang="en-US" sz="2800" b="1" dirty="0" err="1" smtClean="0">
                <a:solidFill>
                  <a:srgbClr val="0000CC"/>
                </a:solidFill>
                <a:latin typeface="Rockwell" panose="02060603020205020403" pitchFamily="18" charset="0"/>
              </a:rPr>
              <a:t>Các</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giai</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đoạn</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chính</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trong</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SDDLC</a:t>
            </a: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511967"/>
            <a:ext cx="9928747" cy="4382729"/>
          </a:xfrm>
        </p:spPr>
        <p:txBody>
          <a:bodyPr/>
          <a:lstStyle/>
          <a:p>
            <a:pPr marL="0" indent="0">
              <a:buNone/>
            </a:pPr>
            <a:r>
              <a:rPr lang="vi-VN" b="1" dirty="0">
                <a:solidFill>
                  <a:srgbClr val="0000CC"/>
                </a:solidFill>
                <a:latin typeface="Rockwell" panose="02060603020205020403" pitchFamily="18" charset="0"/>
                <a:ea typeface="+mj-ea"/>
                <a:cs typeface="+mj-cs"/>
              </a:rPr>
              <a:t>Security by Design (Bảo mật ngay từ thiết kế)</a:t>
            </a:r>
          </a:p>
          <a:p>
            <a:pPr marL="0" indent="0">
              <a:buNone/>
            </a:pPr>
            <a:r>
              <a:rPr lang="en-US" b="1" dirty="0">
                <a:solidFill>
                  <a:srgbClr val="0000CC"/>
                </a:solidFill>
                <a:latin typeface="Rockwell" panose="02060603020205020403" pitchFamily="18" charset="0"/>
                <a:ea typeface="+mj-ea"/>
                <a:cs typeface="+mj-cs"/>
              </a:rPr>
              <a:t>b</a:t>
            </a:r>
            <a:r>
              <a:rPr lang="en-US" b="1" dirty="0" smtClean="0">
                <a:solidFill>
                  <a:srgbClr val="0000CC"/>
                </a:solidFill>
                <a:latin typeface="Rockwell" panose="02060603020205020403" pitchFamily="18" charset="0"/>
                <a:ea typeface="+mj-ea"/>
                <a:cs typeface="+mj-cs"/>
              </a:rPr>
              <a:t>. </a:t>
            </a:r>
            <a:r>
              <a:rPr lang="en-US" b="1" dirty="0" err="1">
                <a:solidFill>
                  <a:srgbClr val="0000CC"/>
                </a:solidFill>
                <a:latin typeface="Rockwell" panose="02060603020205020403" pitchFamily="18" charset="0"/>
                <a:ea typeface="+mj-ea"/>
                <a:cs typeface="+mj-cs"/>
              </a:rPr>
              <a:t>Đặc</a:t>
            </a:r>
            <a:r>
              <a:rPr lang="en-US" b="1" dirty="0">
                <a:solidFill>
                  <a:srgbClr val="0000CC"/>
                </a:solidFill>
                <a:latin typeface="Rockwell" panose="02060603020205020403" pitchFamily="18" charset="0"/>
                <a:ea typeface="+mj-ea"/>
                <a:cs typeface="+mj-cs"/>
              </a:rPr>
              <a:t> </a:t>
            </a:r>
            <a:r>
              <a:rPr lang="en-US" b="1" dirty="0" err="1">
                <a:solidFill>
                  <a:srgbClr val="0000CC"/>
                </a:solidFill>
                <a:latin typeface="Rockwell" panose="02060603020205020403" pitchFamily="18" charset="0"/>
                <a:ea typeface="+mj-ea"/>
                <a:cs typeface="+mj-cs"/>
              </a:rPr>
              <a:t>điểm</a:t>
            </a:r>
            <a:r>
              <a:rPr lang="en-US" b="1" dirty="0">
                <a:solidFill>
                  <a:srgbClr val="0000CC"/>
                </a:solidFill>
                <a:latin typeface="Rockwell" panose="02060603020205020403" pitchFamily="18" charset="0"/>
                <a:ea typeface="+mj-ea"/>
                <a:cs typeface="+mj-cs"/>
              </a:rPr>
              <a:t> </a:t>
            </a:r>
            <a:r>
              <a:rPr lang="en-US" b="1" dirty="0" err="1">
                <a:solidFill>
                  <a:srgbClr val="0000CC"/>
                </a:solidFill>
                <a:latin typeface="Rockwell" panose="02060603020205020403" pitchFamily="18" charset="0"/>
                <a:ea typeface="+mj-ea"/>
                <a:cs typeface="+mj-cs"/>
              </a:rPr>
              <a:t>chính</a:t>
            </a:r>
            <a:endParaRPr lang="en-US" b="1" dirty="0">
              <a:solidFill>
                <a:srgbClr val="0000CC"/>
              </a:solidFill>
              <a:latin typeface="Rockwell" panose="02060603020205020403" pitchFamily="18" charset="0"/>
              <a:ea typeface="+mj-ea"/>
              <a:cs typeface="+mj-cs"/>
            </a:endParaRPr>
          </a:p>
          <a:p>
            <a:pPr marL="573088"/>
            <a:r>
              <a:rPr lang="en-US" dirty="0" err="1">
                <a:solidFill>
                  <a:srgbClr val="FF00FF"/>
                </a:solidFill>
                <a:latin typeface="Rockwell" panose="02060603020205020403" pitchFamily="18" charset="0"/>
                <a:ea typeface="+mj-ea"/>
                <a:cs typeface="+mj-cs"/>
              </a:rPr>
              <a:t>Bảo</a:t>
            </a:r>
            <a:r>
              <a:rPr lang="en-US" dirty="0">
                <a:solidFill>
                  <a:srgbClr val="FF00FF"/>
                </a:solidFill>
                <a:latin typeface="Rockwell" panose="02060603020205020403" pitchFamily="18" charset="0"/>
                <a:ea typeface="+mj-ea"/>
                <a:cs typeface="+mj-cs"/>
              </a:rPr>
              <a:t> </a:t>
            </a:r>
            <a:r>
              <a:rPr lang="en-US" dirty="0" err="1">
                <a:solidFill>
                  <a:srgbClr val="FF00FF"/>
                </a:solidFill>
                <a:latin typeface="Rockwell" panose="02060603020205020403" pitchFamily="18" charset="0"/>
                <a:ea typeface="+mj-ea"/>
                <a:cs typeface="+mj-cs"/>
              </a:rPr>
              <a:t>mật</a:t>
            </a:r>
            <a:r>
              <a:rPr lang="en-US" dirty="0">
                <a:solidFill>
                  <a:srgbClr val="FF00FF"/>
                </a:solidFill>
                <a:latin typeface="Rockwell" panose="02060603020205020403" pitchFamily="18" charset="0"/>
                <a:ea typeface="+mj-ea"/>
                <a:cs typeface="+mj-cs"/>
              </a:rPr>
              <a:t> </a:t>
            </a:r>
            <a:r>
              <a:rPr lang="en-US" dirty="0" err="1">
                <a:solidFill>
                  <a:srgbClr val="FF00FF"/>
                </a:solidFill>
                <a:latin typeface="Rockwell" panose="02060603020205020403" pitchFamily="18" charset="0"/>
                <a:ea typeface="+mj-ea"/>
                <a:cs typeface="+mj-cs"/>
              </a:rPr>
              <a:t>mặc</a:t>
            </a:r>
            <a:r>
              <a:rPr lang="en-US" dirty="0">
                <a:solidFill>
                  <a:srgbClr val="FF00FF"/>
                </a:solidFill>
                <a:latin typeface="Rockwell" panose="02060603020205020403" pitchFamily="18" charset="0"/>
                <a:ea typeface="+mj-ea"/>
                <a:cs typeface="+mj-cs"/>
              </a:rPr>
              <a:t> </a:t>
            </a:r>
            <a:r>
              <a:rPr lang="en-US" dirty="0" err="1">
                <a:solidFill>
                  <a:srgbClr val="FF00FF"/>
                </a:solidFill>
                <a:latin typeface="Rockwell" panose="02060603020205020403" pitchFamily="18" charset="0"/>
                <a:ea typeface="+mj-ea"/>
                <a:cs typeface="+mj-cs"/>
              </a:rPr>
              <a:t>định</a:t>
            </a:r>
            <a:r>
              <a:rPr lang="en-US" dirty="0">
                <a:solidFill>
                  <a:srgbClr val="FF00FF"/>
                </a:solidFill>
                <a:latin typeface="Rockwell" panose="02060603020205020403" pitchFamily="18" charset="0"/>
                <a:ea typeface="+mj-ea"/>
                <a:cs typeface="+mj-cs"/>
              </a:rPr>
              <a:t> (Secure by Default): </a:t>
            </a:r>
            <a:r>
              <a:rPr lang="en-US" dirty="0" err="1">
                <a:solidFill>
                  <a:srgbClr val="0000CC"/>
                </a:solidFill>
                <a:latin typeface="Rockwell" panose="02060603020205020403" pitchFamily="18" charset="0"/>
                <a:ea typeface="+mj-ea"/>
                <a:cs typeface="+mj-cs"/>
              </a:rPr>
              <a:t>H</a:t>
            </a:r>
            <a:r>
              <a:rPr lang="en-US" dirty="0" err="1" smtClean="0">
                <a:solidFill>
                  <a:srgbClr val="0000CC"/>
                </a:solidFill>
                <a:latin typeface="Rockwell" panose="02060603020205020403" pitchFamily="18" charset="0"/>
                <a:ea typeface="+mj-ea"/>
                <a:cs typeface="+mj-cs"/>
              </a:rPr>
              <a:t>ệ</a:t>
            </a:r>
            <a:r>
              <a:rPr lang="en-US" dirty="0" smtClean="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thống</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tự</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động</a:t>
            </a:r>
            <a:r>
              <a:rPr lang="en-US" dirty="0">
                <a:solidFill>
                  <a:srgbClr val="0000CC"/>
                </a:solidFill>
                <a:latin typeface="Rockwell" panose="02060603020205020403" pitchFamily="18" charset="0"/>
                <a:ea typeface="+mj-ea"/>
                <a:cs typeface="+mj-cs"/>
              </a:rPr>
              <a:t> ở </a:t>
            </a:r>
            <a:r>
              <a:rPr lang="en-US" dirty="0" err="1">
                <a:solidFill>
                  <a:srgbClr val="0000CC"/>
                </a:solidFill>
                <a:latin typeface="Rockwell" panose="02060603020205020403" pitchFamily="18" charset="0"/>
                <a:ea typeface="+mj-ea"/>
                <a:cs typeface="+mj-cs"/>
              </a:rPr>
              <a:t>trạng</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thái</a:t>
            </a:r>
            <a:r>
              <a:rPr lang="en-US" dirty="0">
                <a:solidFill>
                  <a:srgbClr val="0000CC"/>
                </a:solidFill>
                <a:latin typeface="Rockwell" panose="02060603020205020403" pitchFamily="18" charset="0"/>
                <a:ea typeface="+mj-ea"/>
                <a:cs typeface="+mj-cs"/>
              </a:rPr>
              <a:t> an </a:t>
            </a:r>
            <a:r>
              <a:rPr lang="en-US" dirty="0" err="1">
                <a:solidFill>
                  <a:srgbClr val="0000CC"/>
                </a:solidFill>
                <a:latin typeface="Rockwell" panose="02060603020205020403" pitchFamily="18" charset="0"/>
                <a:ea typeface="+mj-ea"/>
                <a:cs typeface="+mj-cs"/>
              </a:rPr>
              <a:t>toàn</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chỉ</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mở</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các</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tính</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năng</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cần</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thiết</a:t>
            </a:r>
            <a:r>
              <a:rPr lang="en-US" dirty="0">
                <a:solidFill>
                  <a:srgbClr val="0000CC"/>
                </a:solidFill>
                <a:latin typeface="Rockwell" panose="02060603020205020403" pitchFamily="18" charset="0"/>
                <a:ea typeface="+mj-ea"/>
                <a:cs typeface="+mj-cs"/>
              </a:rPr>
              <a:t>.</a:t>
            </a:r>
          </a:p>
          <a:p>
            <a:pPr marL="573088"/>
            <a:r>
              <a:rPr lang="en-US" dirty="0" err="1">
                <a:solidFill>
                  <a:srgbClr val="FF00FF"/>
                </a:solidFill>
                <a:latin typeface="Rockwell" panose="02060603020205020403" pitchFamily="18" charset="0"/>
                <a:ea typeface="+mj-ea"/>
                <a:cs typeface="+mj-cs"/>
              </a:rPr>
              <a:t>Bảo</a:t>
            </a:r>
            <a:r>
              <a:rPr lang="en-US" dirty="0">
                <a:solidFill>
                  <a:srgbClr val="FF00FF"/>
                </a:solidFill>
                <a:latin typeface="Rockwell" panose="02060603020205020403" pitchFamily="18" charset="0"/>
                <a:ea typeface="+mj-ea"/>
                <a:cs typeface="+mj-cs"/>
              </a:rPr>
              <a:t> </a:t>
            </a:r>
            <a:r>
              <a:rPr lang="en-US" dirty="0" err="1">
                <a:solidFill>
                  <a:srgbClr val="FF00FF"/>
                </a:solidFill>
                <a:latin typeface="Rockwell" panose="02060603020205020403" pitchFamily="18" charset="0"/>
                <a:ea typeface="+mj-ea"/>
                <a:cs typeface="+mj-cs"/>
              </a:rPr>
              <a:t>mật</a:t>
            </a:r>
            <a:r>
              <a:rPr lang="en-US" dirty="0">
                <a:solidFill>
                  <a:srgbClr val="FF00FF"/>
                </a:solidFill>
                <a:latin typeface="Rockwell" panose="02060603020205020403" pitchFamily="18" charset="0"/>
                <a:ea typeface="+mj-ea"/>
                <a:cs typeface="+mj-cs"/>
              </a:rPr>
              <a:t> </a:t>
            </a:r>
            <a:r>
              <a:rPr lang="en-US" dirty="0" err="1">
                <a:solidFill>
                  <a:srgbClr val="FF00FF"/>
                </a:solidFill>
                <a:latin typeface="Rockwell" panose="02060603020205020403" pitchFamily="18" charset="0"/>
                <a:ea typeface="+mj-ea"/>
                <a:cs typeface="+mj-cs"/>
              </a:rPr>
              <a:t>theo</a:t>
            </a:r>
            <a:r>
              <a:rPr lang="en-US" dirty="0">
                <a:solidFill>
                  <a:srgbClr val="FF00FF"/>
                </a:solidFill>
                <a:latin typeface="Rockwell" panose="02060603020205020403" pitchFamily="18" charset="0"/>
                <a:ea typeface="+mj-ea"/>
                <a:cs typeface="+mj-cs"/>
              </a:rPr>
              <a:t> </a:t>
            </a:r>
            <a:r>
              <a:rPr lang="en-US" dirty="0" err="1">
                <a:solidFill>
                  <a:srgbClr val="FF00FF"/>
                </a:solidFill>
                <a:latin typeface="Rockwell" panose="02060603020205020403" pitchFamily="18" charset="0"/>
                <a:ea typeface="+mj-ea"/>
                <a:cs typeface="+mj-cs"/>
              </a:rPr>
              <a:t>chiều</a:t>
            </a:r>
            <a:r>
              <a:rPr lang="en-US" dirty="0">
                <a:solidFill>
                  <a:srgbClr val="FF00FF"/>
                </a:solidFill>
                <a:latin typeface="Rockwell" panose="02060603020205020403" pitchFamily="18" charset="0"/>
                <a:ea typeface="+mj-ea"/>
                <a:cs typeface="+mj-cs"/>
              </a:rPr>
              <a:t> </a:t>
            </a:r>
            <a:r>
              <a:rPr lang="en-US" dirty="0" err="1">
                <a:solidFill>
                  <a:srgbClr val="FF00FF"/>
                </a:solidFill>
                <a:latin typeface="Rockwell" panose="02060603020205020403" pitchFamily="18" charset="0"/>
                <a:ea typeface="+mj-ea"/>
                <a:cs typeface="+mj-cs"/>
              </a:rPr>
              <a:t>sâu</a:t>
            </a:r>
            <a:r>
              <a:rPr lang="en-US" dirty="0">
                <a:solidFill>
                  <a:srgbClr val="FF00FF"/>
                </a:solidFill>
                <a:latin typeface="Rockwell" panose="02060603020205020403" pitchFamily="18" charset="0"/>
                <a:ea typeface="+mj-ea"/>
                <a:cs typeface="+mj-cs"/>
              </a:rPr>
              <a:t> (Defense in Depth): </a:t>
            </a:r>
            <a:r>
              <a:rPr lang="en-US" dirty="0" err="1">
                <a:solidFill>
                  <a:srgbClr val="0000CC"/>
                </a:solidFill>
                <a:latin typeface="Rockwell" panose="02060603020205020403" pitchFamily="18" charset="0"/>
                <a:ea typeface="+mj-ea"/>
                <a:cs typeface="+mj-cs"/>
              </a:rPr>
              <a:t>Á</a:t>
            </a:r>
            <a:r>
              <a:rPr lang="en-US" dirty="0" err="1" smtClean="0">
                <a:solidFill>
                  <a:srgbClr val="0000CC"/>
                </a:solidFill>
                <a:latin typeface="Rockwell" panose="02060603020205020403" pitchFamily="18" charset="0"/>
                <a:ea typeface="+mj-ea"/>
                <a:cs typeface="+mj-cs"/>
              </a:rPr>
              <a:t>p</a:t>
            </a:r>
            <a:r>
              <a:rPr lang="en-US" dirty="0" smtClean="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dụng</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nhiều</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lớp</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bảo</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vệ</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để</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nếu</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một</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lớp</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bị</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tấn</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công</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lớp</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khác</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vẫn</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ngăn</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chặn</a:t>
            </a:r>
            <a:r>
              <a:rPr lang="en-US" dirty="0">
                <a:solidFill>
                  <a:srgbClr val="0000CC"/>
                </a:solidFill>
                <a:latin typeface="Rockwell" panose="02060603020205020403" pitchFamily="18" charset="0"/>
                <a:ea typeface="+mj-ea"/>
                <a:cs typeface="+mj-cs"/>
              </a:rPr>
              <a:t>.</a:t>
            </a:r>
          </a:p>
          <a:p>
            <a:pPr marL="573088"/>
            <a:r>
              <a:rPr lang="en-US" dirty="0" err="1">
                <a:solidFill>
                  <a:srgbClr val="FF00FF"/>
                </a:solidFill>
                <a:latin typeface="Rockwell" panose="02060603020205020403" pitchFamily="18" charset="0"/>
                <a:ea typeface="+mj-ea"/>
                <a:cs typeface="+mj-cs"/>
              </a:rPr>
              <a:t>Thiết</a:t>
            </a:r>
            <a:r>
              <a:rPr lang="en-US" dirty="0">
                <a:solidFill>
                  <a:srgbClr val="FF00FF"/>
                </a:solidFill>
                <a:latin typeface="Rockwell" panose="02060603020205020403" pitchFamily="18" charset="0"/>
                <a:ea typeface="+mj-ea"/>
                <a:cs typeface="+mj-cs"/>
              </a:rPr>
              <a:t> </a:t>
            </a:r>
            <a:r>
              <a:rPr lang="en-US" dirty="0" err="1">
                <a:solidFill>
                  <a:srgbClr val="FF00FF"/>
                </a:solidFill>
                <a:latin typeface="Rockwell" panose="02060603020205020403" pitchFamily="18" charset="0"/>
                <a:ea typeface="+mj-ea"/>
                <a:cs typeface="+mj-cs"/>
              </a:rPr>
              <a:t>kế</a:t>
            </a:r>
            <a:r>
              <a:rPr lang="en-US" dirty="0">
                <a:solidFill>
                  <a:srgbClr val="FF00FF"/>
                </a:solidFill>
                <a:latin typeface="Rockwell" panose="02060603020205020403" pitchFamily="18" charset="0"/>
                <a:ea typeface="+mj-ea"/>
                <a:cs typeface="+mj-cs"/>
              </a:rPr>
              <a:t> </a:t>
            </a:r>
            <a:r>
              <a:rPr lang="en-US" dirty="0" err="1">
                <a:solidFill>
                  <a:srgbClr val="FF00FF"/>
                </a:solidFill>
                <a:latin typeface="Rockwell" panose="02060603020205020403" pitchFamily="18" charset="0"/>
                <a:ea typeface="+mj-ea"/>
                <a:cs typeface="+mj-cs"/>
              </a:rPr>
              <a:t>tối</a:t>
            </a:r>
            <a:r>
              <a:rPr lang="en-US" dirty="0">
                <a:solidFill>
                  <a:srgbClr val="FF00FF"/>
                </a:solidFill>
                <a:latin typeface="Rockwell" panose="02060603020205020403" pitchFamily="18" charset="0"/>
                <a:ea typeface="+mj-ea"/>
                <a:cs typeface="+mj-cs"/>
              </a:rPr>
              <a:t> </a:t>
            </a:r>
            <a:r>
              <a:rPr lang="en-US" dirty="0" err="1">
                <a:solidFill>
                  <a:srgbClr val="FF00FF"/>
                </a:solidFill>
                <a:latin typeface="Rockwell" panose="02060603020205020403" pitchFamily="18" charset="0"/>
                <a:ea typeface="+mj-ea"/>
                <a:cs typeface="+mj-cs"/>
              </a:rPr>
              <a:t>giản</a:t>
            </a:r>
            <a:r>
              <a:rPr lang="en-US" dirty="0">
                <a:solidFill>
                  <a:srgbClr val="FF00FF"/>
                </a:solidFill>
                <a:latin typeface="Rockwell" panose="02060603020205020403" pitchFamily="18" charset="0"/>
                <a:ea typeface="+mj-ea"/>
                <a:cs typeface="+mj-cs"/>
              </a:rPr>
              <a:t> (Minimal Attack Surface): </a:t>
            </a:r>
            <a:r>
              <a:rPr lang="en-US" dirty="0" err="1">
                <a:solidFill>
                  <a:srgbClr val="0000CC"/>
                </a:solidFill>
                <a:latin typeface="Rockwell" panose="02060603020205020403" pitchFamily="18" charset="0"/>
                <a:ea typeface="+mj-ea"/>
                <a:cs typeface="+mj-cs"/>
              </a:rPr>
              <a:t>G</a:t>
            </a:r>
            <a:r>
              <a:rPr lang="en-US" dirty="0" err="1" smtClean="0">
                <a:solidFill>
                  <a:srgbClr val="0000CC"/>
                </a:solidFill>
                <a:latin typeface="Rockwell" panose="02060603020205020403" pitchFamily="18" charset="0"/>
                <a:ea typeface="+mj-ea"/>
                <a:cs typeface="+mj-cs"/>
              </a:rPr>
              <a:t>iảm</a:t>
            </a:r>
            <a:r>
              <a:rPr lang="en-US" dirty="0" smtClean="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thiểu</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các</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điểm</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có</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thể</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bị</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khai</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thác</a:t>
            </a:r>
            <a:r>
              <a:rPr lang="en-US" dirty="0">
                <a:solidFill>
                  <a:srgbClr val="0000CC"/>
                </a:solidFill>
                <a:latin typeface="Rockwell" panose="02060603020205020403" pitchFamily="18" charset="0"/>
                <a:ea typeface="+mj-ea"/>
                <a:cs typeface="+mj-cs"/>
              </a:rPr>
              <a:t> (port, API, </a:t>
            </a:r>
            <a:r>
              <a:rPr lang="en-US" dirty="0" err="1">
                <a:solidFill>
                  <a:srgbClr val="0000CC"/>
                </a:solidFill>
                <a:latin typeface="Rockwell" panose="02060603020205020403" pitchFamily="18" charset="0"/>
                <a:ea typeface="+mj-ea"/>
                <a:cs typeface="+mj-cs"/>
              </a:rPr>
              <a:t>quyền</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truy</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cập</a:t>
            </a:r>
            <a:r>
              <a:rPr lang="en-US" dirty="0">
                <a:solidFill>
                  <a:srgbClr val="0000CC"/>
                </a:solidFill>
                <a:latin typeface="Rockwell" panose="02060603020205020403" pitchFamily="18" charset="0"/>
                <a:ea typeface="+mj-ea"/>
                <a:cs typeface="+mj-cs"/>
              </a:rPr>
              <a:t>).</a:t>
            </a:r>
          </a:p>
          <a:p>
            <a:pPr marL="573088"/>
            <a:r>
              <a:rPr lang="en-US" dirty="0" err="1">
                <a:solidFill>
                  <a:srgbClr val="FF00FF"/>
                </a:solidFill>
                <a:latin typeface="Rockwell" panose="02060603020205020403" pitchFamily="18" charset="0"/>
                <a:ea typeface="+mj-ea"/>
                <a:cs typeface="+mj-cs"/>
              </a:rPr>
              <a:t>Xem</a:t>
            </a:r>
            <a:r>
              <a:rPr lang="en-US" dirty="0">
                <a:solidFill>
                  <a:srgbClr val="FF00FF"/>
                </a:solidFill>
                <a:latin typeface="Rockwell" panose="02060603020205020403" pitchFamily="18" charset="0"/>
                <a:ea typeface="+mj-ea"/>
                <a:cs typeface="+mj-cs"/>
              </a:rPr>
              <a:t> </a:t>
            </a:r>
            <a:r>
              <a:rPr lang="en-US" dirty="0" err="1">
                <a:solidFill>
                  <a:srgbClr val="FF00FF"/>
                </a:solidFill>
                <a:latin typeface="Rockwell" panose="02060603020205020403" pitchFamily="18" charset="0"/>
                <a:ea typeface="+mj-ea"/>
                <a:cs typeface="+mj-cs"/>
              </a:rPr>
              <a:t>xét</a:t>
            </a:r>
            <a:r>
              <a:rPr lang="en-US" dirty="0">
                <a:solidFill>
                  <a:srgbClr val="FF00FF"/>
                </a:solidFill>
                <a:latin typeface="Rockwell" panose="02060603020205020403" pitchFamily="18" charset="0"/>
                <a:ea typeface="+mj-ea"/>
                <a:cs typeface="+mj-cs"/>
              </a:rPr>
              <a:t> </a:t>
            </a:r>
            <a:r>
              <a:rPr lang="en-US" dirty="0" err="1">
                <a:solidFill>
                  <a:srgbClr val="FF00FF"/>
                </a:solidFill>
                <a:latin typeface="Rockwell" panose="02060603020205020403" pitchFamily="18" charset="0"/>
                <a:ea typeface="+mj-ea"/>
                <a:cs typeface="+mj-cs"/>
              </a:rPr>
              <a:t>mối</a:t>
            </a:r>
            <a:r>
              <a:rPr lang="en-US" dirty="0">
                <a:solidFill>
                  <a:srgbClr val="FF00FF"/>
                </a:solidFill>
                <a:latin typeface="Rockwell" panose="02060603020205020403" pitchFamily="18" charset="0"/>
                <a:ea typeface="+mj-ea"/>
                <a:cs typeface="+mj-cs"/>
              </a:rPr>
              <a:t> </a:t>
            </a:r>
            <a:r>
              <a:rPr lang="en-US" dirty="0" err="1">
                <a:solidFill>
                  <a:srgbClr val="FF00FF"/>
                </a:solidFill>
                <a:latin typeface="Rockwell" panose="02060603020205020403" pitchFamily="18" charset="0"/>
                <a:ea typeface="+mj-ea"/>
                <a:cs typeface="+mj-cs"/>
              </a:rPr>
              <a:t>đe</a:t>
            </a:r>
            <a:r>
              <a:rPr lang="en-US" dirty="0">
                <a:solidFill>
                  <a:srgbClr val="FF00FF"/>
                </a:solidFill>
                <a:latin typeface="Rockwell" panose="02060603020205020403" pitchFamily="18" charset="0"/>
                <a:ea typeface="+mj-ea"/>
                <a:cs typeface="+mj-cs"/>
              </a:rPr>
              <a:t> </a:t>
            </a:r>
            <a:r>
              <a:rPr lang="en-US" dirty="0" err="1">
                <a:solidFill>
                  <a:srgbClr val="FF00FF"/>
                </a:solidFill>
                <a:latin typeface="Rockwell" panose="02060603020205020403" pitchFamily="18" charset="0"/>
                <a:ea typeface="+mj-ea"/>
                <a:cs typeface="+mj-cs"/>
              </a:rPr>
              <a:t>dọa</a:t>
            </a:r>
            <a:r>
              <a:rPr lang="en-US" dirty="0">
                <a:solidFill>
                  <a:srgbClr val="FF00FF"/>
                </a:solidFill>
                <a:latin typeface="Rockwell" panose="02060603020205020403" pitchFamily="18" charset="0"/>
                <a:ea typeface="+mj-ea"/>
                <a:cs typeface="+mj-cs"/>
              </a:rPr>
              <a:t> </a:t>
            </a:r>
            <a:r>
              <a:rPr lang="en-US" dirty="0" err="1">
                <a:solidFill>
                  <a:srgbClr val="FF00FF"/>
                </a:solidFill>
                <a:latin typeface="Rockwell" panose="02060603020205020403" pitchFamily="18" charset="0"/>
                <a:ea typeface="+mj-ea"/>
                <a:cs typeface="+mj-cs"/>
              </a:rPr>
              <a:t>từ</a:t>
            </a:r>
            <a:r>
              <a:rPr lang="en-US" dirty="0">
                <a:solidFill>
                  <a:srgbClr val="FF00FF"/>
                </a:solidFill>
                <a:latin typeface="Rockwell" panose="02060603020205020403" pitchFamily="18" charset="0"/>
                <a:ea typeface="+mj-ea"/>
                <a:cs typeface="+mj-cs"/>
              </a:rPr>
              <a:t> </a:t>
            </a:r>
            <a:r>
              <a:rPr lang="en-US" dirty="0" err="1">
                <a:solidFill>
                  <a:srgbClr val="FF00FF"/>
                </a:solidFill>
                <a:latin typeface="Rockwell" panose="02060603020205020403" pitchFamily="18" charset="0"/>
                <a:ea typeface="+mj-ea"/>
                <a:cs typeface="+mj-cs"/>
              </a:rPr>
              <a:t>đầu</a:t>
            </a:r>
            <a:r>
              <a:rPr lang="en-US" dirty="0">
                <a:solidFill>
                  <a:srgbClr val="FF00FF"/>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Á</a:t>
            </a:r>
            <a:r>
              <a:rPr lang="en-US" dirty="0" err="1" smtClean="0">
                <a:solidFill>
                  <a:srgbClr val="0000CC"/>
                </a:solidFill>
                <a:latin typeface="Rockwell" panose="02060603020205020403" pitchFamily="18" charset="0"/>
                <a:ea typeface="+mj-ea"/>
                <a:cs typeface="+mj-cs"/>
              </a:rPr>
              <a:t>p</a:t>
            </a:r>
            <a:r>
              <a:rPr lang="en-US" dirty="0" smtClean="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dụng</a:t>
            </a:r>
            <a:r>
              <a:rPr lang="en-US" dirty="0">
                <a:solidFill>
                  <a:srgbClr val="0000CC"/>
                </a:solidFill>
                <a:latin typeface="Rockwell" panose="02060603020205020403" pitchFamily="18" charset="0"/>
                <a:ea typeface="+mj-ea"/>
                <a:cs typeface="+mj-cs"/>
              </a:rPr>
              <a:t> Threat Modeling </a:t>
            </a:r>
            <a:r>
              <a:rPr lang="en-US" dirty="0" err="1">
                <a:solidFill>
                  <a:srgbClr val="0000CC"/>
                </a:solidFill>
                <a:latin typeface="Rockwell" panose="02060603020205020403" pitchFamily="18" charset="0"/>
                <a:ea typeface="+mj-ea"/>
                <a:cs typeface="+mj-cs"/>
              </a:rPr>
              <a:t>để</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phân</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tích</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rủi</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ro</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trong</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giai</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đoạn</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thiết</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kế</a:t>
            </a:r>
            <a:r>
              <a:rPr lang="en-US" dirty="0">
                <a:solidFill>
                  <a:srgbClr val="0000CC"/>
                </a:solidFill>
                <a:latin typeface="Rockwell" panose="02060603020205020403" pitchFamily="18" charset="0"/>
                <a:ea typeface="+mj-ea"/>
                <a:cs typeface="+mj-cs"/>
              </a:rPr>
              <a:t>.</a:t>
            </a:r>
          </a:p>
          <a:p>
            <a:pPr marL="0" indent="0">
              <a:buNone/>
            </a:pPr>
            <a:endParaRPr lang="en-US" sz="2600" dirty="0">
              <a:solidFill>
                <a:srgbClr val="FF00FF"/>
              </a:solidFill>
              <a:latin typeface="Rockwell" panose="02060603020205020403" pitchFamily="18" charset="0"/>
              <a:ea typeface="+mj-ea"/>
              <a:cs typeface="+mj-cs"/>
            </a:endParaRPr>
          </a:p>
        </p:txBody>
      </p:sp>
    </p:spTree>
    <p:extLst>
      <p:ext uri="{BB962C8B-B14F-4D97-AF65-F5344CB8AC3E}">
        <p14:creationId xmlns:p14="http://schemas.microsoft.com/office/powerpoint/2010/main" val="402349582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914876"/>
            <a:ext cx="10242645" cy="528851"/>
          </a:xfrm>
        </p:spPr>
        <p:txBody>
          <a:bodyPr/>
          <a:lstStyle/>
          <a:p>
            <a:r>
              <a:rPr lang="en-US" sz="2800" b="1" dirty="0" smtClean="0">
                <a:solidFill>
                  <a:srgbClr val="0000CC"/>
                </a:solidFill>
                <a:latin typeface="Rockwell" panose="02060603020205020403" pitchFamily="18" charset="0"/>
              </a:rPr>
              <a:t>8.3. </a:t>
            </a:r>
            <a:r>
              <a:rPr lang="en-US" sz="2800" b="1" dirty="0" err="1" smtClean="0">
                <a:solidFill>
                  <a:srgbClr val="0000CC"/>
                </a:solidFill>
                <a:latin typeface="Rockwell" panose="02060603020205020403" pitchFamily="18" charset="0"/>
              </a:rPr>
              <a:t>Các</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giai</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đoạn</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chính</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trong</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SDDLC</a:t>
            </a: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511967"/>
            <a:ext cx="9928747" cy="4382729"/>
          </a:xfrm>
        </p:spPr>
        <p:txBody>
          <a:bodyPr/>
          <a:lstStyle/>
          <a:p>
            <a:pPr marL="0" indent="0">
              <a:buNone/>
            </a:pPr>
            <a:r>
              <a:rPr lang="vi-VN" b="1" dirty="0">
                <a:solidFill>
                  <a:srgbClr val="0000CC"/>
                </a:solidFill>
                <a:latin typeface="Rockwell" panose="02060603020205020403" pitchFamily="18" charset="0"/>
                <a:ea typeface="+mj-ea"/>
                <a:cs typeface="+mj-cs"/>
              </a:rPr>
              <a:t>Security by Design (Bảo mật ngay từ thiết kế)</a:t>
            </a:r>
          </a:p>
          <a:p>
            <a:pPr marL="0" indent="0">
              <a:buNone/>
            </a:pPr>
            <a:r>
              <a:rPr lang="en-US" b="1" dirty="0" smtClean="0">
                <a:solidFill>
                  <a:srgbClr val="0000CC"/>
                </a:solidFill>
                <a:latin typeface="Rockwell" panose="02060603020205020403" pitchFamily="18" charset="0"/>
                <a:ea typeface="+mj-ea"/>
                <a:cs typeface="+mj-cs"/>
              </a:rPr>
              <a:t>c. </a:t>
            </a:r>
            <a:r>
              <a:rPr lang="en-US" b="1" dirty="0" err="1" smtClean="0">
                <a:solidFill>
                  <a:srgbClr val="0000CC"/>
                </a:solidFill>
                <a:latin typeface="Rockwell" panose="02060603020205020403" pitchFamily="18" charset="0"/>
                <a:ea typeface="+mj-ea"/>
                <a:cs typeface="+mj-cs"/>
              </a:rPr>
              <a:t>Ví</a:t>
            </a:r>
            <a:r>
              <a:rPr lang="en-US" b="1" dirty="0" smtClean="0">
                <a:solidFill>
                  <a:srgbClr val="0000CC"/>
                </a:solidFill>
                <a:latin typeface="Rockwell" panose="02060603020205020403" pitchFamily="18" charset="0"/>
                <a:ea typeface="+mj-ea"/>
                <a:cs typeface="+mj-cs"/>
              </a:rPr>
              <a:t> </a:t>
            </a:r>
            <a:r>
              <a:rPr lang="en-US" b="1" dirty="0" err="1">
                <a:solidFill>
                  <a:srgbClr val="0000CC"/>
                </a:solidFill>
                <a:latin typeface="Rockwell" panose="02060603020205020403" pitchFamily="18" charset="0"/>
                <a:ea typeface="+mj-ea"/>
                <a:cs typeface="+mj-cs"/>
              </a:rPr>
              <a:t>dụ</a:t>
            </a:r>
            <a:r>
              <a:rPr lang="en-US" b="1" dirty="0">
                <a:solidFill>
                  <a:srgbClr val="0000CC"/>
                </a:solidFill>
                <a:latin typeface="Rockwell" panose="02060603020205020403" pitchFamily="18" charset="0"/>
                <a:ea typeface="+mj-ea"/>
                <a:cs typeface="+mj-cs"/>
              </a:rPr>
              <a:t> </a:t>
            </a:r>
            <a:r>
              <a:rPr lang="en-US" b="1" dirty="0" err="1">
                <a:solidFill>
                  <a:srgbClr val="0000CC"/>
                </a:solidFill>
                <a:latin typeface="Rockwell" panose="02060603020205020403" pitchFamily="18" charset="0"/>
                <a:ea typeface="+mj-ea"/>
                <a:cs typeface="+mj-cs"/>
              </a:rPr>
              <a:t>thực</a:t>
            </a:r>
            <a:r>
              <a:rPr lang="en-US" b="1" dirty="0">
                <a:solidFill>
                  <a:srgbClr val="0000CC"/>
                </a:solidFill>
                <a:latin typeface="Rockwell" panose="02060603020205020403" pitchFamily="18" charset="0"/>
                <a:ea typeface="+mj-ea"/>
                <a:cs typeface="+mj-cs"/>
              </a:rPr>
              <a:t> </a:t>
            </a:r>
            <a:r>
              <a:rPr lang="en-US" b="1" dirty="0" err="1">
                <a:solidFill>
                  <a:srgbClr val="0000CC"/>
                </a:solidFill>
                <a:latin typeface="Rockwell" panose="02060603020205020403" pitchFamily="18" charset="0"/>
                <a:ea typeface="+mj-ea"/>
                <a:cs typeface="+mj-cs"/>
              </a:rPr>
              <a:t>tế</a:t>
            </a:r>
            <a:endParaRPr lang="en-US" b="1" dirty="0">
              <a:solidFill>
                <a:srgbClr val="0000CC"/>
              </a:solidFill>
              <a:latin typeface="Rockwell" panose="02060603020205020403" pitchFamily="18" charset="0"/>
              <a:ea typeface="+mj-ea"/>
              <a:cs typeface="+mj-cs"/>
            </a:endParaRPr>
          </a:p>
          <a:p>
            <a:pPr marL="573088"/>
            <a:r>
              <a:rPr lang="en-US" dirty="0" err="1">
                <a:solidFill>
                  <a:srgbClr val="0000CC"/>
                </a:solidFill>
                <a:latin typeface="Rockwell" panose="02060603020205020403" pitchFamily="18" charset="0"/>
                <a:ea typeface="+mj-ea"/>
                <a:cs typeface="+mj-cs"/>
              </a:rPr>
              <a:t>Hệ</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thống</a:t>
            </a:r>
            <a:r>
              <a:rPr lang="en-US" dirty="0">
                <a:solidFill>
                  <a:srgbClr val="0000CC"/>
                </a:solidFill>
                <a:latin typeface="Rockwell" panose="02060603020205020403" pitchFamily="18" charset="0"/>
                <a:ea typeface="+mj-ea"/>
                <a:cs typeface="+mj-cs"/>
              </a:rPr>
              <a:t> web: </a:t>
            </a:r>
            <a:r>
              <a:rPr lang="en-US" dirty="0" err="1">
                <a:solidFill>
                  <a:srgbClr val="0000CC"/>
                </a:solidFill>
                <a:latin typeface="Rockwell" panose="02060603020205020403" pitchFamily="18" charset="0"/>
                <a:ea typeface="+mj-ea"/>
                <a:cs typeface="+mj-cs"/>
              </a:rPr>
              <a:t>B</a:t>
            </a:r>
            <a:r>
              <a:rPr lang="en-US" dirty="0" err="1" smtClean="0">
                <a:solidFill>
                  <a:srgbClr val="0000CC"/>
                </a:solidFill>
                <a:latin typeface="Rockwell" panose="02060603020205020403" pitchFamily="18" charset="0"/>
                <a:ea typeface="+mj-ea"/>
                <a:cs typeface="+mj-cs"/>
              </a:rPr>
              <a:t>ật</a:t>
            </a:r>
            <a:r>
              <a:rPr lang="en-US" dirty="0" smtClean="0">
                <a:solidFill>
                  <a:srgbClr val="0000CC"/>
                </a:solidFill>
                <a:latin typeface="Rockwell" panose="02060603020205020403" pitchFamily="18" charset="0"/>
                <a:ea typeface="+mj-ea"/>
                <a:cs typeface="+mj-cs"/>
              </a:rPr>
              <a:t> </a:t>
            </a:r>
            <a:r>
              <a:rPr lang="en-US" dirty="0">
                <a:solidFill>
                  <a:srgbClr val="0000CC"/>
                </a:solidFill>
                <a:latin typeface="Rockwell" panose="02060603020205020403" pitchFamily="18" charset="0"/>
                <a:ea typeface="+mj-ea"/>
                <a:cs typeface="+mj-cs"/>
              </a:rPr>
              <a:t>HTTPS </a:t>
            </a:r>
            <a:r>
              <a:rPr lang="en-US" dirty="0" err="1">
                <a:solidFill>
                  <a:srgbClr val="0000CC"/>
                </a:solidFill>
                <a:latin typeface="Rockwell" panose="02060603020205020403" pitchFamily="18" charset="0"/>
                <a:ea typeface="+mj-ea"/>
                <a:cs typeface="+mj-cs"/>
              </a:rPr>
              <a:t>mặc</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định</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tắt</a:t>
            </a:r>
            <a:r>
              <a:rPr lang="en-US" dirty="0">
                <a:solidFill>
                  <a:srgbClr val="0000CC"/>
                </a:solidFill>
                <a:latin typeface="Rockwell" panose="02060603020205020403" pitchFamily="18" charset="0"/>
                <a:ea typeface="+mj-ea"/>
                <a:cs typeface="+mj-cs"/>
              </a:rPr>
              <a:t> HTTP.</a:t>
            </a:r>
          </a:p>
          <a:p>
            <a:pPr marL="573088"/>
            <a:r>
              <a:rPr lang="en-US" dirty="0" err="1">
                <a:solidFill>
                  <a:srgbClr val="0000CC"/>
                </a:solidFill>
                <a:latin typeface="Rockwell" panose="02060603020205020403" pitchFamily="18" charset="0"/>
                <a:ea typeface="+mj-ea"/>
                <a:cs typeface="+mj-cs"/>
              </a:rPr>
              <a:t>Ứng</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dụng</a:t>
            </a:r>
            <a:r>
              <a:rPr lang="en-US" dirty="0">
                <a:solidFill>
                  <a:srgbClr val="0000CC"/>
                </a:solidFill>
                <a:latin typeface="Rockwell" panose="02060603020205020403" pitchFamily="18" charset="0"/>
                <a:ea typeface="+mj-ea"/>
                <a:cs typeface="+mj-cs"/>
              </a:rPr>
              <a:t> mobile: </a:t>
            </a:r>
            <a:r>
              <a:rPr lang="en-US" dirty="0" err="1">
                <a:solidFill>
                  <a:srgbClr val="0000CC"/>
                </a:solidFill>
                <a:latin typeface="Rockwell" panose="02060603020205020403" pitchFamily="18" charset="0"/>
                <a:ea typeface="+mj-ea"/>
                <a:cs typeface="+mj-cs"/>
              </a:rPr>
              <a:t>C</a:t>
            </a:r>
            <a:r>
              <a:rPr lang="en-US" dirty="0" err="1" smtClean="0">
                <a:solidFill>
                  <a:srgbClr val="0000CC"/>
                </a:solidFill>
                <a:latin typeface="Rockwell" panose="02060603020205020403" pitchFamily="18" charset="0"/>
                <a:ea typeface="+mj-ea"/>
                <a:cs typeface="+mj-cs"/>
              </a:rPr>
              <a:t>hỉ</a:t>
            </a:r>
            <a:r>
              <a:rPr lang="en-US" dirty="0" smtClean="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yêu</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cầu</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quyền</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tối</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thiểu</a:t>
            </a:r>
            <a:r>
              <a:rPr lang="en-US" dirty="0">
                <a:solidFill>
                  <a:srgbClr val="0000CC"/>
                </a:solidFill>
                <a:latin typeface="Rockwell" panose="02060603020205020403" pitchFamily="18" charset="0"/>
                <a:ea typeface="+mj-ea"/>
                <a:cs typeface="+mj-cs"/>
              </a:rPr>
              <a:t> (camera, location </a:t>
            </a:r>
            <a:r>
              <a:rPr lang="en-US" dirty="0" err="1">
                <a:solidFill>
                  <a:srgbClr val="0000CC"/>
                </a:solidFill>
                <a:latin typeface="Rockwell" panose="02060603020205020403" pitchFamily="18" charset="0"/>
                <a:ea typeface="+mj-ea"/>
                <a:cs typeface="+mj-cs"/>
              </a:rPr>
              <a:t>nếu</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thật</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sự</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cần</a:t>
            </a:r>
            <a:r>
              <a:rPr lang="en-US" dirty="0">
                <a:solidFill>
                  <a:srgbClr val="0000CC"/>
                </a:solidFill>
                <a:latin typeface="Rockwell" panose="02060603020205020403" pitchFamily="18" charset="0"/>
                <a:ea typeface="+mj-ea"/>
                <a:cs typeface="+mj-cs"/>
              </a:rPr>
              <a:t>).</a:t>
            </a:r>
          </a:p>
          <a:p>
            <a:pPr marL="573088"/>
            <a:r>
              <a:rPr lang="en-US" dirty="0">
                <a:solidFill>
                  <a:srgbClr val="0000CC"/>
                </a:solidFill>
                <a:latin typeface="Rockwell" panose="02060603020205020403" pitchFamily="18" charset="0"/>
                <a:ea typeface="+mj-ea"/>
                <a:cs typeface="+mj-cs"/>
              </a:rPr>
              <a:t>API: </a:t>
            </a:r>
            <a:r>
              <a:rPr lang="en-US" dirty="0" err="1">
                <a:solidFill>
                  <a:srgbClr val="0000CC"/>
                </a:solidFill>
                <a:latin typeface="Rockwell" panose="02060603020205020403" pitchFamily="18" charset="0"/>
                <a:ea typeface="+mj-ea"/>
                <a:cs typeface="+mj-cs"/>
              </a:rPr>
              <a:t>S</a:t>
            </a:r>
            <a:r>
              <a:rPr lang="en-US" dirty="0" err="1" smtClean="0">
                <a:solidFill>
                  <a:srgbClr val="0000CC"/>
                </a:solidFill>
                <a:latin typeface="Rockwell" panose="02060603020205020403" pitchFamily="18" charset="0"/>
                <a:ea typeface="+mj-ea"/>
                <a:cs typeface="+mj-cs"/>
              </a:rPr>
              <a:t>ử</a:t>
            </a:r>
            <a:r>
              <a:rPr lang="en-US" dirty="0" smtClean="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dụng</a:t>
            </a:r>
            <a:r>
              <a:rPr lang="en-US" dirty="0">
                <a:solidFill>
                  <a:srgbClr val="0000CC"/>
                </a:solidFill>
                <a:latin typeface="Rockwell" panose="02060603020205020403" pitchFamily="18" charset="0"/>
                <a:ea typeface="+mj-ea"/>
                <a:cs typeface="+mj-cs"/>
              </a:rPr>
              <a:t> authentication/authorization (OAuth 2.0, </a:t>
            </a:r>
            <a:r>
              <a:rPr lang="en-US" dirty="0" err="1">
                <a:solidFill>
                  <a:srgbClr val="0000CC"/>
                </a:solidFill>
                <a:latin typeface="Rockwell" panose="02060603020205020403" pitchFamily="18" charset="0"/>
                <a:ea typeface="+mj-ea"/>
                <a:cs typeface="+mj-cs"/>
              </a:rPr>
              <a:t>JWT</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ngay</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từ</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bản</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thiết</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kế</a:t>
            </a:r>
            <a:r>
              <a:rPr lang="en-US" dirty="0">
                <a:solidFill>
                  <a:srgbClr val="0000CC"/>
                </a:solidFill>
                <a:latin typeface="Rockwell" panose="02060603020205020403" pitchFamily="18" charset="0"/>
                <a:ea typeface="+mj-ea"/>
                <a:cs typeface="+mj-cs"/>
              </a:rPr>
              <a:t>.</a:t>
            </a:r>
          </a:p>
          <a:p>
            <a:pPr marL="573088"/>
            <a:r>
              <a:rPr lang="en-US" dirty="0">
                <a:solidFill>
                  <a:srgbClr val="0000CC"/>
                </a:solidFill>
                <a:latin typeface="Rockwell" panose="02060603020205020403" pitchFamily="18" charset="0"/>
                <a:ea typeface="+mj-ea"/>
                <a:cs typeface="+mj-cs"/>
              </a:rPr>
              <a:t>Database: </a:t>
            </a:r>
            <a:r>
              <a:rPr lang="en-US" dirty="0" err="1">
                <a:solidFill>
                  <a:srgbClr val="0000CC"/>
                </a:solidFill>
                <a:latin typeface="Rockwell" panose="02060603020205020403" pitchFamily="18" charset="0"/>
                <a:ea typeface="+mj-ea"/>
                <a:cs typeface="+mj-cs"/>
              </a:rPr>
              <a:t>M</a:t>
            </a:r>
            <a:r>
              <a:rPr lang="en-US" dirty="0" err="1" smtClean="0">
                <a:solidFill>
                  <a:srgbClr val="0000CC"/>
                </a:solidFill>
                <a:latin typeface="Rockwell" panose="02060603020205020403" pitchFamily="18" charset="0"/>
                <a:ea typeface="+mj-ea"/>
                <a:cs typeface="+mj-cs"/>
              </a:rPr>
              <a:t>ã</a:t>
            </a:r>
            <a:r>
              <a:rPr lang="en-US" dirty="0" smtClean="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hóa</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dữ</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liệu</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nhạy</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cảm</a:t>
            </a:r>
            <a:r>
              <a:rPr lang="en-US" dirty="0">
                <a:solidFill>
                  <a:srgbClr val="0000CC"/>
                </a:solidFill>
                <a:latin typeface="Rockwell" panose="02060603020205020403" pitchFamily="18" charset="0"/>
                <a:ea typeface="+mj-ea"/>
                <a:cs typeface="+mj-cs"/>
              </a:rPr>
              <a:t> (encryption-at-rest, encryption-in-transit).</a:t>
            </a:r>
          </a:p>
          <a:p>
            <a:pPr marL="0" indent="0">
              <a:buNone/>
            </a:pPr>
            <a:endParaRPr lang="en-US" sz="2600" dirty="0">
              <a:solidFill>
                <a:srgbClr val="FF00FF"/>
              </a:solidFill>
              <a:latin typeface="Rockwell" panose="02060603020205020403" pitchFamily="18" charset="0"/>
              <a:ea typeface="+mj-ea"/>
              <a:cs typeface="+mj-cs"/>
            </a:endParaRPr>
          </a:p>
        </p:txBody>
      </p:sp>
    </p:spTree>
    <p:extLst>
      <p:ext uri="{BB962C8B-B14F-4D97-AF65-F5344CB8AC3E}">
        <p14:creationId xmlns:p14="http://schemas.microsoft.com/office/powerpoint/2010/main" val="39143441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478142"/>
            <a:ext cx="10242645" cy="528851"/>
          </a:xfrm>
        </p:spPr>
        <p:txBody>
          <a:bodyPr/>
          <a:lstStyle/>
          <a:p>
            <a:r>
              <a:rPr lang="en-US" sz="2800" b="1" dirty="0" smtClean="0">
                <a:solidFill>
                  <a:srgbClr val="0000CC"/>
                </a:solidFill>
                <a:latin typeface="Rockwell" panose="02060603020205020403" pitchFamily="18" charset="0"/>
              </a:rPr>
              <a:t>8.3. </a:t>
            </a:r>
            <a:r>
              <a:rPr lang="en-US" sz="2800" b="1" dirty="0" err="1" smtClean="0">
                <a:solidFill>
                  <a:srgbClr val="0000CC"/>
                </a:solidFill>
                <a:latin typeface="Rockwell" panose="02060603020205020403" pitchFamily="18" charset="0"/>
              </a:rPr>
              <a:t>Các</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giai</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đoạn</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chính</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trong</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SDDLC</a:t>
            </a: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006993"/>
            <a:ext cx="9928747" cy="4382729"/>
          </a:xfrm>
        </p:spPr>
        <p:txBody>
          <a:bodyPr/>
          <a:lstStyle/>
          <a:p>
            <a:pPr marL="0" indent="0">
              <a:buNone/>
            </a:pPr>
            <a:r>
              <a:rPr lang="vi-VN" b="1" dirty="0">
                <a:solidFill>
                  <a:srgbClr val="0000CC"/>
                </a:solidFill>
                <a:latin typeface="Rockwell" panose="02060603020205020403" pitchFamily="18" charset="0"/>
                <a:ea typeface="+mj-ea"/>
                <a:cs typeface="+mj-cs"/>
              </a:rPr>
              <a:t>Security by Design (Bảo mật ngay từ thiết kế)</a:t>
            </a:r>
          </a:p>
          <a:p>
            <a:pPr marL="0" indent="0">
              <a:buNone/>
            </a:pPr>
            <a:endParaRPr lang="en-US" sz="2600" dirty="0">
              <a:solidFill>
                <a:srgbClr val="FF00FF"/>
              </a:solidFill>
              <a:latin typeface="Rockwell" panose="02060603020205020403" pitchFamily="18" charset="0"/>
              <a:ea typeface="+mj-ea"/>
              <a:cs typeface="+mj-cs"/>
            </a:endParaRPr>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l="3499" t="2984" r="1376" b="10847"/>
          <a:stretch/>
        </p:blipFill>
        <p:spPr>
          <a:xfrm>
            <a:off x="3125335" y="1535844"/>
            <a:ext cx="5554640" cy="5031713"/>
          </a:xfrm>
          <a:prstGeom prst="rect">
            <a:avLst/>
          </a:prstGeom>
        </p:spPr>
      </p:pic>
    </p:spTree>
    <p:extLst>
      <p:ext uri="{BB962C8B-B14F-4D97-AF65-F5344CB8AC3E}">
        <p14:creationId xmlns:p14="http://schemas.microsoft.com/office/powerpoint/2010/main" val="316185600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914876"/>
            <a:ext cx="10242645" cy="528851"/>
          </a:xfrm>
        </p:spPr>
        <p:txBody>
          <a:bodyPr/>
          <a:lstStyle/>
          <a:p>
            <a:r>
              <a:rPr lang="en-US" sz="2800" b="1" dirty="0" smtClean="0">
                <a:solidFill>
                  <a:srgbClr val="0000CC"/>
                </a:solidFill>
                <a:latin typeface="Rockwell" panose="02060603020205020403" pitchFamily="18" charset="0"/>
              </a:rPr>
              <a:t>8.3. </a:t>
            </a:r>
            <a:r>
              <a:rPr lang="en-US" sz="2800" b="1" dirty="0" err="1" smtClean="0">
                <a:solidFill>
                  <a:srgbClr val="0000CC"/>
                </a:solidFill>
                <a:latin typeface="Rockwell" panose="02060603020205020403" pitchFamily="18" charset="0"/>
              </a:rPr>
              <a:t>Các</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giai</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đoạn</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chính</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trong</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SDDLC</a:t>
            </a: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511967"/>
            <a:ext cx="9928747" cy="4382729"/>
          </a:xfrm>
        </p:spPr>
        <p:txBody>
          <a:bodyPr/>
          <a:lstStyle/>
          <a:p>
            <a:pPr marL="0" indent="0">
              <a:buNone/>
            </a:pPr>
            <a:r>
              <a:rPr lang="en-US" b="1" dirty="0" smtClean="0">
                <a:solidFill>
                  <a:srgbClr val="0000CC"/>
                </a:solidFill>
                <a:latin typeface="Rockwell" panose="02060603020205020403" pitchFamily="18" charset="0"/>
                <a:ea typeface="+mj-ea"/>
                <a:cs typeface="+mj-cs"/>
              </a:rPr>
              <a:t>3. </a:t>
            </a:r>
            <a:r>
              <a:rPr lang="vi-VN" b="1" dirty="0" smtClean="0">
                <a:solidFill>
                  <a:srgbClr val="0000CC"/>
                </a:solidFill>
                <a:latin typeface="Rockwell" panose="02060603020205020403" pitchFamily="18" charset="0"/>
                <a:ea typeface="+mj-ea"/>
                <a:cs typeface="+mj-cs"/>
              </a:rPr>
              <a:t>Lập </a:t>
            </a:r>
            <a:r>
              <a:rPr lang="vi-VN" b="1" dirty="0">
                <a:solidFill>
                  <a:srgbClr val="0000CC"/>
                </a:solidFill>
                <a:latin typeface="Rockwell" panose="02060603020205020403" pitchFamily="18" charset="0"/>
                <a:ea typeface="+mj-ea"/>
                <a:cs typeface="+mj-cs"/>
              </a:rPr>
              <a:t>trình (Implementation / Coding)</a:t>
            </a:r>
          </a:p>
          <a:p>
            <a:pPr marL="627063"/>
            <a:r>
              <a:rPr lang="vi-VN" dirty="0">
                <a:solidFill>
                  <a:srgbClr val="0000CC"/>
                </a:solidFill>
                <a:latin typeface="Rockwell" panose="02060603020205020403" pitchFamily="18" charset="0"/>
                <a:ea typeface="+mj-ea"/>
                <a:cs typeface="+mj-cs"/>
              </a:rPr>
              <a:t>Lập trình theo coding standards an toàn (OWASP Top 10, SEI CERT, MISRA...).</a:t>
            </a:r>
          </a:p>
          <a:p>
            <a:pPr marL="627063"/>
            <a:r>
              <a:rPr lang="vi-VN" dirty="0">
                <a:solidFill>
                  <a:srgbClr val="0000CC"/>
                </a:solidFill>
                <a:latin typeface="Rockwell" panose="02060603020205020403" pitchFamily="18" charset="0"/>
                <a:ea typeface="+mj-ea"/>
                <a:cs typeface="+mj-cs"/>
              </a:rPr>
              <a:t>Kiểm soát phụ thuộc thư viện (dependency management), tránh dùng package không an toàn.</a:t>
            </a:r>
          </a:p>
          <a:p>
            <a:pPr marL="627063"/>
            <a:r>
              <a:rPr lang="vi-VN" dirty="0">
                <a:solidFill>
                  <a:srgbClr val="0000CC"/>
                </a:solidFill>
                <a:latin typeface="Rockwell" panose="02060603020205020403" pitchFamily="18" charset="0"/>
                <a:ea typeface="+mj-ea"/>
                <a:cs typeface="+mj-cs"/>
              </a:rPr>
              <a:t>Thực hiện code review tập trung vào bảo mật (security code review</a:t>
            </a:r>
            <a:r>
              <a:rPr lang="vi-VN" dirty="0" smtClean="0">
                <a:solidFill>
                  <a:srgbClr val="0000CC"/>
                </a:solidFill>
                <a:latin typeface="Rockwell" panose="02060603020205020403" pitchFamily="18" charset="0"/>
                <a:ea typeface="+mj-ea"/>
                <a:cs typeface="+mj-cs"/>
              </a:rPr>
              <a:t>).</a:t>
            </a:r>
            <a:endParaRPr lang="en-US" dirty="0">
              <a:solidFill>
                <a:srgbClr val="0000CC"/>
              </a:solidFill>
              <a:latin typeface="Rockwell" panose="02060603020205020403" pitchFamily="18" charset="0"/>
              <a:ea typeface="+mj-ea"/>
              <a:cs typeface="+mj-cs"/>
            </a:endParaRPr>
          </a:p>
          <a:p>
            <a:pPr marL="0" indent="0" algn="just">
              <a:lnSpc>
                <a:spcPct val="110000"/>
              </a:lnSpc>
              <a:spcBef>
                <a:spcPts val="1800"/>
              </a:spcBef>
              <a:buNone/>
              <a:tabLst>
                <a:tab pos="53975" algn="l"/>
              </a:tabLst>
            </a:pPr>
            <a:r>
              <a:rPr lang="en-US" i="1" dirty="0">
                <a:solidFill>
                  <a:srgbClr val="FF00FF"/>
                </a:solidFill>
                <a:latin typeface="Rockwell" panose="02060603020205020403" pitchFamily="18" charset="0"/>
                <a:ea typeface="+mj-ea"/>
                <a:cs typeface="+mj-cs"/>
              </a:rPr>
              <a:t>S</a:t>
            </a:r>
            <a:r>
              <a:rPr lang="vi-VN" i="1" dirty="0" smtClean="0">
                <a:solidFill>
                  <a:srgbClr val="FF00FF"/>
                </a:solidFill>
                <a:latin typeface="Rockwell" panose="02060603020205020403" pitchFamily="18" charset="0"/>
                <a:ea typeface="+mj-ea"/>
                <a:cs typeface="+mj-cs"/>
              </a:rPr>
              <a:t>ecurity </a:t>
            </a:r>
            <a:r>
              <a:rPr lang="vi-VN" i="1" dirty="0">
                <a:solidFill>
                  <a:srgbClr val="FF00FF"/>
                </a:solidFill>
                <a:latin typeface="Rockwell" panose="02060603020205020403" pitchFamily="18" charset="0"/>
                <a:ea typeface="+mj-ea"/>
                <a:cs typeface="+mj-cs"/>
              </a:rPr>
              <a:t>code </a:t>
            </a:r>
            <a:r>
              <a:rPr lang="vi-VN" i="1" dirty="0" smtClean="0">
                <a:solidFill>
                  <a:srgbClr val="FF00FF"/>
                </a:solidFill>
                <a:latin typeface="Rockwell" panose="02060603020205020403" pitchFamily="18" charset="0"/>
                <a:ea typeface="+mj-ea"/>
                <a:cs typeface="+mj-cs"/>
              </a:rPr>
              <a:t>review </a:t>
            </a:r>
            <a:r>
              <a:rPr lang="vi-VN" i="1" dirty="0">
                <a:solidFill>
                  <a:srgbClr val="FF00FF"/>
                </a:solidFill>
                <a:latin typeface="Rockwell" panose="02060603020205020403" pitchFamily="18" charset="0"/>
                <a:ea typeface="+mj-ea"/>
                <a:cs typeface="+mj-cs"/>
              </a:rPr>
              <a:t>là một bước quan trọng trong </a:t>
            </a:r>
            <a:r>
              <a:rPr lang="vi-VN" i="1" dirty="0" smtClean="0">
                <a:solidFill>
                  <a:srgbClr val="FF00FF"/>
                </a:solidFill>
                <a:latin typeface="Rockwell" panose="02060603020205020403" pitchFamily="18" charset="0"/>
                <a:ea typeface="+mj-ea"/>
                <a:cs typeface="+mj-cs"/>
              </a:rPr>
              <a:t>SSDLC</a:t>
            </a:r>
            <a:r>
              <a:rPr lang="en-US" i="1" dirty="0" smtClean="0">
                <a:solidFill>
                  <a:srgbClr val="FF00FF"/>
                </a:solidFill>
                <a:latin typeface="Rockwell" panose="02060603020205020403" pitchFamily="18" charset="0"/>
                <a:ea typeface="+mj-ea"/>
                <a:cs typeface="+mj-cs"/>
              </a:rPr>
              <a:t>,</a:t>
            </a:r>
            <a:r>
              <a:rPr lang="vi-VN" i="1" dirty="0" smtClean="0">
                <a:solidFill>
                  <a:srgbClr val="FF00FF"/>
                </a:solidFill>
                <a:latin typeface="Rockwell" panose="02060603020205020403" pitchFamily="18" charset="0"/>
                <a:ea typeface="+mj-ea"/>
                <a:cs typeface="+mj-cs"/>
              </a:rPr>
              <a:t> </a:t>
            </a:r>
            <a:r>
              <a:rPr lang="en-US" i="1" dirty="0" err="1" smtClean="0">
                <a:solidFill>
                  <a:srgbClr val="FF00FF"/>
                </a:solidFill>
                <a:latin typeface="Rockwell" panose="02060603020205020403" pitchFamily="18" charset="0"/>
                <a:ea typeface="+mj-ea"/>
                <a:cs typeface="+mj-cs"/>
              </a:rPr>
              <a:t>để</a:t>
            </a:r>
            <a:r>
              <a:rPr lang="vi-VN" i="1" dirty="0" smtClean="0">
                <a:solidFill>
                  <a:srgbClr val="FF00FF"/>
                </a:solidFill>
                <a:latin typeface="Rockwell" panose="02060603020205020403" pitchFamily="18" charset="0"/>
                <a:ea typeface="+mj-ea"/>
                <a:cs typeface="+mj-cs"/>
              </a:rPr>
              <a:t> </a:t>
            </a:r>
            <a:r>
              <a:rPr lang="vi-VN" i="1" dirty="0">
                <a:solidFill>
                  <a:srgbClr val="FF00FF"/>
                </a:solidFill>
                <a:latin typeface="Rockwell" panose="02060603020205020403" pitchFamily="18" charset="0"/>
                <a:ea typeface="+mj-ea"/>
                <a:cs typeface="+mj-cs"/>
              </a:rPr>
              <a:t>phát hiện các lỗ hổng bảo mật ngay từ giai đoạn phát triển. Khác với code review thông thường (chỉ xem xét logic, performance, style…), security code review tập trung vào rủi ro an ninh tiềm ẩn.</a:t>
            </a:r>
          </a:p>
          <a:p>
            <a:pPr marL="0" indent="0">
              <a:buNone/>
            </a:pPr>
            <a:endParaRPr lang="en-US" sz="2600" dirty="0">
              <a:solidFill>
                <a:srgbClr val="FF00FF"/>
              </a:solidFill>
              <a:latin typeface="Rockwell" panose="02060603020205020403" pitchFamily="18" charset="0"/>
              <a:ea typeface="+mj-ea"/>
              <a:cs typeface="+mj-cs"/>
            </a:endParaRPr>
          </a:p>
        </p:txBody>
      </p:sp>
    </p:spTree>
    <p:extLst>
      <p:ext uri="{BB962C8B-B14F-4D97-AF65-F5344CB8AC3E}">
        <p14:creationId xmlns:p14="http://schemas.microsoft.com/office/powerpoint/2010/main" val="344271462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447900"/>
            <a:ext cx="10242645" cy="528851"/>
          </a:xfrm>
        </p:spPr>
        <p:txBody>
          <a:bodyPr/>
          <a:lstStyle/>
          <a:p>
            <a:r>
              <a:rPr lang="en-US" sz="2800" b="1" dirty="0" smtClean="0">
                <a:solidFill>
                  <a:srgbClr val="0000CC"/>
                </a:solidFill>
                <a:latin typeface="Rockwell" panose="02060603020205020403" pitchFamily="18" charset="0"/>
              </a:rPr>
              <a:t>8.3. </a:t>
            </a:r>
            <a:r>
              <a:rPr lang="en-US" sz="2800" b="1" dirty="0" err="1" smtClean="0">
                <a:solidFill>
                  <a:srgbClr val="0000CC"/>
                </a:solidFill>
                <a:latin typeface="Rockwell" panose="02060603020205020403" pitchFamily="18" charset="0"/>
              </a:rPr>
              <a:t>Các</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giai</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đoạn</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chính</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trong</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SDDLC</a:t>
            </a: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966047"/>
            <a:ext cx="9928747" cy="4382729"/>
          </a:xfrm>
        </p:spPr>
        <p:txBody>
          <a:bodyPr/>
          <a:lstStyle/>
          <a:p>
            <a:pPr marL="0" indent="0">
              <a:buNone/>
            </a:pPr>
            <a:r>
              <a:rPr lang="vi-VN" b="1" dirty="0" smtClean="0">
                <a:solidFill>
                  <a:srgbClr val="0000CC"/>
                </a:solidFill>
                <a:latin typeface="Rockwell" panose="02060603020205020403" pitchFamily="18" charset="0"/>
                <a:ea typeface="+mj-ea"/>
                <a:cs typeface="+mj-cs"/>
              </a:rPr>
              <a:t>Nội </a:t>
            </a:r>
            <a:r>
              <a:rPr lang="vi-VN" b="1" dirty="0">
                <a:solidFill>
                  <a:srgbClr val="0000CC"/>
                </a:solidFill>
                <a:latin typeface="Rockwell" panose="02060603020205020403" pitchFamily="18" charset="0"/>
                <a:ea typeface="+mj-ea"/>
                <a:cs typeface="+mj-cs"/>
              </a:rPr>
              <a:t>dung chính của Security Code Review:</a:t>
            </a:r>
          </a:p>
          <a:p>
            <a:r>
              <a:rPr lang="vi-VN" b="1" dirty="0">
                <a:solidFill>
                  <a:srgbClr val="0000CC"/>
                </a:solidFill>
                <a:latin typeface="Rockwell" panose="02060603020205020403" pitchFamily="18" charset="0"/>
                <a:ea typeface="+mj-ea"/>
                <a:cs typeface="+mj-cs"/>
              </a:rPr>
              <a:t>Mục tiêu</a:t>
            </a:r>
          </a:p>
          <a:p>
            <a:pPr lvl="1"/>
            <a:r>
              <a:rPr lang="vi-VN" dirty="0">
                <a:solidFill>
                  <a:srgbClr val="0000CC"/>
                </a:solidFill>
                <a:latin typeface="Rockwell" panose="02060603020205020403" pitchFamily="18" charset="0"/>
                <a:ea typeface="+mj-ea"/>
                <a:cs typeface="+mj-cs"/>
              </a:rPr>
              <a:t>Xác định lỗ hổng bảo mật trước khi phần mềm được triển khai.</a:t>
            </a:r>
          </a:p>
          <a:p>
            <a:pPr lvl="1"/>
            <a:r>
              <a:rPr lang="vi-VN" dirty="0">
                <a:solidFill>
                  <a:srgbClr val="0000CC"/>
                </a:solidFill>
                <a:latin typeface="Rockwell" panose="02060603020205020403" pitchFamily="18" charset="0"/>
                <a:ea typeface="+mj-ea"/>
                <a:cs typeface="+mj-cs"/>
              </a:rPr>
              <a:t>Đảm bảo mã nguồn tuân thủ coding standards an toàn (ví dụ: SEI CERT, OWASP Secure Coding Practices).</a:t>
            </a:r>
          </a:p>
          <a:p>
            <a:pPr lvl="1"/>
            <a:r>
              <a:rPr lang="vi-VN" dirty="0">
                <a:solidFill>
                  <a:srgbClr val="0000CC"/>
                </a:solidFill>
                <a:latin typeface="Rockwell" panose="02060603020205020403" pitchFamily="18" charset="0"/>
                <a:ea typeface="+mj-ea"/>
                <a:cs typeface="+mj-cs"/>
              </a:rPr>
              <a:t>Giảm chi phí xử lý lỗi bảo mật so với phát hiện muộn ở giai đoạn triển khai/vận hành.</a:t>
            </a:r>
          </a:p>
          <a:p>
            <a:pPr marL="0" indent="0">
              <a:buNone/>
            </a:pPr>
            <a:endParaRPr lang="vi-VN" b="1" dirty="0">
              <a:solidFill>
                <a:srgbClr val="0000CC"/>
              </a:solidFill>
              <a:latin typeface="Rockwell" panose="02060603020205020403" pitchFamily="18" charset="0"/>
              <a:ea typeface="+mj-ea"/>
              <a:cs typeface="+mj-cs"/>
            </a:endParaRPr>
          </a:p>
          <a:p>
            <a:pPr marL="0" indent="0">
              <a:buNone/>
            </a:pPr>
            <a:endParaRPr lang="en-US" sz="2600" dirty="0">
              <a:solidFill>
                <a:srgbClr val="FF00FF"/>
              </a:solidFill>
              <a:latin typeface="Rockwell" panose="02060603020205020403" pitchFamily="18" charset="0"/>
              <a:ea typeface="+mj-ea"/>
              <a:cs typeface="+mj-cs"/>
            </a:endParaRPr>
          </a:p>
        </p:txBody>
      </p:sp>
    </p:spTree>
    <p:extLst>
      <p:ext uri="{BB962C8B-B14F-4D97-AF65-F5344CB8AC3E}">
        <p14:creationId xmlns:p14="http://schemas.microsoft.com/office/powerpoint/2010/main" val="7649584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529786"/>
            <a:ext cx="10242645" cy="528851"/>
          </a:xfrm>
        </p:spPr>
        <p:txBody>
          <a:bodyPr/>
          <a:lstStyle/>
          <a:p>
            <a:r>
              <a:rPr lang="en-US" sz="2800" b="1" dirty="0" smtClean="0">
                <a:solidFill>
                  <a:srgbClr val="0000CC"/>
                </a:solidFill>
                <a:latin typeface="Rockwell" panose="02060603020205020403" pitchFamily="18" charset="0"/>
              </a:rPr>
              <a:t>8.3. </a:t>
            </a:r>
            <a:r>
              <a:rPr lang="en-US" sz="2800" b="1" dirty="0" err="1" smtClean="0">
                <a:solidFill>
                  <a:srgbClr val="0000CC"/>
                </a:solidFill>
                <a:latin typeface="Rockwell" panose="02060603020205020403" pitchFamily="18" charset="0"/>
              </a:rPr>
              <a:t>Các</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giai</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đoạn</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chính</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trong</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SDDLC</a:t>
            </a: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966047"/>
            <a:ext cx="10488305" cy="4382729"/>
          </a:xfrm>
        </p:spPr>
        <p:txBody>
          <a:bodyPr/>
          <a:lstStyle/>
          <a:p>
            <a:pPr marL="0" indent="0">
              <a:buNone/>
            </a:pPr>
            <a:r>
              <a:rPr lang="vi-VN" b="1" dirty="0" smtClean="0">
                <a:solidFill>
                  <a:srgbClr val="0000CC"/>
                </a:solidFill>
                <a:latin typeface="Rockwell" panose="02060603020205020403" pitchFamily="18" charset="0"/>
                <a:ea typeface="+mj-ea"/>
                <a:cs typeface="+mj-cs"/>
              </a:rPr>
              <a:t>Nội </a:t>
            </a:r>
            <a:r>
              <a:rPr lang="vi-VN" b="1" dirty="0">
                <a:solidFill>
                  <a:srgbClr val="0000CC"/>
                </a:solidFill>
                <a:latin typeface="Rockwell" panose="02060603020205020403" pitchFamily="18" charset="0"/>
                <a:ea typeface="+mj-ea"/>
                <a:cs typeface="+mj-cs"/>
              </a:rPr>
              <a:t>dung chính của Security Code Review:</a:t>
            </a:r>
          </a:p>
          <a:p>
            <a:pPr marL="0" indent="0">
              <a:buNone/>
            </a:pPr>
            <a:r>
              <a:rPr lang="vi-VN" b="1" dirty="0" smtClean="0">
                <a:solidFill>
                  <a:srgbClr val="0000CC"/>
                </a:solidFill>
                <a:latin typeface="Rockwell" panose="02060603020205020403" pitchFamily="18" charset="0"/>
                <a:ea typeface="+mj-ea"/>
                <a:cs typeface="+mj-cs"/>
              </a:rPr>
              <a:t>Các </a:t>
            </a:r>
            <a:r>
              <a:rPr lang="vi-VN" b="1" dirty="0">
                <a:solidFill>
                  <a:srgbClr val="0000CC"/>
                </a:solidFill>
                <a:latin typeface="Rockwell" panose="02060603020205020403" pitchFamily="18" charset="0"/>
                <a:ea typeface="+mj-ea"/>
                <a:cs typeface="+mj-cs"/>
              </a:rPr>
              <a:t>điểm cần tập trung khi review</a:t>
            </a:r>
          </a:p>
          <a:p>
            <a:pPr lvl="1"/>
            <a:r>
              <a:rPr lang="vi-VN" dirty="0">
                <a:solidFill>
                  <a:srgbClr val="0000CC"/>
                </a:solidFill>
                <a:latin typeface="Rockwell" panose="02060603020205020403" pitchFamily="18" charset="0"/>
                <a:ea typeface="+mj-ea"/>
                <a:cs typeface="+mj-cs"/>
              </a:rPr>
              <a:t>Xác thực &amp; phân quyền: </a:t>
            </a:r>
            <a:r>
              <a:rPr lang="en-US" dirty="0" smtClean="0">
                <a:solidFill>
                  <a:srgbClr val="0000CC"/>
                </a:solidFill>
                <a:latin typeface="Rockwell" panose="02060603020205020403" pitchFamily="18" charset="0"/>
                <a:ea typeface="+mj-ea"/>
                <a:cs typeface="+mj-cs"/>
              </a:rPr>
              <a:t>K</a:t>
            </a:r>
            <a:r>
              <a:rPr lang="vi-VN" dirty="0" smtClean="0">
                <a:solidFill>
                  <a:srgbClr val="0000CC"/>
                </a:solidFill>
                <a:latin typeface="Rockwell" panose="02060603020205020403" pitchFamily="18" charset="0"/>
                <a:ea typeface="+mj-ea"/>
                <a:cs typeface="+mj-cs"/>
              </a:rPr>
              <a:t>iểm </a:t>
            </a:r>
            <a:r>
              <a:rPr lang="vi-VN" dirty="0">
                <a:solidFill>
                  <a:srgbClr val="0000CC"/>
                </a:solidFill>
                <a:latin typeface="Rockwell" panose="02060603020205020403" pitchFamily="18" charset="0"/>
                <a:ea typeface="+mj-ea"/>
                <a:cs typeface="+mj-cs"/>
              </a:rPr>
              <a:t>tra việc quản lý tài khoản, quyền truy cập (Least Privilege).</a:t>
            </a:r>
          </a:p>
          <a:p>
            <a:pPr lvl="1"/>
            <a:r>
              <a:rPr lang="vi-VN" dirty="0">
                <a:solidFill>
                  <a:srgbClr val="0000CC"/>
                </a:solidFill>
                <a:latin typeface="Rockwell" panose="02060603020205020403" pitchFamily="18" charset="0"/>
                <a:ea typeface="+mj-ea"/>
                <a:cs typeface="+mj-cs"/>
              </a:rPr>
              <a:t>Xử lý dữ liệu đầu vào: </a:t>
            </a:r>
            <a:r>
              <a:rPr lang="en-US" dirty="0" smtClean="0">
                <a:solidFill>
                  <a:srgbClr val="0000CC"/>
                </a:solidFill>
                <a:latin typeface="Rockwell" panose="02060603020205020403" pitchFamily="18" charset="0"/>
                <a:ea typeface="+mj-ea"/>
                <a:cs typeface="+mj-cs"/>
              </a:rPr>
              <a:t>T</a:t>
            </a:r>
            <a:r>
              <a:rPr lang="vi-VN" dirty="0" smtClean="0">
                <a:solidFill>
                  <a:srgbClr val="0000CC"/>
                </a:solidFill>
                <a:latin typeface="Rockwell" panose="02060603020205020403" pitchFamily="18" charset="0"/>
                <a:ea typeface="+mj-ea"/>
                <a:cs typeface="+mj-cs"/>
              </a:rPr>
              <a:t>ránh </a:t>
            </a:r>
            <a:r>
              <a:rPr lang="vi-VN" dirty="0">
                <a:solidFill>
                  <a:srgbClr val="0000CC"/>
                </a:solidFill>
                <a:latin typeface="Rockwell" panose="02060603020205020403" pitchFamily="18" charset="0"/>
                <a:ea typeface="+mj-ea"/>
                <a:cs typeface="+mj-cs"/>
              </a:rPr>
              <a:t>SQL Injection, XSS, Command Injection…</a:t>
            </a:r>
          </a:p>
          <a:p>
            <a:pPr lvl="1"/>
            <a:r>
              <a:rPr lang="vi-VN" dirty="0">
                <a:solidFill>
                  <a:srgbClr val="0000CC"/>
                </a:solidFill>
                <a:latin typeface="Rockwell" panose="02060603020205020403" pitchFamily="18" charset="0"/>
                <a:ea typeface="+mj-ea"/>
                <a:cs typeface="+mj-cs"/>
              </a:rPr>
              <a:t>Quản lý mật khẩu &amp; thông tin nhạy cảm: </a:t>
            </a:r>
            <a:r>
              <a:rPr lang="en-US" dirty="0" smtClean="0">
                <a:solidFill>
                  <a:srgbClr val="0000CC"/>
                </a:solidFill>
                <a:latin typeface="Rockwell" panose="02060603020205020403" pitchFamily="18" charset="0"/>
                <a:ea typeface="+mj-ea"/>
                <a:cs typeface="+mj-cs"/>
              </a:rPr>
              <a:t>K</a:t>
            </a:r>
            <a:r>
              <a:rPr lang="vi-VN" dirty="0" smtClean="0">
                <a:solidFill>
                  <a:srgbClr val="0000CC"/>
                </a:solidFill>
                <a:latin typeface="Rockwell" panose="02060603020205020403" pitchFamily="18" charset="0"/>
                <a:ea typeface="+mj-ea"/>
                <a:cs typeface="+mj-cs"/>
              </a:rPr>
              <a:t>hông </a:t>
            </a:r>
            <a:r>
              <a:rPr lang="vi-VN" dirty="0">
                <a:solidFill>
                  <a:srgbClr val="0000CC"/>
                </a:solidFill>
                <a:latin typeface="Rockwell" panose="02060603020205020403" pitchFamily="18" charset="0"/>
                <a:ea typeface="+mj-ea"/>
                <a:cs typeface="+mj-cs"/>
              </a:rPr>
              <a:t>hard-code mật khẩu, dùng hash/salt an toàn (bcrypt, Argon2…).</a:t>
            </a:r>
          </a:p>
          <a:p>
            <a:pPr lvl="1"/>
            <a:r>
              <a:rPr lang="vi-VN" dirty="0">
                <a:solidFill>
                  <a:srgbClr val="0000CC"/>
                </a:solidFill>
                <a:latin typeface="Rockwell" panose="02060603020205020403" pitchFamily="18" charset="0"/>
                <a:ea typeface="+mj-ea"/>
                <a:cs typeface="+mj-cs"/>
              </a:rPr>
              <a:t>Giao tiếp an toàn: </a:t>
            </a:r>
            <a:r>
              <a:rPr lang="en-US" dirty="0" smtClean="0">
                <a:solidFill>
                  <a:srgbClr val="0000CC"/>
                </a:solidFill>
                <a:latin typeface="Rockwell" panose="02060603020205020403" pitchFamily="18" charset="0"/>
                <a:ea typeface="+mj-ea"/>
                <a:cs typeface="+mj-cs"/>
              </a:rPr>
              <a:t>B</a:t>
            </a:r>
            <a:r>
              <a:rPr lang="vi-VN" dirty="0" smtClean="0">
                <a:solidFill>
                  <a:srgbClr val="0000CC"/>
                </a:solidFill>
                <a:latin typeface="Rockwell" panose="02060603020205020403" pitchFamily="18" charset="0"/>
                <a:ea typeface="+mj-ea"/>
                <a:cs typeface="+mj-cs"/>
              </a:rPr>
              <a:t>ắt </a:t>
            </a:r>
            <a:r>
              <a:rPr lang="vi-VN" dirty="0">
                <a:solidFill>
                  <a:srgbClr val="0000CC"/>
                </a:solidFill>
                <a:latin typeface="Rockwell" panose="02060603020205020403" pitchFamily="18" charset="0"/>
                <a:ea typeface="+mj-ea"/>
                <a:cs typeface="+mj-cs"/>
              </a:rPr>
              <a:t>buộc HTTPS/TLS, không truyền dữ liệu nhạy cảm qua kênh không mã hóa.</a:t>
            </a:r>
          </a:p>
          <a:p>
            <a:pPr lvl="1"/>
            <a:r>
              <a:rPr lang="vi-VN" dirty="0">
                <a:solidFill>
                  <a:srgbClr val="0000CC"/>
                </a:solidFill>
                <a:latin typeface="Rockwell" panose="02060603020205020403" pitchFamily="18" charset="0"/>
                <a:ea typeface="+mj-ea"/>
                <a:cs typeface="+mj-cs"/>
              </a:rPr>
              <a:t>Xử lý lỗi &amp; logging: </a:t>
            </a:r>
            <a:r>
              <a:rPr lang="en-US" dirty="0" smtClean="0">
                <a:solidFill>
                  <a:srgbClr val="0000CC"/>
                </a:solidFill>
                <a:latin typeface="Rockwell" panose="02060603020205020403" pitchFamily="18" charset="0"/>
                <a:ea typeface="+mj-ea"/>
                <a:cs typeface="+mj-cs"/>
              </a:rPr>
              <a:t>T</a:t>
            </a:r>
            <a:r>
              <a:rPr lang="vi-VN" dirty="0" smtClean="0">
                <a:solidFill>
                  <a:srgbClr val="0000CC"/>
                </a:solidFill>
                <a:latin typeface="Rockwell" panose="02060603020205020403" pitchFamily="18" charset="0"/>
                <a:ea typeface="+mj-ea"/>
                <a:cs typeface="+mj-cs"/>
              </a:rPr>
              <a:t>ránh </a:t>
            </a:r>
            <a:r>
              <a:rPr lang="vi-VN" dirty="0">
                <a:solidFill>
                  <a:srgbClr val="0000CC"/>
                </a:solidFill>
                <a:latin typeface="Rockwell" panose="02060603020205020403" pitchFamily="18" charset="0"/>
                <a:ea typeface="+mj-ea"/>
                <a:cs typeface="+mj-cs"/>
              </a:rPr>
              <a:t>lộ thông tin hệ thống trong log hoặc thông báo lỗi.</a:t>
            </a:r>
          </a:p>
          <a:p>
            <a:pPr lvl="1"/>
            <a:r>
              <a:rPr lang="vi-VN" dirty="0">
                <a:solidFill>
                  <a:srgbClr val="0000CC"/>
                </a:solidFill>
                <a:latin typeface="Rockwell" panose="02060603020205020403" pitchFamily="18" charset="0"/>
                <a:ea typeface="+mj-ea"/>
                <a:cs typeface="+mj-cs"/>
              </a:rPr>
              <a:t>Thư viện/phụ thuộc bên ngoài: </a:t>
            </a:r>
            <a:r>
              <a:rPr lang="en-US" dirty="0" smtClean="0">
                <a:solidFill>
                  <a:srgbClr val="0000CC"/>
                </a:solidFill>
                <a:latin typeface="Rockwell" panose="02060603020205020403" pitchFamily="18" charset="0"/>
                <a:ea typeface="+mj-ea"/>
                <a:cs typeface="+mj-cs"/>
              </a:rPr>
              <a:t>K</a:t>
            </a:r>
            <a:r>
              <a:rPr lang="vi-VN" dirty="0" smtClean="0">
                <a:solidFill>
                  <a:srgbClr val="0000CC"/>
                </a:solidFill>
                <a:latin typeface="Rockwell" panose="02060603020205020403" pitchFamily="18" charset="0"/>
                <a:ea typeface="+mj-ea"/>
                <a:cs typeface="+mj-cs"/>
              </a:rPr>
              <a:t>iểm </a:t>
            </a:r>
            <a:r>
              <a:rPr lang="vi-VN" dirty="0">
                <a:solidFill>
                  <a:srgbClr val="0000CC"/>
                </a:solidFill>
                <a:latin typeface="Rockwell" panose="02060603020205020403" pitchFamily="18" charset="0"/>
                <a:ea typeface="+mj-ea"/>
                <a:cs typeface="+mj-cs"/>
              </a:rPr>
              <a:t>tra phiên bản, lỗ hổng CVE.</a:t>
            </a:r>
          </a:p>
          <a:p>
            <a:pPr marL="0" indent="0">
              <a:buNone/>
            </a:pPr>
            <a:endParaRPr lang="vi-VN" b="1" dirty="0">
              <a:solidFill>
                <a:srgbClr val="0000CC"/>
              </a:solidFill>
              <a:latin typeface="Rockwell" panose="02060603020205020403" pitchFamily="18" charset="0"/>
              <a:ea typeface="+mj-ea"/>
              <a:cs typeface="+mj-cs"/>
            </a:endParaRPr>
          </a:p>
          <a:p>
            <a:pPr marL="0" indent="0">
              <a:buNone/>
            </a:pPr>
            <a:endParaRPr lang="en-US" sz="2600" dirty="0">
              <a:solidFill>
                <a:srgbClr val="FF00FF"/>
              </a:solidFill>
              <a:latin typeface="Rockwell" panose="02060603020205020403" pitchFamily="18" charset="0"/>
              <a:ea typeface="+mj-ea"/>
              <a:cs typeface="+mj-cs"/>
            </a:endParaRPr>
          </a:p>
        </p:txBody>
      </p:sp>
    </p:spTree>
    <p:extLst>
      <p:ext uri="{BB962C8B-B14F-4D97-AF65-F5344CB8AC3E}">
        <p14:creationId xmlns:p14="http://schemas.microsoft.com/office/powerpoint/2010/main" val="151901056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437196"/>
            <a:ext cx="10242645" cy="528851"/>
          </a:xfrm>
        </p:spPr>
        <p:txBody>
          <a:bodyPr/>
          <a:lstStyle/>
          <a:p>
            <a:r>
              <a:rPr lang="en-US" sz="2800" b="1" dirty="0" smtClean="0">
                <a:solidFill>
                  <a:srgbClr val="0000CC"/>
                </a:solidFill>
                <a:latin typeface="Rockwell" panose="02060603020205020403" pitchFamily="18" charset="0"/>
              </a:rPr>
              <a:t>8.3. </a:t>
            </a:r>
            <a:r>
              <a:rPr lang="en-US" sz="2800" b="1" dirty="0" err="1" smtClean="0">
                <a:solidFill>
                  <a:srgbClr val="0000CC"/>
                </a:solidFill>
                <a:latin typeface="Rockwell" panose="02060603020205020403" pitchFamily="18" charset="0"/>
              </a:rPr>
              <a:t>Các</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giai</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đoạn</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chính</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trong</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SDDLC</a:t>
            </a: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966047"/>
            <a:ext cx="10488305" cy="4382729"/>
          </a:xfrm>
        </p:spPr>
        <p:txBody>
          <a:bodyPr/>
          <a:lstStyle/>
          <a:p>
            <a:pPr marL="0" indent="0">
              <a:buNone/>
            </a:pPr>
            <a:r>
              <a:rPr lang="vi-VN" b="1" dirty="0" smtClean="0">
                <a:solidFill>
                  <a:srgbClr val="0000CC"/>
                </a:solidFill>
                <a:latin typeface="Rockwell" panose="02060603020205020403" pitchFamily="18" charset="0"/>
                <a:ea typeface="+mj-ea"/>
                <a:cs typeface="+mj-cs"/>
              </a:rPr>
              <a:t>Nội </a:t>
            </a:r>
            <a:r>
              <a:rPr lang="vi-VN" b="1" dirty="0">
                <a:solidFill>
                  <a:srgbClr val="0000CC"/>
                </a:solidFill>
                <a:latin typeface="Rockwell" panose="02060603020205020403" pitchFamily="18" charset="0"/>
                <a:ea typeface="+mj-ea"/>
                <a:cs typeface="+mj-cs"/>
              </a:rPr>
              <a:t>dung chính của Security Code Review:</a:t>
            </a:r>
          </a:p>
          <a:p>
            <a:pPr marL="0" indent="0">
              <a:buNone/>
            </a:pPr>
            <a:r>
              <a:rPr lang="en-US" b="1" dirty="0" smtClean="0">
                <a:solidFill>
                  <a:srgbClr val="0000CC"/>
                </a:solidFill>
                <a:latin typeface="Rockwell" panose="02060603020205020403" pitchFamily="18" charset="0"/>
                <a:ea typeface="+mj-ea"/>
                <a:cs typeface="+mj-cs"/>
              </a:rPr>
              <a:t>3. </a:t>
            </a:r>
            <a:r>
              <a:rPr lang="vi-VN" b="1" dirty="0" smtClean="0">
                <a:solidFill>
                  <a:srgbClr val="0000CC"/>
                </a:solidFill>
                <a:latin typeface="Rockwell" panose="02060603020205020403" pitchFamily="18" charset="0"/>
                <a:ea typeface="+mj-ea"/>
                <a:cs typeface="+mj-cs"/>
              </a:rPr>
              <a:t>Phương </a:t>
            </a:r>
            <a:r>
              <a:rPr lang="vi-VN" b="1" dirty="0">
                <a:solidFill>
                  <a:srgbClr val="0000CC"/>
                </a:solidFill>
                <a:latin typeface="Rockwell" panose="02060603020205020403" pitchFamily="18" charset="0"/>
                <a:ea typeface="+mj-ea"/>
                <a:cs typeface="+mj-cs"/>
              </a:rPr>
              <a:t>pháp thực hiện</a:t>
            </a:r>
          </a:p>
          <a:p>
            <a:pPr lvl="1"/>
            <a:r>
              <a:rPr lang="vi-VN" dirty="0">
                <a:solidFill>
                  <a:srgbClr val="0000CC"/>
                </a:solidFill>
                <a:latin typeface="Rockwell" panose="02060603020205020403" pitchFamily="18" charset="0"/>
                <a:ea typeface="+mj-ea"/>
                <a:cs typeface="+mj-cs"/>
              </a:rPr>
              <a:t>Manual Review: chuyên gia bảo mật đọc mã, phát hiện lỗ hổng logic.</a:t>
            </a:r>
          </a:p>
          <a:p>
            <a:pPr lvl="1"/>
            <a:r>
              <a:rPr lang="vi-VN" dirty="0">
                <a:solidFill>
                  <a:srgbClr val="0000CC"/>
                </a:solidFill>
                <a:latin typeface="Rockwell" panose="02060603020205020403" pitchFamily="18" charset="0"/>
                <a:ea typeface="+mj-ea"/>
                <a:cs typeface="+mj-cs"/>
              </a:rPr>
              <a:t>Tool hỗ trợ: sử dụng Static Application Security Testing (SAST) để quét mã tự động (SonarQube, Fortify, Checkmarx…).</a:t>
            </a:r>
          </a:p>
          <a:p>
            <a:pPr lvl="1"/>
            <a:r>
              <a:rPr lang="vi-VN" dirty="0">
                <a:solidFill>
                  <a:srgbClr val="0000CC"/>
                </a:solidFill>
                <a:latin typeface="Rockwell" panose="02060603020205020403" pitchFamily="18" charset="0"/>
                <a:ea typeface="+mj-ea"/>
                <a:cs typeface="+mj-cs"/>
              </a:rPr>
              <a:t>Kết hợp: manual + tool để đạt hiệu quả cao nhất.</a:t>
            </a:r>
          </a:p>
          <a:p>
            <a:pPr marL="0" indent="0">
              <a:buNone/>
            </a:pPr>
            <a:r>
              <a:rPr lang="en-US" b="1" dirty="0" smtClean="0">
                <a:solidFill>
                  <a:srgbClr val="0000CC"/>
                </a:solidFill>
                <a:latin typeface="Rockwell" panose="02060603020205020403" pitchFamily="18" charset="0"/>
                <a:ea typeface="+mj-ea"/>
                <a:cs typeface="+mj-cs"/>
              </a:rPr>
              <a:t>4. </a:t>
            </a:r>
            <a:r>
              <a:rPr lang="vi-VN" b="1" dirty="0" smtClean="0">
                <a:solidFill>
                  <a:srgbClr val="0000CC"/>
                </a:solidFill>
                <a:latin typeface="Rockwell" panose="02060603020205020403" pitchFamily="18" charset="0"/>
                <a:ea typeface="+mj-ea"/>
                <a:cs typeface="+mj-cs"/>
              </a:rPr>
              <a:t>Best </a:t>
            </a:r>
            <a:r>
              <a:rPr lang="vi-VN" b="1" dirty="0">
                <a:solidFill>
                  <a:srgbClr val="0000CC"/>
                </a:solidFill>
                <a:latin typeface="Rockwell" panose="02060603020205020403" pitchFamily="18" charset="0"/>
                <a:ea typeface="+mj-ea"/>
                <a:cs typeface="+mj-cs"/>
              </a:rPr>
              <a:t>Practices</a:t>
            </a:r>
          </a:p>
          <a:p>
            <a:pPr lvl="1"/>
            <a:r>
              <a:rPr lang="vi-VN" dirty="0">
                <a:solidFill>
                  <a:srgbClr val="0000CC"/>
                </a:solidFill>
                <a:latin typeface="Rockwell" panose="02060603020205020403" pitchFamily="18" charset="0"/>
                <a:ea typeface="+mj-ea"/>
                <a:cs typeface="+mj-cs"/>
              </a:rPr>
              <a:t>Áp dụng checklist bảo mật (theo OWASP Code Review Guide).</a:t>
            </a:r>
          </a:p>
          <a:p>
            <a:pPr lvl="1"/>
            <a:r>
              <a:rPr lang="vi-VN" dirty="0">
                <a:solidFill>
                  <a:srgbClr val="0000CC"/>
                </a:solidFill>
                <a:latin typeface="Rockwell" panose="02060603020205020403" pitchFamily="18" charset="0"/>
                <a:ea typeface="+mj-ea"/>
                <a:cs typeface="+mj-cs"/>
              </a:rPr>
              <a:t>Review theo module, ưu tiên những phần nhạy cảm (auth, crypto, giao tiếp mạng).</a:t>
            </a:r>
          </a:p>
          <a:p>
            <a:pPr lvl="1"/>
            <a:r>
              <a:rPr lang="vi-VN" dirty="0">
                <a:solidFill>
                  <a:srgbClr val="0000CC"/>
                </a:solidFill>
                <a:latin typeface="Rockwell" panose="02060603020205020403" pitchFamily="18" charset="0"/>
                <a:ea typeface="+mj-ea"/>
                <a:cs typeface="+mj-cs"/>
              </a:rPr>
              <a:t>Thực hiện review liên tục trong CI/CD pipeline (DevSecOps).</a:t>
            </a:r>
          </a:p>
          <a:p>
            <a:pPr marL="0" indent="0">
              <a:buNone/>
            </a:pPr>
            <a:endParaRPr lang="vi-VN" b="1" dirty="0">
              <a:solidFill>
                <a:srgbClr val="0000CC"/>
              </a:solidFill>
              <a:latin typeface="Rockwell" panose="02060603020205020403" pitchFamily="18" charset="0"/>
              <a:ea typeface="+mj-ea"/>
              <a:cs typeface="+mj-cs"/>
            </a:endParaRPr>
          </a:p>
          <a:p>
            <a:pPr marL="0" indent="0">
              <a:buNone/>
            </a:pPr>
            <a:endParaRPr lang="en-US" sz="2600" dirty="0">
              <a:solidFill>
                <a:srgbClr val="FF00FF"/>
              </a:solidFill>
              <a:latin typeface="Rockwell" panose="02060603020205020403" pitchFamily="18" charset="0"/>
              <a:ea typeface="+mj-ea"/>
              <a:cs typeface="+mj-cs"/>
            </a:endParaRPr>
          </a:p>
        </p:txBody>
      </p:sp>
    </p:spTree>
    <p:extLst>
      <p:ext uri="{BB962C8B-B14F-4D97-AF65-F5344CB8AC3E}">
        <p14:creationId xmlns:p14="http://schemas.microsoft.com/office/powerpoint/2010/main" val="161490860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437196"/>
            <a:ext cx="10242645" cy="528851"/>
          </a:xfrm>
        </p:spPr>
        <p:txBody>
          <a:bodyPr/>
          <a:lstStyle/>
          <a:p>
            <a:r>
              <a:rPr lang="en-US" sz="2800" b="1" dirty="0" smtClean="0">
                <a:solidFill>
                  <a:srgbClr val="0000CC"/>
                </a:solidFill>
                <a:latin typeface="Rockwell" panose="02060603020205020403" pitchFamily="18" charset="0"/>
              </a:rPr>
              <a:t>8.3. </a:t>
            </a:r>
            <a:r>
              <a:rPr lang="en-US" sz="2800" b="1" dirty="0" err="1" smtClean="0">
                <a:solidFill>
                  <a:srgbClr val="0000CC"/>
                </a:solidFill>
                <a:latin typeface="Rockwell" panose="02060603020205020403" pitchFamily="18" charset="0"/>
              </a:rPr>
              <a:t>Các</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giai</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đoạn</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chính</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trong</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SDDLC</a:t>
            </a: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966047"/>
            <a:ext cx="9478371" cy="4382729"/>
          </a:xfrm>
        </p:spPr>
        <p:txBody>
          <a:bodyPr/>
          <a:lstStyle/>
          <a:p>
            <a:pPr marL="0" indent="0">
              <a:buNone/>
            </a:pPr>
            <a:r>
              <a:rPr lang="vi-VN" b="1" dirty="0" smtClean="0">
                <a:solidFill>
                  <a:srgbClr val="0000CC"/>
                </a:solidFill>
                <a:latin typeface="Rockwell" panose="02060603020205020403" pitchFamily="18" charset="0"/>
                <a:ea typeface="+mj-ea"/>
                <a:cs typeface="+mj-cs"/>
              </a:rPr>
              <a:t>Nội </a:t>
            </a:r>
            <a:r>
              <a:rPr lang="vi-VN" b="1" dirty="0">
                <a:solidFill>
                  <a:srgbClr val="0000CC"/>
                </a:solidFill>
                <a:latin typeface="Rockwell" panose="02060603020205020403" pitchFamily="18" charset="0"/>
                <a:ea typeface="+mj-ea"/>
                <a:cs typeface="+mj-cs"/>
              </a:rPr>
              <a:t>dung chính của Security Code Review:</a:t>
            </a:r>
          </a:p>
          <a:p>
            <a:pPr marL="0" indent="0">
              <a:buNone/>
            </a:pPr>
            <a:endParaRPr lang="en-US" dirty="0" smtClean="0">
              <a:solidFill>
                <a:srgbClr val="0000CC"/>
              </a:solidFill>
              <a:latin typeface="Rockwell" panose="02060603020205020403" pitchFamily="18" charset="0"/>
            </a:endParaRPr>
          </a:p>
          <a:p>
            <a:pPr marL="0" indent="0">
              <a:buNone/>
            </a:pPr>
            <a:endParaRPr lang="en-US" dirty="0">
              <a:solidFill>
                <a:srgbClr val="0000CC"/>
              </a:solidFill>
              <a:latin typeface="Rockwell" panose="02060603020205020403" pitchFamily="18" charset="0"/>
            </a:endParaRPr>
          </a:p>
          <a:p>
            <a:pPr marL="0" indent="0" algn="ctr">
              <a:buNone/>
            </a:pPr>
            <a:r>
              <a:rPr lang="en-US" sz="2800" i="1" dirty="0">
                <a:solidFill>
                  <a:srgbClr val="FF00FF"/>
                </a:solidFill>
                <a:latin typeface="Rockwell" panose="02060603020205020403" pitchFamily="18" charset="0"/>
              </a:rPr>
              <a:t>S</a:t>
            </a:r>
            <a:r>
              <a:rPr lang="vi-VN" sz="2800" i="1" dirty="0" smtClean="0">
                <a:solidFill>
                  <a:srgbClr val="FF00FF"/>
                </a:solidFill>
                <a:latin typeface="Rockwell" panose="02060603020205020403" pitchFamily="18" charset="0"/>
              </a:rPr>
              <a:t>ecurity </a:t>
            </a:r>
            <a:r>
              <a:rPr lang="vi-VN" sz="2800" i="1" dirty="0">
                <a:solidFill>
                  <a:srgbClr val="FF00FF"/>
                </a:solidFill>
                <a:latin typeface="Rockwell" panose="02060603020205020403" pitchFamily="18" charset="0"/>
              </a:rPr>
              <a:t>code review </a:t>
            </a:r>
            <a:r>
              <a:rPr lang="en-US" sz="2800" i="1" dirty="0" err="1" smtClean="0">
                <a:solidFill>
                  <a:srgbClr val="FF00FF"/>
                </a:solidFill>
                <a:latin typeface="Rockwell" panose="02060603020205020403" pitchFamily="18" charset="0"/>
              </a:rPr>
              <a:t>được</a:t>
            </a:r>
            <a:r>
              <a:rPr lang="en-US" sz="2800" i="1" dirty="0" smtClean="0">
                <a:solidFill>
                  <a:srgbClr val="FF00FF"/>
                </a:solidFill>
                <a:latin typeface="Rockwell" panose="02060603020205020403" pitchFamily="18" charset="0"/>
              </a:rPr>
              <a:t> </a:t>
            </a:r>
            <a:r>
              <a:rPr lang="en-US" sz="2800" i="1" dirty="0" err="1" smtClean="0">
                <a:solidFill>
                  <a:srgbClr val="FF00FF"/>
                </a:solidFill>
                <a:latin typeface="Rockwell" panose="02060603020205020403" pitchFamily="18" charset="0"/>
              </a:rPr>
              <a:t>xem</a:t>
            </a:r>
            <a:r>
              <a:rPr lang="en-US" sz="2800" i="1" dirty="0" smtClean="0">
                <a:solidFill>
                  <a:srgbClr val="FF00FF"/>
                </a:solidFill>
                <a:latin typeface="Rockwell" panose="02060603020205020403" pitchFamily="18" charset="0"/>
              </a:rPr>
              <a:t> </a:t>
            </a:r>
            <a:r>
              <a:rPr lang="vi-VN" sz="2800" i="1" dirty="0" smtClean="0">
                <a:solidFill>
                  <a:srgbClr val="FF00FF"/>
                </a:solidFill>
                <a:latin typeface="Rockwell" panose="02060603020205020403" pitchFamily="18" charset="0"/>
              </a:rPr>
              <a:t>như </a:t>
            </a:r>
            <a:r>
              <a:rPr lang="vi-VN" sz="2800" i="1" dirty="0">
                <a:solidFill>
                  <a:srgbClr val="FF00FF"/>
                </a:solidFill>
                <a:latin typeface="Rockwell" panose="02060603020205020403" pitchFamily="18" charset="0"/>
              </a:rPr>
              <a:t>một “tường lửa con </a:t>
            </a:r>
            <a:r>
              <a:rPr lang="vi-VN" sz="2800" i="1" dirty="0" smtClean="0">
                <a:solidFill>
                  <a:srgbClr val="FF00FF"/>
                </a:solidFill>
                <a:latin typeface="Rockwell" panose="02060603020205020403" pitchFamily="18" charset="0"/>
              </a:rPr>
              <a:t>người”</a:t>
            </a:r>
            <a:r>
              <a:rPr lang="en-US" sz="2800" i="1" dirty="0" smtClean="0">
                <a:solidFill>
                  <a:srgbClr val="FF00FF"/>
                </a:solidFill>
                <a:latin typeface="Rockwell" panose="02060603020205020403" pitchFamily="18" charset="0"/>
              </a:rPr>
              <a:t>, </a:t>
            </a:r>
            <a:r>
              <a:rPr lang="en-US" sz="2800" i="1" dirty="0" err="1" smtClean="0">
                <a:solidFill>
                  <a:srgbClr val="FF00FF"/>
                </a:solidFill>
                <a:latin typeface="Rockwell" panose="02060603020205020403" pitchFamily="18" charset="0"/>
              </a:rPr>
              <a:t>nó</a:t>
            </a:r>
            <a:r>
              <a:rPr lang="en-US" sz="2800" i="1" dirty="0" smtClean="0">
                <a:solidFill>
                  <a:srgbClr val="FF00FF"/>
                </a:solidFill>
                <a:latin typeface="Rockwell" panose="02060603020205020403" pitchFamily="18" charset="0"/>
              </a:rPr>
              <a:t> </a:t>
            </a:r>
            <a:r>
              <a:rPr lang="vi-VN" sz="2800" i="1" dirty="0" smtClean="0">
                <a:solidFill>
                  <a:srgbClr val="FF00FF"/>
                </a:solidFill>
                <a:latin typeface="Rockwell" panose="02060603020205020403" pitchFamily="18" charset="0"/>
              </a:rPr>
              <a:t>kết </a:t>
            </a:r>
            <a:r>
              <a:rPr lang="vi-VN" sz="2800" i="1" dirty="0">
                <a:solidFill>
                  <a:srgbClr val="FF00FF"/>
                </a:solidFill>
                <a:latin typeface="Rockwell" panose="02060603020205020403" pitchFamily="18" charset="0"/>
              </a:rPr>
              <a:t>hợp công cụ tự động để đảm bảo phần mềm không mang theo lỗ hổng từ ngay trong mã nguồn.</a:t>
            </a:r>
          </a:p>
          <a:p>
            <a:pPr marL="0" indent="0">
              <a:buNone/>
            </a:pPr>
            <a:endParaRPr lang="vi-VN" b="1" dirty="0">
              <a:solidFill>
                <a:srgbClr val="0000CC"/>
              </a:solidFill>
              <a:latin typeface="Rockwell" panose="02060603020205020403" pitchFamily="18" charset="0"/>
              <a:ea typeface="+mj-ea"/>
              <a:cs typeface="+mj-cs"/>
            </a:endParaRPr>
          </a:p>
          <a:p>
            <a:pPr marL="0" indent="0">
              <a:buNone/>
            </a:pPr>
            <a:endParaRPr lang="en-US" sz="2600" dirty="0">
              <a:solidFill>
                <a:srgbClr val="FF00FF"/>
              </a:solidFill>
              <a:latin typeface="Rockwell" panose="02060603020205020403" pitchFamily="18" charset="0"/>
              <a:ea typeface="+mj-ea"/>
              <a:cs typeface="+mj-cs"/>
            </a:endParaRPr>
          </a:p>
        </p:txBody>
      </p:sp>
    </p:spTree>
    <p:extLst>
      <p:ext uri="{BB962C8B-B14F-4D97-AF65-F5344CB8AC3E}">
        <p14:creationId xmlns:p14="http://schemas.microsoft.com/office/powerpoint/2010/main" val="282569606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57952" y="914868"/>
            <a:ext cx="10242645" cy="528851"/>
          </a:xfrm>
        </p:spPr>
        <p:txBody>
          <a:bodyPr/>
          <a:lstStyle/>
          <a:p>
            <a:r>
              <a:rPr lang="en-US" sz="2800" b="1" dirty="0" smtClean="0">
                <a:solidFill>
                  <a:srgbClr val="0000CC"/>
                </a:solidFill>
                <a:latin typeface="Rockwell" panose="02060603020205020403" pitchFamily="18" charset="0"/>
              </a:rPr>
              <a:t>8.3. </a:t>
            </a:r>
            <a:r>
              <a:rPr lang="en-US" sz="2800" b="1" dirty="0" err="1" smtClean="0">
                <a:solidFill>
                  <a:srgbClr val="0000CC"/>
                </a:solidFill>
                <a:latin typeface="Rockwell" panose="02060603020205020403" pitchFamily="18" charset="0"/>
              </a:rPr>
              <a:t>Các</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giai</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đoạn</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chính</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trong</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SDDLC</a:t>
            </a: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1524836"/>
            <a:ext cx="10488305" cy="4821002"/>
          </a:xfrm>
        </p:spPr>
        <p:txBody>
          <a:bodyPr/>
          <a:lstStyle/>
          <a:p>
            <a:pPr marL="0" indent="0">
              <a:buNone/>
            </a:pPr>
            <a:r>
              <a:rPr lang="en-US" b="1" dirty="0" smtClean="0">
                <a:solidFill>
                  <a:srgbClr val="0000CC"/>
                </a:solidFill>
                <a:latin typeface="Rockwell" panose="02060603020205020403" pitchFamily="18" charset="0"/>
                <a:ea typeface="+mj-ea"/>
                <a:cs typeface="+mj-cs"/>
              </a:rPr>
              <a:t>4. </a:t>
            </a:r>
            <a:r>
              <a:rPr lang="vi-VN" b="1" dirty="0" smtClean="0">
                <a:solidFill>
                  <a:srgbClr val="0000CC"/>
                </a:solidFill>
                <a:latin typeface="Rockwell" panose="02060603020205020403" pitchFamily="18" charset="0"/>
                <a:ea typeface="+mj-ea"/>
                <a:cs typeface="+mj-cs"/>
              </a:rPr>
              <a:t>Kiểm </a:t>
            </a:r>
            <a:r>
              <a:rPr lang="vi-VN" b="1" dirty="0">
                <a:solidFill>
                  <a:srgbClr val="0000CC"/>
                </a:solidFill>
                <a:latin typeface="Rockwell" panose="02060603020205020403" pitchFamily="18" charset="0"/>
                <a:ea typeface="+mj-ea"/>
                <a:cs typeface="+mj-cs"/>
              </a:rPr>
              <a:t>thử (Testing)</a:t>
            </a:r>
          </a:p>
          <a:p>
            <a:r>
              <a:rPr lang="vi-VN" dirty="0">
                <a:solidFill>
                  <a:srgbClr val="0000CC"/>
                </a:solidFill>
                <a:latin typeface="Rockwell" panose="02060603020205020403" pitchFamily="18" charset="0"/>
                <a:ea typeface="+mj-ea"/>
                <a:cs typeface="+mj-cs"/>
              </a:rPr>
              <a:t>Áp dụng nhiều phương pháp kiểm thử bảo mật:</a:t>
            </a:r>
          </a:p>
          <a:p>
            <a:pPr lvl="1"/>
            <a:r>
              <a:rPr lang="vi-VN" dirty="0">
                <a:solidFill>
                  <a:srgbClr val="0000CC"/>
                </a:solidFill>
                <a:latin typeface="Rockwell" panose="02060603020205020403" pitchFamily="18" charset="0"/>
                <a:ea typeface="+mj-ea"/>
                <a:cs typeface="+mj-cs"/>
              </a:rPr>
              <a:t>SAST (Static Application Security Testing): phân tích mã nguồn tĩnh.</a:t>
            </a:r>
          </a:p>
          <a:p>
            <a:pPr lvl="1"/>
            <a:r>
              <a:rPr lang="vi-VN" dirty="0">
                <a:solidFill>
                  <a:srgbClr val="0000CC"/>
                </a:solidFill>
                <a:latin typeface="Rockwell" panose="02060603020205020403" pitchFamily="18" charset="0"/>
                <a:ea typeface="+mj-ea"/>
                <a:cs typeface="+mj-cs"/>
              </a:rPr>
              <a:t>DAST (Dynamic Application Security Testing): kiểm thử ứng dụng đang chạy.</a:t>
            </a:r>
          </a:p>
          <a:p>
            <a:pPr lvl="1"/>
            <a:r>
              <a:rPr lang="vi-VN" dirty="0">
                <a:solidFill>
                  <a:srgbClr val="0000CC"/>
                </a:solidFill>
                <a:latin typeface="Rockwell" panose="02060603020205020403" pitchFamily="18" charset="0"/>
                <a:ea typeface="+mj-ea"/>
                <a:cs typeface="+mj-cs"/>
              </a:rPr>
              <a:t>IAST (Interactive Application Security Testing): kết hợp SAST + DAST.</a:t>
            </a:r>
          </a:p>
          <a:p>
            <a:pPr lvl="1"/>
            <a:r>
              <a:rPr lang="vi-VN" dirty="0">
                <a:solidFill>
                  <a:srgbClr val="0000CC"/>
                </a:solidFill>
                <a:latin typeface="Rockwell" panose="02060603020205020403" pitchFamily="18" charset="0"/>
                <a:ea typeface="+mj-ea"/>
                <a:cs typeface="+mj-cs"/>
              </a:rPr>
              <a:t>Fuzzing: đưa dữ liệu ngẫu nhiên để tìm lỗi ẩn.</a:t>
            </a:r>
          </a:p>
          <a:p>
            <a:r>
              <a:rPr lang="vi-VN" dirty="0">
                <a:solidFill>
                  <a:srgbClr val="0000CC"/>
                </a:solidFill>
                <a:latin typeface="Rockwell" panose="02060603020205020403" pitchFamily="18" charset="0"/>
                <a:ea typeface="+mj-ea"/>
                <a:cs typeface="+mj-cs"/>
              </a:rPr>
              <a:t>Thực hiện penetration testing (kiểm thử xâm nhập) trước khi triển khai.</a:t>
            </a:r>
          </a:p>
          <a:p>
            <a:pPr marL="0" indent="0">
              <a:buNone/>
            </a:pPr>
            <a:endParaRPr lang="vi-VN" b="1" dirty="0">
              <a:solidFill>
                <a:srgbClr val="0000CC"/>
              </a:solidFill>
              <a:latin typeface="Rockwell" panose="02060603020205020403" pitchFamily="18" charset="0"/>
              <a:ea typeface="+mj-ea"/>
              <a:cs typeface="+mj-cs"/>
            </a:endParaRPr>
          </a:p>
          <a:p>
            <a:pPr marL="0" indent="0">
              <a:buNone/>
            </a:pPr>
            <a:endParaRPr lang="vi-VN" b="1" dirty="0">
              <a:solidFill>
                <a:srgbClr val="0000CC"/>
              </a:solidFill>
              <a:latin typeface="Rockwell" panose="02060603020205020403" pitchFamily="18" charset="0"/>
              <a:ea typeface="+mj-ea"/>
              <a:cs typeface="+mj-cs"/>
            </a:endParaRPr>
          </a:p>
          <a:p>
            <a:pPr marL="0" indent="0">
              <a:buNone/>
            </a:pPr>
            <a:endParaRPr lang="en-US" sz="2600" dirty="0">
              <a:solidFill>
                <a:srgbClr val="FF00FF"/>
              </a:solidFill>
              <a:latin typeface="Rockwell" panose="02060603020205020403" pitchFamily="18" charset="0"/>
              <a:ea typeface="+mj-ea"/>
              <a:cs typeface="+mj-cs"/>
            </a:endParaRPr>
          </a:p>
        </p:txBody>
      </p:sp>
    </p:spTree>
    <p:extLst>
      <p:ext uri="{BB962C8B-B14F-4D97-AF65-F5344CB8AC3E}">
        <p14:creationId xmlns:p14="http://schemas.microsoft.com/office/powerpoint/2010/main" val="187209673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600" y="531953"/>
            <a:ext cx="10242645" cy="528851"/>
          </a:xfrm>
        </p:spPr>
        <p:txBody>
          <a:bodyPr/>
          <a:lstStyle/>
          <a:p>
            <a:r>
              <a:rPr lang="en-US" sz="2800" b="1" dirty="0" smtClean="0">
                <a:solidFill>
                  <a:srgbClr val="0000CC"/>
                </a:solidFill>
                <a:latin typeface="Rockwell" panose="02060603020205020403" pitchFamily="18" charset="0"/>
              </a:rPr>
              <a:t>8.3. </a:t>
            </a:r>
            <a:r>
              <a:rPr lang="en-US" sz="2800" b="1" dirty="0" err="1" smtClean="0">
                <a:solidFill>
                  <a:srgbClr val="0000CC"/>
                </a:solidFill>
                <a:latin typeface="Rockwell" panose="02060603020205020403" pitchFamily="18" charset="0"/>
              </a:rPr>
              <a:t>Các</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giai</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đoạn</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chính</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trong</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SDDLC</a:t>
            </a: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1060804"/>
            <a:ext cx="10488305" cy="4821002"/>
          </a:xfrm>
        </p:spPr>
        <p:txBody>
          <a:bodyPr/>
          <a:lstStyle/>
          <a:p>
            <a:pPr marL="0" indent="0">
              <a:buNone/>
            </a:pPr>
            <a:r>
              <a:rPr lang="vi-VN" b="1" dirty="0" smtClean="0">
                <a:solidFill>
                  <a:srgbClr val="0000CC"/>
                </a:solidFill>
                <a:latin typeface="Rockwell" panose="02060603020205020403" pitchFamily="18" charset="0"/>
                <a:ea typeface="+mj-ea"/>
                <a:cs typeface="+mj-cs"/>
              </a:rPr>
              <a:t>Nội </a:t>
            </a:r>
            <a:r>
              <a:rPr lang="vi-VN" b="1" dirty="0">
                <a:solidFill>
                  <a:srgbClr val="0000CC"/>
                </a:solidFill>
                <a:latin typeface="Rockwell" panose="02060603020205020403" pitchFamily="18" charset="0"/>
                <a:ea typeface="+mj-ea"/>
                <a:cs typeface="+mj-cs"/>
              </a:rPr>
              <a:t>dung chính về Penetration Testing trước khi triển khai</a:t>
            </a:r>
          </a:p>
          <a:p>
            <a:pPr marL="0" indent="0">
              <a:buNone/>
            </a:pPr>
            <a:r>
              <a:rPr lang="vi-VN" b="1" dirty="0">
                <a:solidFill>
                  <a:srgbClr val="0000CC"/>
                </a:solidFill>
                <a:latin typeface="Rockwell" panose="02060603020205020403" pitchFamily="18" charset="0"/>
                <a:ea typeface="+mj-ea"/>
                <a:cs typeface="+mj-cs"/>
              </a:rPr>
              <a:t>1. Mục tiêu</a:t>
            </a:r>
          </a:p>
          <a:p>
            <a:pPr lvl="1"/>
            <a:r>
              <a:rPr lang="vi-VN" dirty="0">
                <a:solidFill>
                  <a:srgbClr val="0000CC"/>
                </a:solidFill>
                <a:latin typeface="Rockwell" panose="02060603020205020403" pitchFamily="18" charset="0"/>
                <a:ea typeface="+mj-ea"/>
                <a:cs typeface="+mj-cs"/>
              </a:rPr>
              <a:t>Phát hiện lỗ hổng bảo mật trong môi trường gần giống thực tế.</a:t>
            </a:r>
          </a:p>
          <a:p>
            <a:pPr lvl="1"/>
            <a:r>
              <a:rPr lang="vi-VN" dirty="0">
                <a:solidFill>
                  <a:srgbClr val="0000CC"/>
                </a:solidFill>
                <a:latin typeface="Rockwell" panose="02060603020205020403" pitchFamily="18" charset="0"/>
                <a:ea typeface="+mj-ea"/>
                <a:cs typeface="+mj-cs"/>
              </a:rPr>
              <a:t>Kiểm tra mức độ chịu đựng tấn công của ứng dụng/web/API/hệ thống.</a:t>
            </a:r>
          </a:p>
          <a:p>
            <a:pPr lvl="1"/>
            <a:r>
              <a:rPr lang="vi-VN" dirty="0">
                <a:solidFill>
                  <a:srgbClr val="0000CC"/>
                </a:solidFill>
                <a:latin typeface="Rockwell" panose="02060603020205020403" pitchFamily="18" charset="0"/>
                <a:ea typeface="+mj-ea"/>
                <a:cs typeface="+mj-cs"/>
              </a:rPr>
              <a:t>Đánh giá hiệu quả của các biện pháp bảo mật đã áp dụng (auth, crypto, logging, WAF, IDS/IPS…).</a:t>
            </a:r>
          </a:p>
          <a:p>
            <a:pPr lvl="1"/>
            <a:r>
              <a:rPr lang="vi-VN" dirty="0">
                <a:solidFill>
                  <a:srgbClr val="0000CC"/>
                </a:solidFill>
                <a:latin typeface="Rockwell" panose="02060603020205020403" pitchFamily="18" charset="0"/>
                <a:ea typeface="+mj-ea"/>
                <a:cs typeface="+mj-cs"/>
              </a:rPr>
              <a:t>Cung cấp báo cáo rủi ro để vá lỗi trước khi triển khai chính thức.</a:t>
            </a:r>
          </a:p>
          <a:p>
            <a:endParaRPr lang="vi-VN" b="1" dirty="0">
              <a:solidFill>
                <a:srgbClr val="0000CC"/>
              </a:solidFill>
              <a:latin typeface="Rockwell" panose="02060603020205020403" pitchFamily="18" charset="0"/>
              <a:ea typeface="+mj-ea"/>
              <a:cs typeface="+mj-cs"/>
            </a:endParaRPr>
          </a:p>
          <a:p>
            <a:pPr marL="0" indent="0">
              <a:buNone/>
            </a:pPr>
            <a:endParaRPr lang="vi-VN" b="1" dirty="0">
              <a:solidFill>
                <a:srgbClr val="0000CC"/>
              </a:solidFill>
              <a:latin typeface="Rockwell" panose="02060603020205020403" pitchFamily="18" charset="0"/>
              <a:ea typeface="+mj-ea"/>
              <a:cs typeface="+mj-cs"/>
            </a:endParaRPr>
          </a:p>
          <a:p>
            <a:pPr marL="0" indent="0">
              <a:buNone/>
            </a:pPr>
            <a:endParaRPr lang="en-US" sz="2600" dirty="0">
              <a:solidFill>
                <a:srgbClr val="FF00FF"/>
              </a:solidFill>
              <a:latin typeface="Rockwell" panose="02060603020205020403" pitchFamily="18" charset="0"/>
              <a:ea typeface="+mj-ea"/>
              <a:cs typeface="+mj-cs"/>
            </a:endParaRPr>
          </a:p>
        </p:txBody>
      </p:sp>
    </p:spTree>
    <p:extLst>
      <p:ext uri="{BB962C8B-B14F-4D97-AF65-F5344CB8AC3E}">
        <p14:creationId xmlns:p14="http://schemas.microsoft.com/office/powerpoint/2010/main" val="410387588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600" y="531953"/>
            <a:ext cx="10242645" cy="528851"/>
          </a:xfrm>
        </p:spPr>
        <p:txBody>
          <a:bodyPr/>
          <a:lstStyle/>
          <a:p>
            <a:r>
              <a:rPr lang="en-US" sz="2800" b="1" dirty="0" smtClean="0">
                <a:solidFill>
                  <a:srgbClr val="0000CC"/>
                </a:solidFill>
                <a:latin typeface="Rockwell" panose="02060603020205020403" pitchFamily="18" charset="0"/>
              </a:rPr>
              <a:t>8.3. </a:t>
            </a:r>
            <a:r>
              <a:rPr lang="en-US" sz="2800" b="1" dirty="0" err="1" smtClean="0">
                <a:solidFill>
                  <a:srgbClr val="0000CC"/>
                </a:solidFill>
                <a:latin typeface="Rockwell" panose="02060603020205020403" pitchFamily="18" charset="0"/>
              </a:rPr>
              <a:t>Các</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giai</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đoạn</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chính</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trong</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SDDLC</a:t>
            </a: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1060804"/>
            <a:ext cx="10488305" cy="4821002"/>
          </a:xfrm>
        </p:spPr>
        <p:txBody>
          <a:bodyPr/>
          <a:lstStyle/>
          <a:p>
            <a:pPr marL="0" indent="0">
              <a:buNone/>
            </a:pPr>
            <a:r>
              <a:rPr lang="vi-VN" b="1" dirty="0" smtClean="0">
                <a:solidFill>
                  <a:srgbClr val="0000CC"/>
                </a:solidFill>
                <a:latin typeface="Rockwell" panose="02060603020205020403" pitchFamily="18" charset="0"/>
                <a:ea typeface="+mj-ea"/>
                <a:cs typeface="+mj-cs"/>
              </a:rPr>
              <a:t>Nội </a:t>
            </a:r>
            <a:r>
              <a:rPr lang="vi-VN" b="1" dirty="0">
                <a:solidFill>
                  <a:srgbClr val="0000CC"/>
                </a:solidFill>
                <a:latin typeface="Rockwell" panose="02060603020205020403" pitchFamily="18" charset="0"/>
                <a:ea typeface="+mj-ea"/>
                <a:cs typeface="+mj-cs"/>
              </a:rPr>
              <a:t>dung chính về Penetration Testing trước khi triển khai</a:t>
            </a:r>
          </a:p>
          <a:p>
            <a:pPr marL="0" indent="0">
              <a:buNone/>
            </a:pPr>
            <a:r>
              <a:rPr lang="vi-VN" b="1" dirty="0">
                <a:solidFill>
                  <a:srgbClr val="0000CC"/>
                </a:solidFill>
                <a:latin typeface="Rockwell" panose="02060603020205020403" pitchFamily="18" charset="0"/>
                <a:ea typeface="+mj-ea"/>
                <a:cs typeface="+mj-cs"/>
              </a:rPr>
              <a:t>2. Phạm vi kiểm thử</a:t>
            </a:r>
          </a:p>
          <a:p>
            <a:pPr marL="573088"/>
            <a:r>
              <a:rPr lang="vi-VN" dirty="0">
                <a:solidFill>
                  <a:srgbClr val="0000CC"/>
                </a:solidFill>
                <a:latin typeface="Rockwell" panose="02060603020205020403" pitchFamily="18" charset="0"/>
                <a:ea typeface="+mj-ea"/>
                <a:cs typeface="+mj-cs"/>
              </a:rPr>
              <a:t>Ứng dụng &amp; API: Injection, Broken Auth, XSS, CSRF, IDOR… (theo OWASP Top 10).</a:t>
            </a:r>
          </a:p>
          <a:p>
            <a:pPr marL="573088"/>
            <a:r>
              <a:rPr lang="vi-VN" dirty="0">
                <a:solidFill>
                  <a:srgbClr val="0000CC"/>
                </a:solidFill>
                <a:latin typeface="Rockwell" panose="02060603020205020403" pitchFamily="18" charset="0"/>
                <a:ea typeface="+mj-ea"/>
                <a:cs typeface="+mj-cs"/>
              </a:rPr>
              <a:t>Hệ thống &amp; mạng: port scanning, privilege escalation, config misconfiguration.</a:t>
            </a:r>
          </a:p>
          <a:p>
            <a:pPr marL="573088"/>
            <a:r>
              <a:rPr lang="vi-VN" dirty="0">
                <a:solidFill>
                  <a:srgbClr val="0000CC"/>
                </a:solidFill>
                <a:latin typeface="Rockwell" panose="02060603020205020403" pitchFamily="18" charset="0"/>
                <a:ea typeface="+mj-ea"/>
                <a:cs typeface="+mj-cs"/>
              </a:rPr>
              <a:t>Thành phần thứ ba: kiểm tra thư viện, framework, dependency vulnerabilities (CVE).</a:t>
            </a:r>
          </a:p>
          <a:p>
            <a:pPr marL="573088"/>
            <a:r>
              <a:rPr lang="vi-VN" dirty="0">
                <a:solidFill>
                  <a:srgbClr val="0000CC"/>
                </a:solidFill>
                <a:latin typeface="Rockwell" panose="02060603020205020403" pitchFamily="18" charset="0"/>
                <a:ea typeface="+mj-ea"/>
                <a:cs typeface="+mj-cs"/>
              </a:rPr>
              <a:t>Môi trường triển khai: container security (Docker, Kubernetes), cloud misconfiguration (AWS, Azure…).</a:t>
            </a:r>
          </a:p>
          <a:p>
            <a:endParaRPr lang="vi-VN" b="1" dirty="0">
              <a:solidFill>
                <a:srgbClr val="0000CC"/>
              </a:solidFill>
              <a:latin typeface="Rockwell" panose="02060603020205020403" pitchFamily="18" charset="0"/>
              <a:ea typeface="+mj-ea"/>
              <a:cs typeface="+mj-cs"/>
            </a:endParaRPr>
          </a:p>
          <a:p>
            <a:pPr marL="0" indent="0">
              <a:buNone/>
            </a:pPr>
            <a:endParaRPr lang="vi-VN" b="1" dirty="0">
              <a:solidFill>
                <a:srgbClr val="0000CC"/>
              </a:solidFill>
              <a:latin typeface="Rockwell" panose="02060603020205020403" pitchFamily="18" charset="0"/>
              <a:ea typeface="+mj-ea"/>
              <a:cs typeface="+mj-cs"/>
            </a:endParaRPr>
          </a:p>
          <a:p>
            <a:pPr marL="0" indent="0">
              <a:buNone/>
            </a:pPr>
            <a:endParaRPr lang="en-US" sz="2600" dirty="0">
              <a:solidFill>
                <a:srgbClr val="FF00FF"/>
              </a:solidFill>
              <a:latin typeface="Rockwell" panose="02060603020205020403" pitchFamily="18" charset="0"/>
              <a:ea typeface="+mj-ea"/>
              <a:cs typeface="+mj-cs"/>
            </a:endParaRPr>
          </a:p>
        </p:txBody>
      </p:sp>
    </p:spTree>
    <p:extLst>
      <p:ext uri="{BB962C8B-B14F-4D97-AF65-F5344CB8AC3E}">
        <p14:creationId xmlns:p14="http://schemas.microsoft.com/office/powerpoint/2010/main" val="277146414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600" y="531953"/>
            <a:ext cx="10242645" cy="528851"/>
          </a:xfrm>
        </p:spPr>
        <p:txBody>
          <a:bodyPr/>
          <a:lstStyle/>
          <a:p>
            <a:r>
              <a:rPr lang="en-US" sz="2800" b="1" dirty="0" smtClean="0">
                <a:solidFill>
                  <a:srgbClr val="0000CC"/>
                </a:solidFill>
                <a:latin typeface="Rockwell" panose="02060603020205020403" pitchFamily="18" charset="0"/>
              </a:rPr>
              <a:t>8.3. </a:t>
            </a:r>
            <a:r>
              <a:rPr lang="en-US" sz="2800" b="1" dirty="0" err="1" smtClean="0">
                <a:solidFill>
                  <a:srgbClr val="0000CC"/>
                </a:solidFill>
                <a:latin typeface="Rockwell" panose="02060603020205020403" pitchFamily="18" charset="0"/>
              </a:rPr>
              <a:t>Các</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giai</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đoạn</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chính</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trong</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SDDLC</a:t>
            </a: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1" y="1060804"/>
            <a:ext cx="9573904" cy="4821002"/>
          </a:xfrm>
        </p:spPr>
        <p:txBody>
          <a:bodyPr/>
          <a:lstStyle/>
          <a:p>
            <a:pPr marL="0" indent="0">
              <a:buNone/>
            </a:pPr>
            <a:r>
              <a:rPr lang="vi-VN" b="1" dirty="0" smtClean="0">
                <a:solidFill>
                  <a:srgbClr val="0000CC"/>
                </a:solidFill>
                <a:latin typeface="Rockwell" panose="02060603020205020403" pitchFamily="18" charset="0"/>
                <a:ea typeface="+mj-ea"/>
                <a:cs typeface="+mj-cs"/>
              </a:rPr>
              <a:t>Nội </a:t>
            </a:r>
            <a:r>
              <a:rPr lang="vi-VN" b="1" dirty="0">
                <a:solidFill>
                  <a:srgbClr val="0000CC"/>
                </a:solidFill>
                <a:latin typeface="Rockwell" panose="02060603020205020403" pitchFamily="18" charset="0"/>
                <a:ea typeface="+mj-ea"/>
                <a:cs typeface="+mj-cs"/>
              </a:rPr>
              <a:t>dung chính về Penetration Testing trước khi triển khai</a:t>
            </a:r>
          </a:p>
          <a:p>
            <a:pPr marL="0" indent="0">
              <a:buNone/>
            </a:pPr>
            <a:r>
              <a:rPr lang="vi-VN" b="1" dirty="0">
                <a:solidFill>
                  <a:srgbClr val="0000CC"/>
                </a:solidFill>
                <a:latin typeface="Rockwell" panose="02060603020205020403" pitchFamily="18" charset="0"/>
                <a:ea typeface="+mj-ea"/>
                <a:cs typeface="+mj-cs"/>
              </a:rPr>
              <a:t>3. Phương pháp</a:t>
            </a:r>
          </a:p>
          <a:p>
            <a:pPr marL="573088"/>
            <a:r>
              <a:rPr lang="vi-VN" dirty="0">
                <a:solidFill>
                  <a:srgbClr val="0000CC"/>
                </a:solidFill>
                <a:latin typeface="Rockwell" panose="02060603020205020403" pitchFamily="18" charset="0"/>
                <a:ea typeface="+mj-ea"/>
                <a:cs typeface="+mj-cs"/>
              </a:rPr>
              <a:t>Black-box testing: </a:t>
            </a:r>
            <a:r>
              <a:rPr lang="en-US" dirty="0" smtClean="0">
                <a:solidFill>
                  <a:srgbClr val="0000CC"/>
                </a:solidFill>
                <a:latin typeface="Rockwell" panose="02060603020205020403" pitchFamily="18" charset="0"/>
                <a:ea typeface="+mj-ea"/>
                <a:cs typeface="+mj-cs"/>
              </a:rPr>
              <a:t>G</a:t>
            </a:r>
            <a:r>
              <a:rPr lang="vi-VN" dirty="0" smtClean="0">
                <a:solidFill>
                  <a:srgbClr val="0000CC"/>
                </a:solidFill>
                <a:latin typeface="Rockwell" panose="02060603020205020403" pitchFamily="18" charset="0"/>
                <a:ea typeface="+mj-ea"/>
                <a:cs typeface="+mj-cs"/>
              </a:rPr>
              <a:t>iả </a:t>
            </a:r>
            <a:r>
              <a:rPr lang="vi-VN" dirty="0">
                <a:solidFill>
                  <a:srgbClr val="0000CC"/>
                </a:solidFill>
                <a:latin typeface="Rockwell" panose="02060603020205020403" pitchFamily="18" charset="0"/>
                <a:ea typeface="+mj-ea"/>
                <a:cs typeface="+mj-cs"/>
              </a:rPr>
              <a:t>lập hacker bên ngoài, không biết trước hệ thống.</a:t>
            </a:r>
          </a:p>
          <a:p>
            <a:pPr marL="573088"/>
            <a:r>
              <a:rPr lang="vi-VN" dirty="0">
                <a:solidFill>
                  <a:srgbClr val="0000CC"/>
                </a:solidFill>
                <a:latin typeface="Rockwell" panose="02060603020205020403" pitchFamily="18" charset="0"/>
                <a:ea typeface="+mj-ea"/>
                <a:cs typeface="+mj-cs"/>
              </a:rPr>
              <a:t>White-box testing: </a:t>
            </a:r>
            <a:r>
              <a:rPr lang="en-US" dirty="0" smtClean="0">
                <a:solidFill>
                  <a:srgbClr val="0000CC"/>
                </a:solidFill>
                <a:latin typeface="Rockwell" panose="02060603020205020403" pitchFamily="18" charset="0"/>
                <a:ea typeface="+mj-ea"/>
                <a:cs typeface="+mj-cs"/>
              </a:rPr>
              <a:t>C</a:t>
            </a:r>
            <a:r>
              <a:rPr lang="vi-VN" dirty="0" smtClean="0">
                <a:solidFill>
                  <a:srgbClr val="0000CC"/>
                </a:solidFill>
                <a:latin typeface="Rockwell" panose="02060603020205020403" pitchFamily="18" charset="0"/>
                <a:ea typeface="+mj-ea"/>
                <a:cs typeface="+mj-cs"/>
              </a:rPr>
              <a:t>ó </a:t>
            </a:r>
            <a:r>
              <a:rPr lang="vi-VN" dirty="0">
                <a:solidFill>
                  <a:srgbClr val="0000CC"/>
                </a:solidFill>
                <a:latin typeface="Rockwell" panose="02060603020205020403" pitchFamily="18" charset="0"/>
                <a:ea typeface="+mj-ea"/>
                <a:cs typeface="+mj-cs"/>
              </a:rPr>
              <a:t>thông tin về code, kiến trúc (giúp </a:t>
            </a:r>
            <a:r>
              <a:rPr lang="vi-VN" dirty="0" smtClean="0">
                <a:solidFill>
                  <a:srgbClr val="0000CC"/>
                </a:solidFill>
                <a:latin typeface="Rockwell" panose="02060603020205020403" pitchFamily="18" charset="0"/>
                <a:ea typeface="+mj-ea"/>
                <a:cs typeface="+mj-cs"/>
              </a:rPr>
              <a:t>k</a:t>
            </a:r>
            <a:r>
              <a:rPr lang="en-US" dirty="0" smtClean="0">
                <a:solidFill>
                  <a:srgbClr val="0000CC"/>
                </a:solidFill>
                <a:latin typeface="Rockwell" panose="02060603020205020403" pitchFamily="18" charset="0"/>
                <a:ea typeface="+mj-ea"/>
                <a:cs typeface="+mj-cs"/>
              </a:rPr>
              <a:t>.</a:t>
            </a:r>
            <a:r>
              <a:rPr lang="vi-VN" dirty="0" smtClean="0">
                <a:solidFill>
                  <a:srgbClr val="0000CC"/>
                </a:solidFill>
                <a:latin typeface="Rockwell" panose="02060603020205020403" pitchFamily="18" charset="0"/>
                <a:ea typeface="+mj-ea"/>
                <a:cs typeface="+mj-cs"/>
              </a:rPr>
              <a:t>thử </a:t>
            </a:r>
            <a:r>
              <a:rPr lang="vi-VN" dirty="0">
                <a:solidFill>
                  <a:srgbClr val="0000CC"/>
                </a:solidFill>
                <a:latin typeface="Rockwell" panose="02060603020205020403" pitchFamily="18" charset="0"/>
                <a:ea typeface="+mj-ea"/>
                <a:cs typeface="+mj-cs"/>
              </a:rPr>
              <a:t>sâu hơn).</a:t>
            </a:r>
          </a:p>
          <a:p>
            <a:pPr marL="573088"/>
            <a:r>
              <a:rPr lang="vi-VN" dirty="0">
                <a:solidFill>
                  <a:srgbClr val="0000CC"/>
                </a:solidFill>
                <a:latin typeface="Rockwell" panose="02060603020205020403" pitchFamily="18" charset="0"/>
                <a:ea typeface="+mj-ea"/>
                <a:cs typeface="+mj-cs"/>
              </a:rPr>
              <a:t>Grey-box testing: </a:t>
            </a:r>
            <a:r>
              <a:rPr lang="en-US" dirty="0" smtClean="0">
                <a:solidFill>
                  <a:srgbClr val="0000CC"/>
                </a:solidFill>
                <a:latin typeface="Rockwell" panose="02060603020205020403" pitchFamily="18" charset="0"/>
                <a:ea typeface="+mj-ea"/>
                <a:cs typeface="+mj-cs"/>
              </a:rPr>
              <a:t>B</a:t>
            </a:r>
            <a:r>
              <a:rPr lang="vi-VN" dirty="0" smtClean="0">
                <a:solidFill>
                  <a:srgbClr val="0000CC"/>
                </a:solidFill>
                <a:latin typeface="Rockwell" panose="02060603020205020403" pitchFamily="18" charset="0"/>
                <a:ea typeface="+mj-ea"/>
                <a:cs typeface="+mj-cs"/>
              </a:rPr>
              <a:t>iết </a:t>
            </a:r>
            <a:r>
              <a:rPr lang="vi-VN" dirty="0">
                <a:solidFill>
                  <a:srgbClr val="0000CC"/>
                </a:solidFill>
                <a:latin typeface="Rockwell" panose="02060603020205020403" pitchFamily="18" charset="0"/>
                <a:ea typeface="+mj-ea"/>
                <a:cs typeface="+mj-cs"/>
              </a:rPr>
              <a:t>một phần thông tin </a:t>
            </a:r>
            <a:r>
              <a:rPr lang="vi-VN" dirty="0" smtClean="0">
                <a:solidFill>
                  <a:srgbClr val="0000CC"/>
                </a:solidFill>
                <a:latin typeface="Rockwell" panose="02060603020205020403" pitchFamily="18" charset="0"/>
                <a:ea typeface="+mj-ea"/>
                <a:cs typeface="+mj-cs"/>
              </a:rPr>
              <a:t>(phổ </a:t>
            </a:r>
            <a:r>
              <a:rPr lang="vi-VN" dirty="0">
                <a:solidFill>
                  <a:srgbClr val="0000CC"/>
                </a:solidFill>
                <a:latin typeface="Rockwell" panose="02060603020205020403" pitchFamily="18" charset="0"/>
                <a:ea typeface="+mj-ea"/>
                <a:cs typeface="+mj-cs"/>
              </a:rPr>
              <a:t>biến nhất).</a:t>
            </a:r>
          </a:p>
          <a:p>
            <a:pPr marL="0" indent="0">
              <a:buNone/>
            </a:pPr>
            <a:r>
              <a:rPr lang="vi-VN" b="1" dirty="0">
                <a:solidFill>
                  <a:srgbClr val="0000CC"/>
                </a:solidFill>
                <a:latin typeface="Rockwell" panose="02060603020205020403" pitchFamily="18" charset="0"/>
                <a:ea typeface="+mj-ea"/>
                <a:cs typeface="+mj-cs"/>
              </a:rPr>
              <a:t>Kết hợp với các kỹ thuật:</a:t>
            </a:r>
          </a:p>
          <a:p>
            <a:pPr marL="627063"/>
            <a:r>
              <a:rPr lang="vi-VN" dirty="0">
                <a:solidFill>
                  <a:srgbClr val="0000CC"/>
                </a:solidFill>
                <a:latin typeface="Rockwell" panose="02060603020205020403" pitchFamily="18" charset="0"/>
                <a:ea typeface="+mj-ea"/>
                <a:cs typeface="+mj-cs"/>
              </a:rPr>
              <a:t>SAST/DAST/IAST (Static/Dynamic/Interactive testing).</a:t>
            </a:r>
          </a:p>
          <a:p>
            <a:pPr marL="627063"/>
            <a:r>
              <a:rPr lang="vi-VN" dirty="0">
                <a:solidFill>
                  <a:srgbClr val="0000CC"/>
                </a:solidFill>
                <a:latin typeface="Rockwell" panose="02060603020205020403" pitchFamily="18" charset="0"/>
                <a:ea typeface="+mj-ea"/>
                <a:cs typeface="+mj-cs"/>
              </a:rPr>
              <a:t>Fuzzing: gửi dữ liệu ngẫu nhiên để phát hiện crash/lỗ hổng.</a:t>
            </a:r>
          </a:p>
          <a:p>
            <a:pPr marL="627063"/>
            <a:r>
              <a:rPr lang="vi-VN" dirty="0">
                <a:solidFill>
                  <a:srgbClr val="0000CC"/>
                </a:solidFill>
                <a:latin typeface="Rockwell" panose="02060603020205020403" pitchFamily="18" charset="0"/>
                <a:ea typeface="+mj-ea"/>
                <a:cs typeface="+mj-cs"/>
              </a:rPr>
              <a:t>Social engineering (nếu áp dụng với toàn hệ thống).</a:t>
            </a:r>
          </a:p>
          <a:p>
            <a:endParaRPr lang="vi-VN" b="1" dirty="0">
              <a:solidFill>
                <a:srgbClr val="0000CC"/>
              </a:solidFill>
              <a:latin typeface="Rockwell" panose="02060603020205020403" pitchFamily="18" charset="0"/>
              <a:ea typeface="+mj-ea"/>
              <a:cs typeface="+mj-cs"/>
            </a:endParaRPr>
          </a:p>
          <a:p>
            <a:pPr marL="0" indent="0">
              <a:buNone/>
            </a:pPr>
            <a:endParaRPr lang="vi-VN" b="1" dirty="0">
              <a:solidFill>
                <a:srgbClr val="0000CC"/>
              </a:solidFill>
              <a:latin typeface="Rockwell" panose="02060603020205020403" pitchFamily="18" charset="0"/>
              <a:ea typeface="+mj-ea"/>
              <a:cs typeface="+mj-cs"/>
            </a:endParaRPr>
          </a:p>
          <a:p>
            <a:pPr marL="0" indent="0">
              <a:buNone/>
            </a:pPr>
            <a:endParaRPr lang="en-US" sz="2600" dirty="0">
              <a:solidFill>
                <a:srgbClr val="FF00FF"/>
              </a:solidFill>
              <a:latin typeface="Rockwell" panose="02060603020205020403" pitchFamily="18" charset="0"/>
              <a:ea typeface="+mj-ea"/>
              <a:cs typeface="+mj-cs"/>
            </a:endParaRPr>
          </a:p>
        </p:txBody>
      </p:sp>
    </p:spTree>
    <p:extLst>
      <p:ext uri="{BB962C8B-B14F-4D97-AF65-F5344CB8AC3E}">
        <p14:creationId xmlns:p14="http://schemas.microsoft.com/office/powerpoint/2010/main" val="326944950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600" y="531953"/>
            <a:ext cx="10242645" cy="528851"/>
          </a:xfrm>
        </p:spPr>
        <p:txBody>
          <a:bodyPr/>
          <a:lstStyle/>
          <a:p>
            <a:r>
              <a:rPr lang="en-US" sz="2800" b="1" dirty="0" smtClean="0">
                <a:solidFill>
                  <a:srgbClr val="0000CC"/>
                </a:solidFill>
                <a:latin typeface="Rockwell" panose="02060603020205020403" pitchFamily="18" charset="0"/>
              </a:rPr>
              <a:t>8.3. </a:t>
            </a:r>
            <a:r>
              <a:rPr lang="en-US" sz="2800" b="1" dirty="0" err="1" smtClean="0">
                <a:solidFill>
                  <a:srgbClr val="0000CC"/>
                </a:solidFill>
                <a:latin typeface="Rockwell" panose="02060603020205020403" pitchFamily="18" charset="0"/>
              </a:rPr>
              <a:t>Các</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giai</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đoạn</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chính</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trong</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SDDLC</a:t>
            </a: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1" y="1060804"/>
            <a:ext cx="9573904" cy="4821002"/>
          </a:xfrm>
        </p:spPr>
        <p:txBody>
          <a:bodyPr/>
          <a:lstStyle/>
          <a:p>
            <a:pPr marL="0" indent="0">
              <a:buNone/>
            </a:pPr>
            <a:r>
              <a:rPr lang="vi-VN" b="1" dirty="0" smtClean="0">
                <a:solidFill>
                  <a:srgbClr val="0000CC"/>
                </a:solidFill>
                <a:latin typeface="Rockwell" panose="02060603020205020403" pitchFamily="18" charset="0"/>
                <a:ea typeface="+mj-ea"/>
                <a:cs typeface="+mj-cs"/>
              </a:rPr>
              <a:t>Nội </a:t>
            </a:r>
            <a:r>
              <a:rPr lang="vi-VN" b="1" dirty="0">
                <a:solidFill>
                  <a:srgbClr val="0000CC"/>
                </a:solidFill>
                <a:latin typeface="Rockwell" panose="02060603020205020403" pitchFamily="18" charset="0"/>
                <a:ea typeface="+mj-ea"/>
                <a:cs typeface="+mj-cs"/>
              </a:rPr>
              <a:t>dung chính về Penetration Testing trước khi triển khai</a:t>
            </a:r>
          </a:p>
          <a:p>
            <a:pPr marL="0" indent="0">
              <a:buNone/>
            </a:pPr>
            <a:r>
              <a:rPr lang="vi-VN" b="1" dirty="0">
                <a:solidFill>
                  <a:srgbClr val="0000CC"/>
                </a:solidFill>
                <a:latin typeface="Rockwell" panose="02060603020205020403" pitchFamily="18" charset="0"/>
                <a:ea typeface="+mj-ea"/>
                <a:cs typeface="+mj-cs"/>
              </a:rPr>
              <a:t>3. Quy trình điển </a:t>
            </a:r>
            <a:r>
              <a:rPr lang="vi-VN" b="1" dirty="0" smtClean="0">
                <a:solidFill>
                  <a:srgbClr val="0000CC"/>
                </a:solidFill>
                <a:latin typeface="Rockwell" panose="02060603020205020403" pitchFamily="18" charset="0"/>
                <a:ea typeface="+mj-ea"/>
                <a:cs typeface="+mj-cs"/>
              </a:rPr>
              <a:t>hình</a:t>
            </a:r>
            <a:r>
              <a:rPr lang="en-US" b="1" dirty="0" smtClean="0">
                <a:solidFill>
                  <a:srgbClr val="0000CC"/>
                </a:solidFill>
                <a:latin typeface="Rockwell" panose="02060603020205020403" pitchFamily="18" charset="0"/>
                <a:ea typeface="+mj-ea"/>
                <a:cs typeface="+mj-cs"/>
              </a:rPr>
              <a:t>:</a:t>
            </a:r>
            <a:endParaRPr lang="vi-VN" b="1" dirty="0">
              <a:solidFill>
                <a:srgbClr val="0000CC"/>
              </a:solidFill>
              <a:latin typeface="Rockwell" panose="02060603020205020403" pitchFamily="18" charset="0"/>
              <a:ea typeface="+mj-ea"/>
              <a:cs typeface="+mj-cs"/>
            </a:endParaRPr>
          </a:p>
          <a:p>
            <a:pPr marL="987552" lvl="1" indent="-457200">
              <a:buFont typeface="+mj-lt"/>
              <a:buAutoNum type="arabicPeriod"/>
            </a:pPr>
            <a:r>
              <a:rPr lang="vi-VN" dirty="0">
                <a:solidFill>
                  <a:srgbClr val="0000CC"/>
                </a:solidFill>
                <a:latin typeface="Rockwell" panose="02060603020205020403" pitchFamily="18" charset="0"/>
                <a:ea typeface="+mj-ea"/>
                <a:cs typeface="+mj-cs"/>
              </a:rPr>
              <a:t>Lập kế hoạch &amp; xác định phạm vi (scope, hệ thống, API nào sẽ kiểm thử).</a:t>
            </a:r>
          </a:p>
          <a:p>
            <a:pPr marL="987552" lvl="1" indent="-457200">
              <a:buFont typeface="+mj-lt"/>
              <a:buAutoNum type="arabicPeriod"/>
            </a:pPr>
            <a:r>
              <a:rPr lang="vi-VN" dirty="0">
                <a:solidFill>
                  <a:srgbClr val="0000CC"/>
                </a:solidFill>
                <a:latin typeface="Rockwell" panose="02060603020205020403" pitchFamily="18" charset="0"/>
                <a:ea typeface="+mj-ea"/>
                <a:cs typeface="+mj-cs"/>
              </a:rPr>
              <a:t>Thu thập thông tin &amp; đánh giá bề mặt tấn công (reconnaissance).</a:t>
            </a:r>
          </a:p>
          <a:p>
            <a:pPr marL="987552" lvl="1" indent="-457200">
              <a:buFont typeface="+mj-lt"/>
              <a:buAutoNum type="arabicPeriod"/>
            </a:pPr>
            <a:r>
              <a:rPr lang="vi-VN" dirty="0">
                <a:solidFill>
                  <a:srgbClr val="0000CC"/>
                </a:solidFill>
                <a:latin typeface="Rockwell" panose="02060603020205020403" pitchFamily="18" charset="0"/>
                <a:ea typeface="+mj-ea"/>
                <a:cs typeface="+mj-cs"/>
              </a:rPr>
              <a:t>Thực hiện tấn công giả lập (manual + tool như Burp Suite, Metasploit, Nmap…).</a:t>
            </a:r>
          </a:p>
          <a:p>
            <a:pPr marL="987552" lvl="1" indent="-457200">
              <a:buFont typeface="+mj-lt"/>
              <a:buAutoNum type="arabicPeriod"/>
            </a:pPr>
            <a:r>
              <a:rPr lang="vi-VN" dirty="0">
                <a:solidFill>
                  <a:srgbClr val="0000CC"/>
                </a:solidFill>
                <a:latin typeface="Rockwell" panose="02060603020205020403" pitchFamily="18" charset="0"/>
                <a:ea typeface="+mj-ea"/>
                <a:cs typeface="+mj-cs"/>
              </a:rPr>
              <a:t>Ghi nhận &amp; báo cáo lỗ hổng (với PoC – proof of concept).</a:t>
            </a:r>
          </a:p>
          <a:p>
            <a:pPr marL="987552" lvl="1" indent="-457200">
              <a:buFont typeface="+mj-lt"/>
              <a:buAutoNum type="arabicPeriod"/>
            </a:pPr>
            <a:r>
              <a:rPr lang="vi-VN" dirty="0">
                <a:solidFill>
                  <a:srgbClr val="0000CC"/>
                </a:solidFill>
                <a:latin typeface="Rockwell" panose="02060603020205020403" pitchFamily="18" charset="0"/>
                <a:ea typeface="+mj-ea"/>
                <a:cs typeface="+mj-cs"/>
              </a:rPr>
              <a:t>Đề xuất &amp; hỗ trợ vá lỗi.</a:t>
            </a:r>
          </a:p>
          <a:p>
            <a:pPr marL="987552" lvl="1" indent="-457200">
              <a:buFont typeface="+mj-lt"/>
              <a:buAutoNum type="arabicPeriod"/>
            </a:pPr>
            <a:r>
              <a:rPr lang="vi-VN" dirty="0">
                <a:solidFill>
                  <a:srgbClr val="0000CC"/>
                </a:solidFill>
                <a:latin typeface="Rockwell" panose="02060603020205020403" pitchFamily="18" charset="0"/>
                <a:ea typeface="+mj-ea"/>
                <a:cs typeface="+mj-cs"/>
              </a:rPr>
              <a:t>Kiểm thử lại (retest) để đảm bảo lỗ hổng đã được xử lý.</a:t>
            </a:r>
          </a:p>
          <a:p>
            <a:pPr marL="0" indent="0">
              <a:buNone/>
            </a:pPr>
            <a:endParaRPr lang="vi-VN" b="1" dirty="0">
              <a:solidFill>
                <a:srgbClr val="0000CC"/>
              </a:solidFill>
              <a:latin typeface="Rockwell" panose="02060603020205020403" pitchFamily="18" charset="0"/>
              <a:ea typeface="+mj-ea"/>
              <a:cs typeface="+mj-cs"/>
            </a:endParaRPr>
          </a:p>
          <a:p>
            <a:pPr marL="0" indent="0">
              <a:buNone/>
            </a:pPr>
            <a:endParaRPr lang="vi-VN" b="1" dirty="0">
              <a:solidFill>
                <a:srgbClr val="0000CC"/>
              </a:solidFill>
              <a:latin typeface="Rockwell" panose="02060603020205020403" pitchFamily="18" charset="0"/>
              <a:ea typeface="+mj-ea"/>
              <a:cs typeface="+mj-cs"/>
            </a:endParaRPr>
          </a:p>
          <a:p>
            <a:pPr marL="0" indent="0">
              <a:buNone/>
            </a:pPr>
            <a:endParaRPr lang="en-US" sz="2600" dirty="0">
              <a:solidFill>
                <a:srgbClr val="FF00FF"/>
              </a:solidFill>
              <a:latin typeface="Rockwell" panose="02060603020205020403" pitchFamily="18" charset="0"/>
              <a:ea typeface="+mj-ea"/>
              <a:cs typeface="+mj-cs"/>
            </a:endParaRPr>
          </a:p>
        </p:txBody>
      </p:sp>
    </p:spTree>
    <p:extLst>
      <p:ext uri="{BB962C8B-B14F-4D97-AF65-F5344CB8AC3E}">
        <p14:creationId xmlns:p14="http://schemas.microsoft.com/office/powerpoint/2010/main" val="220192354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600" y="531953"/>
            <a:ext cx="10242645" cy="528851"/>
          </a:xfrm>
        </p:spPr>
        <p:txBody>
          <a:bodyPr/>
          <a:lstStyle/>
          <a:p>
            <a:r>
              <a:rPr lang="en-US" sz="2800" b="1" dirty="0" smtClean="0">
                <a:solidFill>
                  <a:srgbClr val="0000CC"/>
                </a:solidFill>
                <a:latin typeface="Rockwell" panose="02060603020205020403" pitchFamily="18" charset="0"/>
              </a:rPr>
              <a:t>8.3. </a:t>
            </a:r>
            <a:r>
              <a:rPr lang="en-US" sz="2800" b="1" dirty="0" err="1" smtClean="0">
                <a:solidFill>
                  <a:srgbClr val="0000CC"/>
                </a:solidFill>
                <a:latin typeface="Rockwell" panose="02060603020205020403" pitchFamily="18" charset="0"/>
              </a:rPr>
              <a:t>Các</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giai</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đoạn</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chính</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trong</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SDDLC</a:t>
            </a: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1" y="1060804"/>
            <a:ext cx="9573904" cy="4821002"/>
          </a:xfrm>
        </p:spPr>
        <p:txBody>
          <a:bodyPr/>
          <a:lstStyle/>
          <a:p>
            <a:pPr marL="0" indent="0">
              <a:buNone/>
            </a:pPr>
            <a:r>
              <a:rPr lang="vi-VN" b="1" dirty="0" smtClean="0">
                <a:solidFill>
                  <a:srgbClr val="0000CC"/>
                </a:solidFill>
                <a:latin typeface="Rockwell" panose="02060603020205020403" pitchFamily="18" charset="0"/>
                <a:ea typeface="+mj-ea"/>
                <a:cs typeface="+mj-cs"/>
              </a:rPr>
              <a:t>Nội </a:t>
            </a:r>
            <a:r>
              <a:rPr lang="vi-VN" b="1" dirty="0">
                <a:solidFill>
                  <a:srgbClr val="0000CC"/>
                </a:solidFill>
                <a:latin typeface="Rockwell" panose="02060603020205020403" pitchFamily="18" charset="0"/>
                <a:ea typeface="+mj-ea"/>
                <a:cs typeface="+mj-cs"/>
              </a:rPr>
              <a:t>dung chính về Penetration Testing trước khi triển khai</a:t>
            </a:r>
          </a:p>
          <a:p>
            <a:pPr marL="0" indent="0">
              <a:buNone/>
            </a:pPr>
            <a:r>
              <a:rPr lang="en-US" b="1" dirty="0" smtClean="0">
                <a:solidFill>
                  <a:srgbClr val="0000CC"/>
                </a:solidFill>
                <a:latin typeface="Rockwell" panose="02060603020205020403" pitchFamily="18" charset="0"/>
                <a:ea typeface="+mj-ea"/>
                <a:cs typeface="+mj-cs"/>
              </a:rPr>
              <a:t>4. </a:t>
            </a:r>
            <a:r>
              <a:rPr lang="vi-VN" b="1" dirty="0" smtClean="0">
                <a:solidFill>
                  <a:srgbClr val="0000CC"/>
                </a:solidFill>
                <a:latin typeface="Rockwell" panose="02060603020205020403" pitchFamily="18" charset="0"/>
                <a:ea typeface="+mj-ea"/>
                <a:cs typeface="+mj-cs"/>
              </a:rPr>
              <a:t>Best </a:t>
            </a:r>
            <a:r>
              <a:rPr lang="vi-VN" b="1" dirty="0">
                <a:solidFill>
                  <a:srgbClr val="0000CC"/>
                </a:solidFill>
                <a:latin typeface="Rockwell" panose="02060603020205020403" pitchFamily="18" charset="0"/>
                <a:ea typeface="+mj-ea"/>
                <a:cs typeface="+mj-cs"/>
              </a:rPr>
              <a:t>Practices</a:t>
            </a:r>
          </a:p>
          <a:p>
            <a:pPr marL="573088"/>
            <a:r>
              <a:rPr lang="vi-VN" dirty="0">
                <a:solidFill>
                  <a:srgbClr val="0000CC"/>
                </a:solidFill>
                <a:latin typeface="Rockwell" panose="02060603020205020403" pitchFamily="18" charset="0"/>
                <a:ea typeface="+mj-ea"/>
                <a:cs typeface="+mj-cs"/>
              </a:rPr>
              <a:t>Thực hiện trước khi go-live hoặc sau mỗi thay đổi lớn.</a:t>
            </a:r>
          </a:p>
          <a:p>
            <a:pPr marL="573088"/>
            <a:r>
              <a:rPr lang="vi-VN" dirty="0">
                <a:solidFill>
                  <a:srgbClr val="0000CC"/>
                </a:solidFill>
                <a:latin typeface="Rockwell" panose="02060603020205020403" pitchFamily="18" charset="0"/>
                <a:ea typeface="+mj-ea"/>
                <a:cs typeface="+mj-cs"/>
              </a:rPr>
              <a:t>Kết hợp cả kiểm thử tự động và thủ công (tool không bao giờ phát hiện hết).</a:t>
            </a:r>
          </a:p>
          <a:p>
            <a:pPr marL="573088"/>
            <a:r>
              <a:rPr lang="vi-VN" dirty="0">
                <a:solidFill>
                  <a:srgbClr val="0000CC"/>
                </a:solidFill>
                <a:latin typeface="Rockwell" panose="02060603020205020403" pitchFamily="18" charset="0"/>
                <a:ea typeface="+mj-ea"/>
                <a:cs typeface="+mj-cs"/>
              </a:rPr>
              <a:t>Gắn penetration testing vào DevSecOps pipeline (có thể chạy định kỳ).</a:t>
            </a:r>
          </a:p>
          <a:p>
            <a:pPr marL="573088"/>
            <a:r>
              <a:rPr lang="vi-VN" dirty="0">
                <a:solidFill>
                  <a:srgbClr val="0000CC"/>
                </a:solidFill>
                <a:latin typeface="Rockwell" panose="02060603020205020403" pitchFamily="18" charset="0"/>
                <a:ea typeface="+mj-ea"/>
                <a:cs typeface="+mj-cs"/>
              </a:rPr>
              <a:t>Lưu ý yếu tố </a:t>
            </a:r>
            <a:r>
              <a:rPr lang="en-US" dirty="0" err="1" smtClean="0">
                <a:solidFill>
                  <a:srgbClr val="0000CC"/>
                </a:solidFill>
                <a:latin typeface="Rockwell" panose="02060603020205020403" pitchFamily="18" charset="0"/>
                <a:ea typeface="+mj-ea"/>
                <a:cs typeface="+mj-cs"/>
              </a:rPr>
              <a:t>tuân</a:t>
            </a:r>
            <a:r>
              <a:rPr lang="en-US" dirty="0" smtClean="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thủ</a:t>
            </a:r>
            <a:r>
              <a:rPr lang="en-US" dirty="0" smtClean="0">
                <a:solidFill>
                  <a:srgbClr val="0000CC"/>
                </a:solidFill>
                <a:latin typeface="Rockwell" panose="02060603020205020403" pitchFamily="18" charset="0"/>
                <a:ea typeface="+mj-ea"/>
                <a:cs typeface="+mj-cs"/>
              </a:rPr>
              <a:t> (</a:t>
            </a:r>
            <a:r>
              <a:rPr lang="vi-VN" dirty="0" smtClean="0">
                <a:solidFill>
                  <a:srgbClr val="0000CC"/>
                </a:solidFill>
                <a:latin typeface="Rockwell" panose="02060603020205020403" pitchFamily="18" charset="0"/>
                <a:ea typeface="+mj-ea"/>
                <a:cs typeface="+mj-cs"/>
              </a:rPr>
              <a:t>compliance</a:t>
            </a:r>
            <a:r>
              <a:rPr lang="en-US" dirty="0" smtClean="0">
                <a:solidFill>
                  <a:srgbClr val="0000CC"/>
                </a:solidFill>
                <a:latin typeface="Rockwell" panose="02060603020205020403" pitchFamily="18" charset="0"/>
                <a:ea typeface="+mj-ea"/>
                <a:cs typeface="+mj-cs"/>
              </a:rPr>
              <a:t>): </a:t>
            </a:r>
            <a:r>
              <a:rPr lang="vi-VN" dirty="0" smtClean="0">
                <a:solidFill>
                  <a:srgbClr val="0000CC"/>
                </a:solidFill>
                <a:latin typeface="Rockwell" panose="02060603020205020403" pitchFamily="18" charset="0"/>
                <a:ea typeface="+mj-ea"/>
                <a:cs typeface="+mj-cs"/>
              </a:rPr>
              <a:t>PCI-DSS</a:t>
            </a:r>
            <a:r>
              <a:rPr lang="vi-VN" dirty="0">
                <a:solidFill>
                  <a:srgbClr val="0000CC"/>
                </a:solidFill>
                <a:latin typeface="Rockwell" panose="02060603020205020403" pitchFamily="18" charset="0"/>
                <a:ea typeface="+mj-ea"/>
                <a:cs typeface="+mj-cs"/>
              </a:rPr>
              <a:t>, ISO 27001, </a:t>
            </a:r>
            <a:r>
              <a:rPr lang="vi-VN" dirty="0" smtClean="0">
                <a:solidFill>
                  <a:srgbClr val="0000CC"/>
                </a:solidFill>
                <a:latin typeface="Rockwell" panose="02060603020205020403" pitchFamily="18" charset="0"/>
                <a:ea typeface="+mj-ea"/>
                <a:cs typeface="+mj-cs"/>
              </a:rPr>
              <a:t>HIPAA</a:t>
            </a:r>
            <a:r>
              <a:rPr lang="en-US" dirty="0" smtClean="0">
                <a:solidFill>
                  <a:srgbClr val="0000CC"/>
                </a:solidFill>
                <a:latin typeface="Rockwell" panose="02060603020205020403" pitchFamily="18" charset="0"/>
                <a:ea typeface="+mj-ea"/>
                <a:cs typeface="+mj-cs"/>
              </a:rPr>
              <a:t>,… </a:t>
            </a:r>
            <a:r>
              <a:rPr lang="vi-VN" dirty="0" smtClean="0">
                <a:solidFill>
                  <a:srgbClr val="0000CC"/>
                </a:solidFill>
                <a:latin typeface="Rockwell" panose="02060603020205020403" pitchFamily="18" charset="0"/>
                <a:ea typeface="+mj-ea"/>
                <a:cs typeface="+mj-cs"/>
              </a:rPr>
              <a:t>yêu </a:t>
            </a:r>
            <a:r>
              <a:rPr lang="vi-VN" dirty="0">
                <a:solidFill>
                  <a:srgbClr val="0000CC"/>
                </a:solidFill>
                <a:latin typeface="Rockwell" panose="02060603020205020403" pitchFamily="18" charset="0"/>
                <a:ea typeface="+mj-ea"/>
                <a:cs typeface="+mj-cs"/>
              </a:rPr>
              <a:t>cầu pen test định </a:t>
            </a:r>
            <a:r>
              <a:rPr lang="vi-VN" dirty="0" smtClean="0">
                <a:solidFill>
                  <a:srgbClr val="0000CC"/>
                </a:solidFill>
                <a:latin typeface="Rockwell" panose="02060603020205020403" pitchFamily="18" charset="0"/>
                <a:ea typeface="+mj-ea"/>
                <a:cs typeface="+mj-cs"/>
              </a:rPr>
              <a:t>kỳ.</a:t>
            </a:r>
            <a:endParaRPr lang="vi-VN" dirty="0">
              <a:solidFill>
                <a:srgbClr val="0000CC"/>
              </a:solidFill>
              <a:latin typeface="Rockwell" panose="02060603020205020403" pitchFamily="18" charset="0"/>
              <a:ea typeface="+mj-ea"/>
              <a:cs typeface="+mj-cs"/>
            </a:endParaRPr>
          </a:p>
          <a:p>
            <a:pPr marL="0" indent="0">
              <a:buNone/>
            </a:pPr>
            <a:endParaRPr lang="vi-VN" b="1" dirty="0">
              <a:solidFill>
                <a:srgbClr val="0000CC"/>
              </a:solidFill>
              <a:latin typeface="Rockwell" panose="02060603020205020403" pitchFamily="18" charset="0"/>
              <a:ea typeface="+mj-ea"/>
              <a:cs typeface="+mj-cs"/>
            </a:endParaRPr>
          </a:p>
          <a:p>
            <a:pPr marL="0" indent="0">
              <a:buNone/>
            </a:pPr>
            <a:endParaRPr lang="vi-VN" b="1" dirty="0">
              <a:solidFill>
                <a:srgbClr val="0000CC"/>
              </a:solidFill>
              <a:latin typeface="Rockwell" panose="02060603020205020403" pitchFamily="18" charset="0"/>
              <a:ea typeface="+mj-ea"/>
              <a:cs typeface="+mj-cs"/>
            </a:endParaRPr>
          </a:p>
          <a:p>
            <a:pPr marL="0" indent="0">
              <a:buNone/>
            </a:pPr>
            <a:endParaRPr lang="en-US" sz="2600" dirty="0">
              <a:solidFill>
                <a:srgbClr val="FF00FF"/>
              </a:solidFill>
              <a:latin typeface="Rockwell" panose="02060603020205020403" pitchFamily="18" charset="0"/>
              <a:ea typeface="+mj-ea"/>
              <a:cs typeface="+mj-cs"/>
            </a:endParaRPr>
          </a:p>
        </p:txBody>
      </p:sp>
    </p:spTree>
    <p:extLst>
      <p:ext uri="{BB962C8B-B14F-4D97-AF65-F5344CB8AC3E}">
        <p14:creationId xmlns:p14="http://schemas.microsoft.com/office/powerpoint/2010/main" val="379398947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57952" y="914868"/>
            <a:ext cx="10242645" cy="528851"/>
          </a:xfrm>
        </p:spPr>
        <p:txBody>
          <a:bodyPr/>
          <a:lstStyle/>
          <a:p>
            <a:r>
              <a:rPr lang="en-US" sz="2800" b="1" dirty="0" smtClean="0">
                <a:solidFill>
                  <a:srgbClr val="0000CC"/>
                </a:solidFill>
                <a:latin typeface="Rockwell" panose="02060603020205020403" pitchFamily="18" charset="0"/>
              </a:rPr>
              <a:t>8.3. </a:t>
            </a:r>
            <a:r>
              <a:rPr lang="en-US" sz="2800" b="1" dirty="0" err="1" smtClean="0">
                <a:solidFill>
                  <a:srgbClr val="0000CC"/>
                </a:solidFill>
                <a:latin typeface="Rockwell" panose="02060603020205020403" pitchFamily="18" charset="0"/>
              </a:rPr>
              <a:t>Các</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giai</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đoạn</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chính</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trong</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SDDLC</a:t>
            </a: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1524836"/>
            <a:ext cx="10488305" cy="4821002"/>
          </a:xfrm>
        </p:spPr>
        <p:txBody>
          <a:bodyPr/>
          <a:lstStyle/>
          <a:p>
            <a:pPr marL="0" indent="0">
              <a:buNone/>
            </a:pPr>
            <a:r>
              <a:rPr lang="en-US" b="1" dirty="0">
                <a:solidFill>
                  <a:srgbClr val="0000CC"/>
                </a:solidFill>
                <a:latin typeface="Rockwell" panose="02060603020205020403" pitchFamily="18" charset="0"/>
                <a:ea typeface="+mj-ea"/>
                <a:cs typeface="+mj-cs"/>
              </a:rPr>
              <a:t>5</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Triển</a:t>
            </a:r>
            <a:r>
              <a:rPr lang="en-US" b="1" dirty="0" smtClean="0">
                <a:solidFill>
                  <a:srgbClr val="0000CC"/>
                </a:solidFill>
                <a:latin typeface="Rockwell" panose="02060603020205020403" pitchFamily="18" charset="0"/>
                <a:ea typeface="+mj-ea"/>
                <a:cs typeface="+mj-cs"/>
              </a:rPr>
              <a:t> </a:t>
            </a:r>
            <a:r>
              <a:rPr lang="en-US" b="1" dirty="0" err="1">
                <a:solidFill>
                  <a:srgbClr val="0000CC"/>
                </a:solidFill>
                <a:latin typeface="Rockwell" panose="02060603020205020403" pitchFamily="18" charset="0"/>
                <a:ea typeface="+mj-ea"/>
                <a:cs typeface="+mj-cs"/>
              </a:rPr>
              <a:t>khai</a:t>
            </a:r>
            <a:r>
              <a:rPr lang="en-US" b="1" dirty="0">
                <a:solidFill>
                  <a:srgbClr val="0000CC"/>
                </a:solidFill>
                <a:latin typeface="Rockwell" panose="02060603020205020403" pitchFamily="18" charset="0"/>
                <a:ea typeface="+mj-ea"/>
                <a:cs typeface="+mj-cs"/>
              </a:rPr>
              <a:t> (Deployment)</a:t>
            </a:r>
          </a:p>
          <a:p>
            <a:pPr marL="627063"/>
            <a:r>
              <a:rPr lang="en-US" dirty="0" err="1">
                <a:solidFill>
                  <a:srgbClr val="0000CC"/>
                </a:solidFill>
                <a:latin typeface="Rockwell" panose="02060603020205020403" pitchFamily="18" charset="0"/>
                <a:ea typeface="+mj-ea"/>
                <a:cs typeface="+mj-cs"/>
              </a:rPr>
              <a:t>Kết</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hợp</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DevSecOps</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B</a:t>
            </a:r>
            <a:r>
              <a:rPr lang="en-US" dirty="0" err="1" smtClean="0">
                <a:solidFill>
                  <a:srgbClr val="0000CC"/>
                </a:solidFill>
                <a:latin typeface="Rockwell" panose="02060603020205020403" pitchFamily="18" charset="0"/>
                <a:ea typeface="+mj-ea"/>
                <a:cs typeface="+mj-cs"/>
              </a:rPr>
              <a:t>ảo</a:t>
            </a:r>
            <a:r>
              <a:rPr lang="en-US" dirty="0" smtClean="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mật</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tích</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hợp</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vào</a:t>
            </a:r>
            <a:r>
              <a:rPr lang="en-US" dirty="0">
                <a:solidFill>
                  <a:srgbClr val="0000CC"/>
                </a:solidFill>
                <a:latin typeface="Rockwell" panose="02060603020205020403" pitchFamily="18" charset="0"/>
                <a:ea typeface="+mj-ea"/>
                <a:cs typeface="+mj-cs"/>
              </a:rPr>
              <a:t> CI/CD pipeline.</a:t>
            </a:r>
          </a:p>
          <a:p>
            <a:pPr marL="627063"/>
            <a:r>
              <a:rPr lang="en-US" dirty="0" err="1">
                <a:solidFill>
                  <a:srgbClr val="0000CC"/>
                </a:solidFill>
                <a:latin typeface="Rockwell" panose="02060603020205020403" pitchFamily="18" charset="0"/>
                <a:ea typeface="+mj-ea"/>
                <a:cs typeface="+mj-cs"/>
              </a:rPr>
              <a:t>Kiểm</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soát</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cấu</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hình</a:t>
            </a:r>
            <a:r>
              <a:rPr lang="en-US" dirty="0">
                <a:solidFill>
                  <a:srgbClr val="0000CC"/>
                </a:solidFill>
                <a:latin typeface="Rockwell" panose="02060603020205020403" pitchFamily="18" charset="0"/>
                <a:ea typeface="+mj-ea"/>
                <a:cs typeface="+mj-cs"/>
              </a:rPr>
              <a:t> (secure configuration management).</a:t>
            </a:r>
          </a:p>
          <a:p>
            <a:pPr marL="627063"/>
            <a:r>
              <a:rPr lang="en-US" dirty="0" err="1">
                <a:solidFill>
                  <a:srgbClr val="0000CC"/>
                </a:solidFill>
                <a:latin typeface="Rockwell" panose="02060603020205020403" pitchFamily="18" charset="0"/>
                <a:ea typeface="+mj-ea"/>
                <a:cs typeface="+mj-cs"/>
              </a:rPr>
              <a:t>Quản</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lý</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bí</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mật</a:t>
            </a:r>
            <a:r>
              <a:rPr lang="en-US" dirty="0">
                <a:solidFill>
                  <a:srgbClr val="0000CC"/>
                </a:solidFill>
                <a:latin typeface="Rockwell" panose="02060603020205020403" pitchFamily="18" charset="0"/>
                <a:ea typeface="+mj-ea"/>
                <a:cs typeface="+mj-cs"/>
              </a:rPr>
              <a:t> (secrets management) </a:t>
            </a:r>
            <a:r>
              <a:rPr lang="en-US" dirty="0" err="1">
                <a:solidFill>
                  <a:srgbClr val="0000CC"/>
                </a:solidFill>
                <a:latin typeface="Rockwell" panose="02060603020205020403" pitchFamily="18" charset="0"/>
                <a:ea typeface="+mj-ea"/>
                <a:cs typeface="+mj-cs"/>
              </a:rPr>
              <a:t>và</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khóa</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mã</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hóa</a:t>
            </a:r>
            <a:r>
              <a:rPr lang="en-US" dirty="0">
                <a:solidFill>
                  <a:srgbClr val="0000CC"/>
                </a:solidFill>
                <a:latin typeface="Rockwell" panose="02060603020205020403" pitchFamily="18" charset="0"/>
                <a:ea typeface="+mj-ea"/>
                <a:cs typeface="+mj-cs"/>
              </a:rPr>
              <a:t> an </a:t>
            </a:r>
            <a:r>
              <a:rPr lang="en-US" dirty="0" err="1">
                <a:solidFill>
                  <a:srgbClr val="0000CC"/>
                </a:solidFill>
                <a:latin typeface="Rockwell" panose="02060603020205020403" pitchFamily="18" charset="0"/>
                <a:ea typeface="+mj-ea"/>
                <a:cs typeface="+mj-cs"/>
              </a:rPr>
              <a:t>toàn</a:t>
            </a:r>
            <a:r>
              <a:rPr lang="en-US" dirty="0">
                <a:solidFill>
                  <a:srgbClr val="0000CC"/>
                </a:solidFill>
                <a:latin typeface="Rockwell" panose="02060603020205020403" pitchFamily="18" charset="0"/>
                <a:ea typeface="+mj-ea"/>
                <a:cs typeface="+mj-cs"/>
              </a:rPr>
              <a:t>.</a:t>
            </a:r>
          </a:p>
          <a:p>
            <a:pPr marL="627063"/>
            <a:endParaRPr lang="vi-VN" dirty="0">
              <a:solidFill>
                <a:srgbClr val="0000CC"/>
              </a:solidFill>
              <a:latin typeface="Rockwell" panose="02060603020205020403" pitchFamily="18" charset="0"/>
              <a:ea typeface="+mj-ea"/>
              <a:cs typeface="+mj-cs"/>
            </a:endParaRPr>
          </a:p>
          <a:p>
            <a:pPr marL="0" indent="0">
              <a:buNone/>
            </a:pPr>
            <a:endParaRPr lang="vi-VN" b="1" dirty="0">
              <a:solidFill>
                <a:srgbClr val="0000CC"/>
              </a:solidFill>
              <a:latin typeface="Rockwell" panose="02060603020205020403" pitchFamily="18" charset="0"/>
              <a:ea typeface="+mj-ea"/>
              <a:cs typeface="+mj-cs"/>
            </a:endParaRPr>
          </a:p>
          <a:p>
            <a:pPr marL="0" indent="0">
              <a:buNone/>
            </a:pPr>
            <a:endParaRPr lang="en-US" sz="2600" dirty="0">
              <a:solidFill>
                <a:srgbClr val="FF00FF"/>
              </a:solidFill>
              <a:latin typeface="Rockwell" panose="02060603020205020403" pitchFamily="18" charset="0"/>
              <a:ea typeface="+mj-ea"/>
              <a:cs typeface="+mj-cs"/>
            </a:endParaRPr>
          </a:p>
        </p:txBody>
      </p:sp>
    </p:spTree>
    <p:extLst>
      <p:ext uri="{BB962C8B-B14F-4D97-AF65-F5344CB8AC3E}">
        <p14:creationId xmlns:p14="http://schemas.microsoft.com/office/powerpoint/2010/main" val="146061130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600" y="477371"/>
            <a:ext cx="10242645" cy="528851"/>
          </a:xfrm>
        </p:spPr>
        <p:txBody>
          <a:bodyPr/>
          <a:lstStyle/>
          <a:p>
            <a:r>
              <a:rPr lang="en-US" sz="2800" b="1" dirty="0" smtClean="0">
                <a:solidFill>
                  <a:srgbClr val="0000CC"/>
                </a:solidFill>
                <a:latin typeface="Rockwell" panose="02060603020205020403" pitchFamily="18" charset="0"/>
              </a:rPr>
              <a:t>8.3. </a:t>
            </a:r>
            <a:r>
              <a:rPr lang="en-US" sz="2800" b="1" dirty="0" err="1" smtClean="0">
                <a:solidFill>
                  <a:srgbClr val="0000CC"/>
                </a:solidFill>
                <a:latin typeface="Rockwell" panose="02060603020205020403" pitchFamily="18" charset="0"/>
              </a:rPr>
              <a:t>Các</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giai</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đoạn</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chính</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trong</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SDDLC</a:t>
            </a: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1" y="1006222"/>
            <a:ext cx="9915098" cy="4821002"/>
          </a:xfrm>
        </p:spPr>
        <p:txBody>
          <a:bodyPr/>
          <a:lstStyle/>
          <a:p>
            <a:pPr marL="0" indent="0" algn="just">
              <a:buNone/>
            </a:pPr>
            <a:r>
              <a:rPr lang="vi-VN" b="1" dirty="0" smtClean="0">
                <a:solidFill>
                  <a:srgbClr val="0000CC"/>
                </a:solidFill>
                <a:latin typeface="Rockwell" panose="02060603020205020403" pitchFamily="18" charset="0"/>
                <a:ea typeface="+mj-ea"/>
                <a:cs typeface="+mj-cs"/>
              </a:rPr>
              <a:t>DevSecOps </a:t>
            </a:r>
            <a:r>
              <a:rPr lang="vi-VN" b="1" dirty="0">
                <a:solidFill>
                  <a:srgbClr val="0000CC"/>
                </a:solidFill>
                <a:latin typeface="Rockwell" panose="02060603020205020403" pitchFamily="18" charset="0"/>
                <a:ea typeface="+mj-ea"/>
                <a:cs typeface="+mj-cs"/>
              </a:rPr>
              <a:t>&amp; Tích hợp bảo mật trong CI/CD </a:t>
            </a:r>
            <a:r>
              <a:rPr lang="vi-VN" b="1" dirty="0" smtClean="0">
                <a:solidFill>
                  <a:srgbClr val="0000CC"/>
                </a:solidFill>
                <a:latin typeface="Rockwell" panose="02060603020205020403" pitchFamily="18" charset="0"/>
                <a:ea typeface="+mj-ea"/>
                <a:cs typeface="+mj-cs"/>
              </a:rPr>
              <a:t>Pipeline</a:t>
            </a:r>
          </a:p>
          <a:p>
            <a:pPr marL="0" indent="0" algn="just">
              <a:buNone/>
            </a:pPr>
            <a:r>
              <a:rPr lang="vi-VN" dirty="0" smtClean="0">
                <a:solidFill>
                  <a:srgbClr val="0000CC"/>
                </a:solidFill>
                <a:latin typeface="Rockwell" panose="02060603020205020403" pitchFamily="18" charset="0"/>
                <a:ea typeface="+mj-ea"/>
                <a:cs typeface="+mj-cs"/>
              </a:rPr>
              <a:t>DevSecOps chính là cách đưa bảo mật trở thành một phần tự động &amp; liên tục trong vòng đời phát triển phần mềm, thay vì làm thủ công ở cuối. Việc tích hợp bảo mật vào CI/CD pipeline giúp phát hiện </a:t>
            </a:r>
            <a:r>
              <a:rPr lang="en-US" dirty="0" err="1" smtClean="0">
                <a:solidFill>
                  <a:srgbClr val="0000CC"/>
                </a:solidFill>
                <a:latin typeface="Rockwell" panose="02060603020205020403" pitchFamily="18" charset="0"/>
                <a:ea typeface="+mj-ea"/>
                <a:cs typeface="+mj-cs"/>
              </a:rPr>
              <a:t>và</a:t>
            </a:r>
            <a:r>
              <a:rPr lang="en-US" dirty="0" smtClean="0">
                <a:solidFill>
                  <a:srgbClr val="0000CC"/>
                </a:solidFill>
                <a:latin typeface="Rockwell" panose="02060603020205020403" pitchFamily="18" charset="0"/>
                <a:ea typeface="+mj-ea"/>
                <a:cs typeface="+mj-cs"/>
              </a:rPr>
              <a:t> </a:t>
            </a:r>
            <a:r>
              <a:rPr lang="vi-VN" dirty="0" smtClean="0">
                <a:solidFill>
                  <a:srgbClr val="0000CC"/>
                </a:solidFill>
                <a:latin typeface="Rockwell" panose="02060603020205020403" pitchFamily="18" charset="0"/>
                <a:ea typeface="+mj-ea"/>
                <a:cs typeface="+mj-cs"/>
              </a:rPr>
              <a:t>xử lý lỗ hổng sớm hơn và giảm rủi ro triển khai.</a:t>
            </a:r>
          </a:p>
          <a:p>
            <a:pPr marL="0" indent="0" algn="just">
              <a:buNone/>
            </a:pPr>
            <a:r>
              <a:rPr lang="vi-VN" b="1" dirty="0">
                <a:solidFill>
                  <a:srgbClr val="0000CC"/>
                </a:solidFill>
                <a:latin typeface="Rockwell" panose="02060603020205020403" pitchFamily="18" charset="0"/>
                <a:ea typeface="+mj-ea"/>
                <a:cs typeface="+mj-cs"/>
              </a:rPr>
              <a:t>1. Ý tưởng cốt lõi</a:t>
            </a:r>
          </a:p>
          <a:p>
            <a:pPr marL="573088" algn="just"/>
            <a:r>
              <a:rPr lang="vi-VN" dirty="0">
                <a:solidFill>
                  <a:srgbClr val="0000CC"/>
                </a:solidFill>
                <a:latin typeface="Rockwell" panose="02060603020205020403" pitchFamily="18" charset="0"/>
                <a:ea typeface="+mj-ea"/>
                <a:cs typeface="+mj-cs"/>
              </a:rPr>
              <a:t>Thay vì chỉ “Dev + Ops</a:t>
            </a:r>
            <a:r>
              <a:rPr lang="vi-VN" dirty="0" smtClean="0">
                <a:solidFill>
                  <a:srgbClr val="0000CC"/>
                </a:solidFill>
                <a:latin typeface="Rockwell" panose="02060603020205020403" pitchFamily="18" charset="0"/>
                <a:ea typeface="+mj-ea"/>
                <a:cs typeface="+mj-cs"/>
              </a:rPr>
              <a:t>”</a:t>
            </a:r>
            <a:r>
              <a:rPr lang="en-US" dirty="0" smtClean="0">
                <a:solidFill>
                  <a:srgbClr val="0000CC"/>
                </a:solidFill>
                <a:latin typeface="Rockwell" panose="02060603020205020403" pitchFamily="18" charset="0"/>
                <a:ea typeface="+mj-ea"/>
                <a:cs typeface="+mj-cs"/>
              </a:rPr>
              <a:t>:</a:t>
            </a:r>
            <a:r>
              <a:rPr lang="vi-VN" dirty="0" smtClean="0">
                <a:solidFill>
                  <a:srgbClr val="0000CC"/>
                </a:solidFill>
                <a:latin typeface="Rockwell" panose="02060603020205020403" pitchFamily="18" charset="0"/>
                <a:ea typeface="+mj-ea"/>
                <a:cs typeface="+mj-cs"/>
              </a:rPr>
              <a:t> </a:t>
            </a:r>
            <a:r>
              <a:rPr lang="en-US" dirty="0" smtClean="0">
                <a:solidFill>
                  <a:srgbClr val="0000CC"/>
                </a:solidFill>
                <a:latin typeface="Rockwell" panose="02060603020205020403" pitchFamily="18" charset="0"/>
                <a:ea typeface="+mj-ea"/>
                <a:cs typeface="+mj-cs"/>
              </a:rPr>
              <a:t>T</a:t>
            </a:r>
            <a:r>
              <a:rPr lang="vi-VN" dirty="0" smtClean="0">
                <a:solidFill>
                  <a:srgbClr val="0000CC"/>
                </a:solidFill>
                <a:latin typeface="Rockwell" panose="02060603020205020403" pitchFamily="18" charset="0"/>
                <a:ea typeface="+mj-ea"/>
                <a:cs typeface="+mj-cs"/>
              </a:rPr>
              <a:t>hêm </a:t>
            </a:r>
            <a:r>
              <a:rPr lang="vi-VN" dirty="0">
                <a:solidFill>
                  <a:srgbClr val="0000CC"/>
                </a:solidFill>
                <a:latin typeface="Rockwell" panose="02060603020205020403" pitchFamily="18" charset="0"/>
                <a:ea typeface="+mj-ea"/>
                <a:cs typeface="+mj-cs"/>
              </a:rPr>
              <a:t>“Sec” vào mọi giai đoạn.</a:t>
            </a:r>
          </a:p>
          <a:p>
            <a:pPr marL="573088" algn="just"/>
            <a:r>
              <a:rPr lang="vi-VN" dirty="0">
                <a:solidFill>
                  <a:srgbClr val="0000CC"/>
                </a:solidFill>
                <a:latin typeface="Rockwell" panose="02060603020205020403" pitchFamily="18" charset="0"/>
                <a:ea typeface="+mj-ea"/>
                <a:cs typeface="+mj-cs"/>
              </a:rPr>
              <a:t>Bảo mật không chặn quy trình DevOps, mà tích hợp vào pipeline tự động.</a:t>
            </a:r>
          </a:p>
          <a:p>
            <a:pPr marL="573088" algn="just"/>
            <a:r>
              <a:rPr lang="vi-VN" dirty="0">
                <a:solidFill>
                  <a:srgbClr val="0000CC"/>
                </a:solidFill>
                <a:latin typeface="Rockwell" panose="02060603020205020403" pitchFamily="18" charset="0"/>
                <a:ea typeface="+mj-ea"/>
                <a:cs typeface="+mj-cs"/>
              </a:rPr>
              <a:t>Mục tiêu: “Shift-left </a:t>
            </a:r>
            <a:r>
              <a:rPr lang="vi-VN" dirty="0" smtClean="0">
                <a:solidFill>
                  <a:srgbClr val="0000CC"/>
                </a:solidFill>
                <a:latin typeface="Rockwell" panose="02060603020205020403" pitchFamily="18" charset="0"/>
                <a:ea typeface="+mj-ea"/>
                <a:cs typeface="+mj-cs"/>
              </a:rPr>
              <a:t>security”</a:t>
            </a:r>
            <a:r>
              <a:rPr lang="en-US" dirty="0" smtClean="0">
                <a:solidFill>
                  <a:srgbClr val="0000CC"/>
                </a:solidFill>
                <a:latin typeface="Rockwell" panose="02060603020205020403" pitchFamily="18" charset="0"/>
                <a:ea typeface="+mj-ea"/>
                <a:cs typeface="+mj-cs"/>
              </a:rPr>
              <a:t>: P</a:t>
            </a:r>
            <a:r>
              <a:rPr lang="vi-VN" dirty="0" smtClean="0">
                <a:solidFill>
                  <a:srgbClr val="0000CC"/>
                </a:solidFill>
                <a:latin typeface="Rockwell" panose="02060603020205020403" pitchFamily="18" charset="0"/>
                <a:ea typeface="+mj-ea"/>
                <a:cs typeface="+mj-cs"/>
              </a:rPr>
              <a:t>hát </a:t>
            </a:r>
            <a:r>
              <a:rPr lang="vi-VN" dirty="0">
                <a:solidFill>
                  <a:srgbClr val="0000CC"/>
                </a:solidFill>
                <a:latin typeface="Rockwell" panose="02060603020205020403" pitchFamily="18" charset="0"/>
                <a:ea typeface="+mj-ea"/>
                <a:cs typeface="+mj-cs"/>
              </a:rPr>
              <a:t>hiện lỗi sớm, sửa nhanh, ít tốn kém.</a:t>
            </a:r>
          </a:p>
          <a:p>
            <a:pPr marL="0" indent="0" algn="just">
              <a:buNone/>
            </a:pPr>
            <a:endParaRPr lang="en-US" sz="2600" dirty="0">
              <a:solidFill>
                <a:srgbClr val="FF00FF"/>
              </a:solidFill>
              <a:latin typeface="Rockwell" panose="02060603020205020403" pitchFamily="18" charset="0"/>
              <a:ea typeface="+mj-ea"/>
              <a:cs typeface="+mj-cs"/>
            </a:endParaRPr>
          </a:p>
        </p:txBody>
      </p:sp>
    </p:spTree>
    <p:extLst>
      <p:ext uri="{BB962C8B-B14F-4D97-AF65-F5344CB8AC3E}">
        <p14:creationId xmlns:p14="http://schemas.microsoft.com/office/powerpoint/2010/main" val="102263930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600" y="477371"/>
            <a:ext cx="10242645" cy="528851"/>
          </a:xfrm>
        </p:spPr>
        <p:txBody>
          <a:bodyPr/>
          <a:lstStyle/>
          <a:p>
            <a:r>
              <a:rPr lang="en-US" sz="2800" b="1" dirty="0" smtClean="0">
                <a:solidFill>
                  <a:srgbClr val="0000CC"/>
                </a:solidFill>
                <a:latin typeface="Rockwell" panose="02060603020205020403" pitchFamily="18" charset="0"/>
              </a:rPr>
              <a:t>8.3. </a:t>
            </a:r>
            <a:r>
              <a:rPr lang="en-US" sz="2800" b="1" dirty="0" err="1" smtClean="0">
                <a:solidFill>
                  <a:srgbClr val="0000CC"/>
                </a:solidFill>
                <a:latin typeface="Rockwell" panose="02060603020205020403" pitchFamily="18" charset="0"/>
              </a:rPr>
              <a:t>Các</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giai</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đoạn</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chính</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trong</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SDDLC</a:t>
            </a: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1" y="1006222"/>
            <a:ext cx="10242644" cy="4821002"/>
          </a:xfrm>
        </p:spPr>
        <p:txBody>
          <a:bodyPr/>
          <a:lstStyle/>
          <a:p>
            <a:pPr marL="0" indent="0" algn="just">
              <a:buNone/>
            </a:pPr>
            <a:r>
              <a:rPr lang="vi-VN" b="1" dirty="0" smtClean="0">
                <a:solidFill>
                  <a:srgbClr val="0000CC"/>
                </a:solidFill>
                <a:latin typeface="Rockwell" panose="02060603020205020403" pitchFamily="18" charset="0"/>
                <a:ea typeface="+mj-ea"/>
                <a:cs typeface="+mj-cs"/>
              </a:rPr>
              <a:t>DevSecOps </a:t>
            </a:r>
            <a:r>
              <a:rPr lang="vi-VN" b="1" dirty="0">
                <a:solidFill>
                  <a:srgbClr val="0000CC"/>
                </a:solidFill>
                <a:latin typeface="Rockwell" panose="02060603020205020403" pitchFamily="18" charset="0"/>
                <a:ea typeface="+mj-ea"/>
                <a:cs typeface="+mj-cs"/>
              </a:rPr>
              <a:t>&amp; Tích hợp bảo mật trong CI/CD </a:t>
            </a:r>
            <a:r>
              <a:rPr lang="vi-VN" b="1" dirty="0" smtClean="0">
                <a:solidFill>
                  <a:srgbClr val="0000CC"/>
                </a:solidFill>
                <a:latin typeface="Rockwell" panose="02060603020205020403" pitchFamily="18" charset="0"/>
                <a:ea typeface="+mj-ea"/>
                <a:cs typeface="+mj-cs"/>
              </a:rPr>
              <a:t>Pipeline</a:t>
            </a:r>
          </a:p>
          <a:p>
            <a:pPr marL="0" indent="0" algn="just">
              <a:buNone/>
            </a:pPr>
            <a:r>
              <a:rPr lang="vi-VN" b="1" dirty="0">
                <a:solidFill>
                  <a:srgbClr val="0000CC"/>
                </a:solidFill>
                <a:latin typeface="Rockwell" panose="02060603020205020403" pitchFamily="18" charset="0"/>
                <a:ea typeface="+mj-ea"/>
                <a:cs typeface="+mj-cs"/>
              </a:rPr>
              <a:t>2. Tích hợp trong từng giai đoạn CI/CD</a:t>
            </a:r>
          </a:p>
          <a:p>
            <a:pPr marL="0" indent="0" algn="just">
              <a:buNone/>
            </a:pPr>
            <a:r>
              <a:rPr lang="vi-VN" dirty="0">
                <a:solidFill>
                  <a:srgbClr val="0000CC"/>
                </a:solidFill>
                <a:latin typeface="Rockwell" panose="02060603020205020403" pitchFamily="18" charset="0"/>
                <a:ea typeface="+mj-ea"/>
                <a:cs typeface="+mj-cs"/>
              </a:rPr>
              <a:t>a. Code (Develop)</a:t>
            </a:r>
          </a:p>
          <a:p>
            <a:pPr lvl="1" algn="just"/>
            <a:r>
              <a:rPr lang="vi-VN" dirty="0">
                <a:solidFill>
                  <a:srgbClr val="0000CC"/>
                </a:solidFill>
                <a:latin typeface="Rockwell" panose="02060603020205020403" pitchFamily="18" charset="0"/>
                <a:ea typeface="+mj-ea"/>
                <a:cs typeface="+mj-cs"/>
              </a:rPr>
              <a:t>SAST (Static Application Security Testing) chạy ngay khi lập trình viên push code (phát hiện SQLi, XSS, code lỗi logic).</a:t>
            </a:r>
          </a:p>
          <a:p>
            <a:pPr lvl="1" algn="just"/>
            <a:r>
              <a:rPr lang="vi-VN" dirty="0">
                <a:solidFill>
                  <a:srgbClr val="0000CC"/>
                </a:solidFill>
                <a:latin typeface="Rockwell" panose="02060603020205020403" pitchFamily="18" charset="0"/>
                <a:ea typeface="+mj-ea"/>
                <a:cs typeface="+mj-cs"/>
              </a:rPr>
              <a:t>Secret scanning: phát hiện API key, password trong repo (GitLeaks, TruffleHog).</a:t>
            </a:r>
          </a:p>
          <a:p>
            <a:pPr lvl="1" algn="just"/>
            <a:r>
              <a:rPr lang="vi-VN" dirty="0">
                <a:solidFill>
                  <a:srgbClr val="0000CC"/>
                </a:solidFill>
                <a:latin typeface="Rockwell" panose="02060603020205020403" pitchFamily="18" charset="0"/>
                <a:ea typeface="+mj-ea"/>
                <a:cs typeface="+mj-cs"/>
              </a:rPr>
              <a:t>Linter &amp; code style rule (như SonarQube, ESLint).</a:t>
            </a:r>
          </a:p>
          <a:p>
            <a:pPr marL="0" indent="0" algn="just">
              <a:buNone/>
            </a:pPr>
            <a:r>
              <a:rPr lang="vi-VN" dirty="0">
                <a:solidFill>
                  <a:srgbClr val="0000CC"/>
                </a:solidFill>
                <a:latin typeface="Rockwell" panose="02060603020205020403" pitchFamily="18" charset="0"/>
                <a:ea typeface="+mj-ea"/>
                <a:cs typeface="+mj-cs"/>
              </a:rPr>
              <a:t>b. Build</a:t>
            </a:r>
          </a:p>
          <a:p>
            <a:pPr lvl="1" algn="just"/>
            <a:r>
              <a:rPr lang="vi-VN" dirty="0">
                <a:solidFill>
                  <a:srgbClr val="0000CC"/>
                </a:solidFill>
                <a:latin typeface="Rockwell" panose="02060603020205020403" pitchFamily="18" charset="0"/>
                <a:ea typeface="+mj-ea"/>
                <a:cs typeface="+mj-cs"/>
              </a:rPr>
              <a:t>Dependency scanning: kiểm tra thư viện, framework (Snyk, OWASP Dependency-Check).</a:t>
            </a:r>
          </a:p>
          <a:p>
            <a:pPr lvl="1" algn="just"/>
            <a:r>
              <a:rPr lang="vi-VN" dirty="0">
                <a:solidFill>
                  <a:srgbClr val="0000CC"/>
                </a:solidFill>
                <a:latin typeface="Rockwell" panose="02060603020205020403" pitchFamily="18" charset="0"/>
                <a:ea typeface="+mj-ea"/>
                <a:cs typeface="+mj-cs"/>
              </a:rPr>
              <a:t>Container image scanning: quét lỗ hổng trong Docker image (Anchore, Clair, Trivy).</a:t>
            </a:r>
            <a:endParaRPr lang="en-US" sz="2600" dirty="0">
              <a:solidFill>
                <a:srgbClr val="FF00FF"/>
              </a:solidFill>
              <a:latin typeface="Rockwell" panose="02060603020205020403" pitchFamily="18" charset="0"/>
              <a:ea typeface="+mj-ea"/>
              <a:cs typeface="+mj-cs"/>
            </a:endParaRPr>
          </a:p>
        </p:txBody>
      </p:sp>
    </p:spTree>
    <p:extLst>
      <p:ext uri="{BB962C8B-B14F-4D97-AF65-F5344CB8AC3E}">
        <p14:creationId xmlns:p14="http://schemas.microsoft.com/office/powerpoint/2010/main" val="427699623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600" y="477371"/>
            <a:ext cx="10242645" cy="528851"/>
          </a:xfrm>
        </p:spPr>
        <p:txBody>
          <a:bodyPr/>
          <a:lstStyle/>
          <a:p>
            <a:r>
              <a:rPr lang="en-US" sz="2800" b="1" dirty="0" smtClean="0">
                <a:solidFill>
                  <a:srgbClr val="0000CC"/>
                </a:solidFill>
                <a:latin typeface="Rockwell" panose="02060603020205020403" pitchFamily="18" charset="0"/>
              </a:rPr>
              <a:t>8.3. </a:t>
            </a:r>
            <a:r>
              <a:rPr lang="en-US" sz="2800" b="1" dirty="0" err="1" smtClean="0">
                <a:solidFill>
                  <a:srgbClr val="0000CC"/>
                </a:solidFill>
                <a:latin typeface="Rockwell" panose="02060603020205020403" pitchFamily="18" charset="0"/>
              </a:rPr>
              <a:t>Các</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giai</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đoạn</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chính</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trong</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SDDLC</a:t>
            </a: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1" y="1006222"/>
            <a:ext cx="10242644" cy="4821002"/>
          </a:xfrm>
        </p:spPr>
        <p:txBody>
          <a:bodyPr/>
          <a:lstStyle/>
          <a:p>
            <a:pPr marL="0" indent="0" algn="just">
              <a:buNone/>
            </a:pPr>
            <a:r>
              <a:rPr lang="vi-VN" b="1" dirty="0" smtClean="0">
                <a:solidFill>
                  <a:srgbClr val="0000CC"/>
                </a:solidFill>
                <a:latin typeface="Rockwell" panose="02060603020205020403" pitchFamily="18" charset="0"/>
                <a:ea typeface="+mj-ea"/>
                <a:cs typeface="+mj-cs"/>
              </a:rPr>
              <a:t>DevSecOps </a:t>
            </a:r>
            <a:r>
              <a:rPr lang="vi-VN" b="1" dirty="0">
                <a:solidFill>
                  <a:srgbClr val="0000CC"/>
                </a:solidFill>
                <a:latin typeface="Rockwell" panose="02060603020205020403" pitchFamily="18" charset="0"/>
                <a:ea typeface="+mj-ea"/>
                <a:cs typeface="+mj-cs"/>
              </a:rPr>
              <a:t>&amp; Tích hợp bảo mật trong CI/CD </a:t>
            </a:r>
            <a:r>
              <a:rPr lang="vi-VN" b="1" dirty="0" smtClean="0">
                <a:solidFill>
                  <a:srgbClr val="0000CC"/>
                </a:solidFill>
                <a:latin typeface="Rockwell" panose="02060603020205020403" pitchFamily="18" charset="0"/>
                <a:ea typeface="+mj-ea"/>
                <a:cs typeface="+mj-cs"/>
              </a:rPr>
              <a:t>Pipeline</a:t>
            </a:r>
          </a:p>
          <a:p>
            <a:pPr marL="0" indent="0" algn="just">
              <a:buNone/>
            </a:pPr>
            <a:r>
              <a:rPr lang="vi-VN" b="1" dirty="0">
                <a:solidFill>
                  <a:srgbClr val="0000CC"/>
                </a:solidFill>
                <a:latin typeface="Rockwell" panose="02060603020205020403" pitchFamily="18" charset="0"/>
                <a:ea typeface="+mj-ea"/>
                <a:cs typeface="+mj-cs"/>
              </a:rPr>
              <a:t>2. Tích hợp trong từng giai đoạn </a:t>
            </a:r>
            <a:r>
              <a:rPr lang="vi-VN" b="1" dirty="0" smtClean="0">
                <a:solidFill>
                  <a:srgbClr val="0000CC"/>
                </a:solidFill>
                <a:latin typeface="Rockwell" panose="02060603020205020403" pitchFamily="18" charset="0"/>
                <a:ea typeface="+mj-ea"/>
                <a:cs typeface="+mj-cs"/>
              </a:rPr>
              <a:t>CI/CD</a:t>
            </a:r>
            <a:endParaRPr lang="en-US" b="1" dirty="0" smtClean="0">
              <a:solidFill>
                <a:srgbClr val="0000CC"/>
              </a:solidFill>
              <a:latin typeface="Rockwell" panose="02060603020205020403" pitchFamily="18" charset="0"/>
              <a:ea typeface="+mj-ea"/>
              <a:cs typeface="+mj-cs"/>
            </a:endParaRPr>
          </a:p>
          <a:p>
            <a:pPr marL="0" indent="0" algn="just">
              <a:buNone/>
            </a:pPr>
            <a:r>
              <a:rPr lang="vi-VN" dirty="0">
                <a:solidFill>
                  <a:srgbClr val="0000CC"/>
                </a:solidFill>
                <a:latin typeface="Rockwell" panose="02060603020205020403" pitchFamily="18" charset="0"/>
                <a:ea typeface="+mj-ea"/>
                <a:cs typeface="+mj-cs"/>
              </a:rPr>
              <a:t>c. Test</a:t>
            </a:r>
          </a:p>
          <a:p>
            <a:pPr lvl="1" algn="just"/>
            <a:r>
              <a:rPr lang="vi-VN" dirty="0">
                <a:solidFill>
                  <a:srgbClr val="0000CC"/>
                </a:solidFill>
                <a:latin typeface="Rockwell" panose="02060603020205020403" pitchFamily="18" charset="0"/>
                <a:ea typeface="+mj-ea"/>
                <a:cs typeface="+mj-cs"/>
              </a:rPr>
              <a:t>DAST (Dynamic Application Security Testing): kiểm thử ứng dụng chạy thực tế.</a:t>
            </a:r>
          </a:p>
          <a:p>
            <a:pPr lvl="1" algn="just"/>
            <a:r>
              <a:rPr lang="vi-VN" dirty="0">
                <a:solidFill>
                  <a:srgbClr val="0000CC"/>
                </a:solidFill>
                <a:latin typeface="Rockwell" panose="02060603020205020403" pitchFamily="18" charset="0"/>
                <a:ea typeface="+mj-ea"/>
                <a:cs typeface="+mj-cs"/>
              </a:rPr>
              <a:t>IAST (Interactive Security Testing): phân tích runtime.</a:t>
            </a:r>
          </a:p>
          <a:p>
            <a:pPr lvl="1" algn="just"/>
            <a:r>
              <a:rPr lang="vi-VN" dirty="0">
                <a:solidFill>
                  <a:srgbClr val="0000CC"/>
                </a:solidFill>
                <a:latin typeface="Rockwell" panose="02060603020205020403" pitchFamily="18" charset="0"/>
                <a:ea typeface="+mj-ea"/>
                <a:cs typeface="+mj-cs"/>
              </a:rPr>
              <a:t>Fuzzing: kiểm tra input ngẫu nhiên gây crash/lỗi.</a:t>
            </a:r>
          </a:p>
          <a:p>
            <a:pPr marL="0" indent="0" algn="just">
              <a:buNone/>
            </a:pPr>
            <a:r>
              <a:rPr lang="vi-VN" dirty="0">
                <a:solidFill>
                  <a:srgbClr val="0000CC"/>
                </a:solidFill>
                <a:latin typeface="Rockwell" panose="02060603020205020403" pitchFamily="18" charset="0"/>
                <a:ea typeface="+mj-ea"/>
                <a:cs typeface="+mj-cs"/>
              </a:rPr>
              <a:t>d. Release/Deploy</a:t>
            </a:r>
          </a:p>
          <a:p>
            <a:pPr lvl="1" algn="just"/>
            <a:r>
              <a:rPr lang="vi-VN" dirty="0">
                <a:solidFill>
                  <a:srgbClr val="0000CC"/>
                </a:solidFill>
                <a:latin typeface="Rockwell" panose="02060603020205020403" pitchFamily="18" charset="0"/>
                <a:ea typeface="+mj-ea"/>
                <a:cs typeface="+mj-cs"/>
              </a:rPr>
              <a:t>Infrastructure as Code (IaC) scanning: phát hiện config sai (Terraform, CloudFormation).</a:t>
            </a:r>
          </a:p>
          <a:p>
            <a:pPr lvl="1" algn="just"/>
            <a:r>
              <a:rPr lang="vi-VN" dirty="0">
                <a:solidFill>
                  <a:srgbClr val="0000CC"/>
                </a:solidFill>
                <a:latin typeface="Rockwell" panose="02060603020205020403" pitchFamily="18" charset="0"/>
                <a:ea typeface="+mj-ea"/>
                <a:cs typeface="+mj-cs"/>
              </a:rPr>
              <a:t>Policy-as-code (OPA, HashiCorp Sentinel).</a:t>
            </a:r>
          </a:p>
          <a:p>
            <a:pPr lvl="1" algn="just"/>
            <a:r>
              <a:rPr lang="vi-VN" dirty="0">
                <a:solidFill>
                  <a:srgbClr val="0000CC"/>
                </a:solidFill>
                <a:latin typeface="Rockwell" panose="02060603020205020403" pitchFamily="18" charset="0"/>
                <a:ea typeface="+mj-ea"/>
                <a:cs typeface="+mj-cs"/>
              </a:rPr>
              <a:t>Kiểm soát secrets &amp; credential qua Vault, KMS thay vì hardcode.</a:t>
            </a:r>
          </a:p>
        </p:txBody>
      </p:sp>
    </p:spTree>
    <p:extLst>
      <p:ext uri="{BB962C8B-B14F-4D97-AF65-F5344CB8AC3E}">
        <p14:creationId xmlns:p14="http://schemas.microsoft.com/office/powerpoint/2010/main" val="77768175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600" y="477371"/>
            <a:ext cx="10242645" cy="528851"/>
          </a:xfrm>
        </p:spPr>
        <p:txBody>
          <a:bodyPr/>
          <a:lstStyle/>
          <a:p>
            <a:r>
              <a:rPr lang="en-US" sz="2800" b="1" dirty="0" smtClean="0">
                <a:solidFill>
                  <a:srgbClr val="0000CC"/>
                </a:solidFill>
                <a:latin typeface="Rockwell" panose="02060603020205020403" pitchFamily="18" charset="0"/>
              </a:rPr>
              <a:t>8.3. </a:t>
            </a:r>
            <a:r>
              <a:rPr lang="en-US" sz="2800" b="1" dirty="0" err="1" smtClean="0">
                <a:solidFill>
                  <a:srgbClr val="0000CC"/>
                </a:solidFill>
                <a:latin typeface="Rockwell" panose="02060603020205020403" pitchFamily="18" charset="0"/>
              </a:rPr>
              <a:t>Các</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giai</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đoạn</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chính</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trong</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SDDLC</a:t>
            </a: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1" y="1006222"/>
            <a:ext cx="10242644" cy="4821002"/>
          </a:xfrm>
        </p:spPr>
        <p:txBody>
          <a:bodyPr/>
          <a:lstStyle/>
          <a:p>
            <a:pPr marL="0" indent="0" algn="just">
              <a:buNone/>
            </a:pPr>
            <a:r>
              <a:rPr lang="vi-VN" b="1" dirty="0" smtClean="0">
                <a:solidFill>
                  <a:srgbClr val="0000CC"/>
                </a:solidFill>
                <a:latin typeface="Rockwell" panose="02060603020205020403" pitchFamily="18" charset="0"/>
                <a:ea typeface="+mj-ea"/>
                <a:cs typeface="+mj-cs"/>
              </a:rPr>
              <a:t>DevSecOps </a:t>
            </a:r>
            <a:r>
              <a:rPr lang="vi-VN" b="1" dirty="0">
                <a:solidFill>
                  <a:srgbClr val="0000CC"/>
                </a:solidFill>
                <a:latin typeface="Rockwell" panose="02060603020205020403" pitchFamily="18" charset="0"/>
                <a:ea typeface="+mj-ea"/>
                <a:cs typeface="+mj-cs"/>
              </a:rPr>
              <a:t>&amp; Tích hợp bảo mật trong CI/CD </a:t>
            </a:r>
            <a:r>
              <a:rPr lang="vi-VN" b="1" dirty="0" smtClean="0">
                <a:solidFill>
                  <a:srgbClr val="0000CC"/>
                </a:solidFill>
                <a:latin typeface="Rockwell" panose="02060603020205020403" pitchFamily="18" charset="0"/>
                <a:ea typeface="+mj-ea"/>
                <a:cs typeface="+mj-cs"/>
              </a:rPr>
              <a:t>Pipeline</a:t>
            </a:r>
          </a:p>
          <a:p>
            <a:pPr marL="0" indent="0" algn="just">
              <a:buNone/>
            </a:pPr>
            <a:r>
              <a:rPr lang="vi-VN" b="1" dirty="0">
                <a:solidFill>
                  <a:srgbClr val="0000CC"/>
                </a:solidFill>
                <a:latin typeface="Rockwell" panose="02060603020205020403" pitchFamily="18" charset="0"/>
                <a:ea typeface="+mj-ea"/>
                <a:cs typeface="+mj-cs"/>
              </a:rPr>
              <a:t>2. Tích hợp trong từng giai đoạn </a:t>
            </a:r>
            <a:r>
              <a:rPr lang="vi-VN" b="1" dirty="0" smtClean="0">
                <a:solidFill>
                  <a:srgbClr val="0000CC"/>
                </a:solidFill>
                <a:latin typeface="Rockwell" panose="02060603020205020403" pitchFamily="18" charset="0"/>
                <a:ea typeface="+mj-ea"/>
                <a:cs typeface="+mj-cs"/>
              </a:rPr>
              <a:t>CI/CD</a:t>
            </a:r>
            <a:endParaRPr lang="en-US" b="1" dirty="0" smtClean="0">
              <a:solidFill>
                <a:srgbClr val="0000CC"/>
              </a:solidFill>
              <a:latin typeface="Rockwell" panose="02060603020205020403" pitchFamily="18" charset="0"/>
              <a:ea typeface="+mj-ea"/>
              <a:cs typeface="+mj-cs"/>
            </a:endParaRPr>
          </a:p>
          <a:p>
            <a:pPr marL="0" indent="0" algn="just">
              <a:buNone/>
            </a:pPr>
            <a:r>
              <a:rPr lang="en-US" dirty="0">
                <a:solidFill>
                  <a:srgbClr val="0000CC"/>
                </a:solidFill>
                <a:latin typeface="Rockwell" panose="02060603020205020403" pitchFamily="18" charset="0"/>
                <a:ea typeface="+mj-ea"/>
                <a:cs typeface="+mj-cs"/>
              </a:rPr>
              <a:t>e. Operate/Monitor</a:t>
            </a:r>
          </a:p>
          <a:p>
            <a:pPr lvl="1" algn="just"/>
            <a:r>
              <a:rPr lang="en-US" dirty="0">
                <a:solidFill>
                  <a:srgbClr val="0000CC"/>
                </a:solidFill>
                <a:latin typeface="Rockwell" panose="02060603020205020403" pitchFamily="18" charset="0"/>
                <a:ea typeface="+mj-ea"/>
                <a:cs typeface="+mj-cs"/>
              </a:rPr>
              <a:t>Logging &amp; monitoring </a:t>
            </a:r>
            <a:r>
              <a:rPr lang="en-US" dirty="0" err="1">
                <a:solidFill>
                  <a:srgbClr val="0000CC"/>
                </a:solidFill>
                <a:latin typeface="Rockwell" panose="02060603020205020403" pitchFamily="18" charset="0"/>
                <a:ea typeface="+mj-ea"/>
                <a:cs typeface="+mj-cs"/>
              </a:rPr>
              <a:t>tích</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hợp</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SIEM</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Splunk</a:t>
            </a:r>
            <a:r>
              <a:rPr lang="en-US" dirty="0">
                <a:solidFill>
                  <a:srgbClr val="0000CC"/>
                </a:solidFill>
                <a:latin typeface="Rockwell" panose="02060603020205020403" pitchFamily="18" charset="0"/>
                <a:ea typeface="+mj-ea"/>
                <a:cs typeface="+mj-cs"/>
              </a:rPr>
              <a:t>, ELK, </a:t>
            </a:r>
            <a:r>
              <a:rPr lang="en-US" dirty="0" err="1">
                <a:solidFill>
                  <a:srgbClr val="0000CC"/>
                </a:solidFill>
                <a:latin typeface="Rockwell" panose="02060603020205020403" pitchFamily="18" charset="0"/>
                <a:ea typeface="+mj-ea"/>
                <a:cs typeface="+mj-cs"/>
              </a:rPr>
              <a:t>Wazuh</a:t>
            </a:r>
            <a:r>
              <a:rPr lang="en-US" dirty="0">
                <a:solidFill>
                  <a:srgbClr val="0000CC"/>
                </a:solidFill>
                <a:latin typeface="Rockwell" panose="02060603020205020403" pitchFamily="18" charset="0"/>
                <a:ea typeface="+mj-ea"/>
                <a:cs typeface="+mj-cs"/>
              </a:rPr>
              <a:t>).</a:t>
            </a:r>
          </a:p>
          <a:p>
            <a:pPr lvl="1" algn="just"/>
            <a:r>
              <a:rPr lang="en-US" dirty="0">
                <a:solidFill>
                  <a:srgbClr val="0000CC"/>
                </a:solidFill>
                <a:latin typeface="Rockwell" panose="02060603020205020403" pitchFamily="18" charset="0"/>
                <a:ea typeface="+mj-ea"/>
                <a:cs typeface="+mj-cs"/>
              </a:rPr>
              <a:t>Runtime Application Self-Protection (RASP).</a:t>
            </a:r>
          </a:p>
          <a:p>
            <a:pPr lvl="1" algn="just"/>
            <a:r>
              <a:rPr lang="en-US" dirty="0">
                <a:solidFill>
                  <a:srgbClr val="0000CC"/>
                </a:solidFill>
                <a:latin typeface="Rockwell" panose="02060603020205020403" pitchFamily="18" charset="0"/>
                <a:ea typeface="+mj-ea"/>
                <a:cs typeface="+mj-cs"/>
              </a:rPr>
              <a:t>Patch management &amp; continuous compliance</a:t>
            </a:r>
            <a:r>
              <a:rPr lang="en-US" dirty="0" smtClean="0">
                <a:solidFill>
                  <a:srgbClr val="0000CC"/>
                </a:solidFill>
                <a:latin typeface="Rockwell" panose="02060603020205020403" pitchFamily="18" charset="0"/>
                <a:ea typeface="+mj-ea"/>
                <a:cs typeface="+mj-cs"/>
              </a:rPr>
              <a:t>.</a:t>
            </a:r>
          </a:p>
          <a:p>
            <a:pPr marL="0" lvl="1" indent="0" algn="just">
              <a:buNone/>
            </a:pPr>
            <a:r>
              <a:rPr lang="en-US" b="1" dirty="0">
                <a:solidFill>
                  <a:srgbClr val="0000CC"/>
                </a:solidFill>
                <a:latin typeface="Rockwell" panose="02060603020205020403" pitchFamily="18" charset="0"/>
                <a:ea typeface="+mj-ea"/>
                <a:cs typeface="+mj-cs"/>
              </a:rPr>
              <a:t>3. </a:t>
            </a:r>
            <a:r>
              <a:rPr lang="en-US" b="1" dirty="0" err="1">
                <a:solidFill>
                  <a:srgbClr val="0000CC"/>
                </a:solidFill>
                <a:latin typeface="Rockwell" panose="02060603020205020403" pitchFamily="18" charset="0"/>
                <a:ea typeface="+mj-ea"/>
                <a:cs typeface="+mj-cs"/>
              </a:rPr>
              <a:t>Công</a:t>
            </a:r>
            <a:r>
              <a:rPr lang="en-US" b="1" dirty="0">
                <a:solidFill>
                  <a:srgbClr val="0000CC"/>
                </a:solidFill>
                <a:latin typeface="Rockwell" panose="02060603020205020403" pitchFamily="18" charset="0"/>
                <a:ea typeface="+mj-ea"/>
                <a:cs typeface="+mj-cs"/>
              </a:rPr>
              <a:t> </a:t>
            </a:r>
            <a:r>
              <a:rPr lang="en-US" b="1" dirty="0" err="1">
                <a:solidFill>
                  <a:srgbClr val="0000CC"/>
                </a:solidFill>
                <a:latin typeface="Rockwell" panose="02060603020205020403" pitchFamily="18" charset="0"/>
                <a:ea typeface="+mj-ea"/>
                <a:cs typeface="+mj-cs"/>
              </a:rPr>
              <a:t>cụ</a:t>
            </a:r>
            <a:r>
              <a:rPr lang="en-US" b="1" dirty="0">
                <a:solidFill>
                  <a:srgbClr val="0000CC"/>
                </a:solidFill>
                <a:latin typeface="Rockwell" panose="02060603020205020403" pitchFamily="18" charset="0"/>
                <a:ea typeface="+mj-ea"/>
                <a:cs typeface="+mj-cs"/>
              </a:rPr>
              <a:t> </a:t>
            </a:r>
            <a:r>
              <a:rPr lang="en-US" b="1" dirty="0" err="1">
                <a:solidFill>
                  <a:srgbClr val="0000CC"/>
                </a:solidFill>
                <a:latin typeface="Rockwell" panose="02060603020205020403" pitchFamily="18" charset="0"/>
                <a:ea typeface="+mj-ea"/>
                <a:cs typeface="+mj-cs"/>
              </a:rPr>
              <a:t>phổ</a:t>
            </a:r>
            <a:r>
              <a:rPr lang="en-US" b="1" dirty="0">
                <a:solidFill>
                  <a:srgbClr val="0000CC"/>
                </a:solidFill>
                <a:latin typeface="Rockwell" panose="02060603020205020403" pitchFamily="18" charset="0"/>
                <a:ea typeface="+mj-ea"/>
                <a:cs typeface="+mj-cs"/>
              </a:rPr>
              <a:t> </a:t>
            </a:r>
            <a:r>
              <a:rPr lang="en-US" b="1" dirty="0" err="1">
                <a:solidFill>
                  <a:srgbClr val="0000CC"/>
                </a:solidFill>
                <a:latin typeface="Rockwell" panose="02060603020205020403" pitchFamily="18" charset="0"/>
                <a:ea typeface="+mj-ea"/>
                <a:cs typeface="+mj-cs"/>
              </a:rPr>
              <a:t>biến</a:t>
            </a:r>
            <a:endParaRPr lang="en-US" b="1" dirty="0">
              <a:solidFill>
                <a:srgbClr val="0000CC"/>
              </a:solidFill>
              <a:latin typeface="Rockwell" panose="02060603020205020403" pitchFamily="18" charset="0"/>
              <a:ea typeface="+mj-ea"/>
              <a:cs typeface="+mj-cs"/>
            </a:endParaRPr>
          </a:p>
          <a:p>
            <a:pPr lvl="1" algn="just"/>
            <a:r>
              <a:rPr lang="en-US" dirty="0">
                <a:solidFill>
                  <a:srgbClr val="0000CC"/>
                </a:solidFill>
                <a:latin typeface="Rockwell" panose="02060603020205020403" pitchFamily="18" charset="0"/>
                <a:ea typeface="+mj-ea"/>
                <a:cs typeface="+mj-cs"/>
              </a:rPr>
              <a:t>CI/CD tools: Jenkins, </a:t>
            </a:r>
            <a:r>
              <a:rPr lang="en-US" dirty="0" err="1">
                <a:solidFill>
                  <a:srgbClr val="0000CC"/>
                </a:solidFill>
                <a:latin typeface="Rockwell" panose="02060603020205020403" pitchFamily="18" charset="0"/>
                <a:ea typeface="+mj-ea"/>
                <a:cs typeface="+mj-cs"/>
              </a:rPr>
              <a:t>GitLab</a:t>
            </a:r>
            <a:r>
              <a:rPr lang="en-US" dirty="0">
                <a:solidFill>
                  <a:srgbClr val="0000CC"/>
                </a:solidFill>
                <a:latin typeface="Rockwell" panose="02060603020205020403" pitchFamily="18" charset="0"/>
                <a:ea typeface="+mj-ea"/>
                <a:cs typeface="+mj-cs"/>
              </a:rPr>
              <a:t> CI, GitHub Actions, Azure DevOps.</a:t>
            </a:r>
          </a:p>
          <a:p>
            <a:pPr lvl="1" algn="just"/>
            <a:r>
              <a:rPr lang="en-US" dirty="0">
                <a:solidFill>
                  <a:srgbClr val="0000CC"/>
                </a:solidFill>
                <a:latin typeface="Rockwell" panose="02060603020205020403" pitchFamily="18" charset="0"/>
                <a:ea typeface="+mj-ea"/>
                <a:cs typeface="+mj-cs"/>
              </a:rPr>
              <a:t>Security tools</a:t>
            </a:r>
            <a:r>
              <a:rPr lang="en-US" dirty="0" smtClean="0">
                <a:solidFill>
                  <a:srgbClr val="0000CC"/>
                </a:solidFill>
                <a:latin typeface="Rockwell" panose="02060603020205020403" pitchFamily="18" charset="0"/>
                <a:ea typeface="+mj-ea"/>
                <a:cs typeface="+mj-cs"/>
              </a:rPr>
              <a:t>: </a:t>
            </a:r>
          </a:p>
          <a:p>
            <a:pPr lvl="2" algn="just"/>
            <a:r>
              <a:rPr lang="en-US" dirty="0" err="1" smtClean="0">
                <a:solidFill>
                  <a:srgbClr val="0000CC"/>
                </a:solidFill>
                <a:latin typeface="Rockwell" panose="02060603020205020403" pitchFamily="18" charset="0"/>
                <a:ea typeface="+mj-ea"/>
                <a:cs typeface="+mj-cs"/>
              </a:rPr>
              <a:t>SAST</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SonarQube</a:t>
            </a:r>
            <a:r>
              <a:rPr lang="en-US" dirty="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Checkmarx</a:t>
            </a:r>
            <a:r>
              <a:rPr lang="en-US" dirty="0" smtClean="0">
                <a:solidFill>
                  <a:srgbClr val="0000CC"/>
                </a:solidFill>
                <a:latin typeface="Rockwell" panose="02060603020205020403" pitchFamily="18" charset="0"/>
                <a:ea typeface="+mj-ea"/>
                <a:cs typeface="+mj-cs"/>
              </a:rPr>
              <a:t>; </a:t>
            </a:r>
          </a:p>
          <a:p>
            <a:pPr lvl="2" algn="just"/>
            <a:r>
              <a:rPr lang="en-US" dirty="0" err="1" smtClean="0">
                <a:solidFill>
                  <a:srgbClr val="0000CC"/>
                </a:solidFill>
                <a:latin typeface="Rockwell" panose="02060603020205020403" pitchFamily="18" charset="0"/>
                <a:ea typeface="+mj-ea"/>
                <a:cs typeface="+mj-cs"/>
              </a:rPr>
              <a:t>DAST</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OWASP</a:t>
            </a:r>
            <a:r>
              <a:rPr lang="en-US" dirty="0">
                <a:solidFill>
                  <a:srgbClr val="0000CC"/>
                </a:solidFill>
                <a:latin typeface="Rockwell" panose="02060603020205020403" pitchFamily="18" charset="0"/>
                <a:ea typeface="+mj-ea"/>
                <a:cs typeface="+mj-cs"/>
              </a:rPr>
              <a:t> ZAP, Burp </a:t>
            </a:r>
            <a:r>
              <a:rPr lang="en-US" dirty="0" smtClean="0">
                <a:solidFill>
                  <a:srgbClr val="0000CC"/>
                </a:solidFill>
                <a:latin typeface="Rockwell" panose="02060603020205020403" pitchFamily="18" charset="0"/>
                <a:ea typeface="+mj-ea"/>
                <a:cs typeface="+mj-cs"/>
              </a:rPr>
              <a:t>Suite; </a:t>
            </a:r>
          </a:p>
          <a:p>
            <a:pPr lvl="2" algn="just"/>
            <a:r>
              <a:rPr lang="en-US" dirty="0" smtClean="0">
                <a:solidFill>
                  <a:srgbClr val="0000CC"/>
                </a:solidFill>
                <a:latin typeface="Rockwell" panose="02060603020205020403" pitchFamily="18" charset="0"/>
                <a:ea typeface="+mj-ea"/>
                <a:cs typeface="+mj-cs"/>
              </a:rPr>
              <a:t>Container </a:t>
            </a:r>
            <a:r>
              <a:rPr lang="en-US" dirty="0">
                <a:solidFill>
                  <a:srgbClr val="0000CC"/>
                </a:solidFill>
                <a:latin typeface="Rockwell" panose="02060603020205020403" pitchFamily="18" charset="0"/>
                <a:ea typeface="+mj-ea"/>
                <a:cs typeface="+mj-cs"/>
              </a:rPr>
              <a:t>scan: </a:t>
            </a:r>
            <a:r>
              <a:rPr lang="en-US" dirty="0" err="1">
                <a:solidFill>
                  <a:srgbClr val="0000CC"/>
                </a:solidFill>
                <a:latin typeface="Rockwell" panose="02060603020205020403" pitchFamily="18" charset="0"/>
                <a:ea typeface="+mj-ea"/>
                <a:cs typeface="+mj-cs"/>
              </a:rPr>
              <a:t>Trivy</a:t>
            </a:r>
            <a:r>
              <a:rPr lang="en-US" dirty="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Anchore</a:t>
            </a:r>
            <a:r>
              <a:rPr lang="en-US" dirty="0" smtClean="0">
                <a:solidFill>
                  <a:srgbClr val="0000CC"/>
                </a:solidFill>
                <a:latin typeface="Rockwell" panose="02060603020205020403" pitchFamily="18" charset="0"/>
                <a:ea typeface="+mj-ea"/>
                <a:cs typeface="+mj-cs"/>
              </a:rPr>
              <a:t>; </a:t>
            </a:r>
          </a:p>
          <a:p>
            <a:pPr lvl="2" algn="just"/>
            <a:r>
              <a:rPr lang="en-US" dirty="0" err="1" smtClean="0">
                <a:solidFill>
                  <a:srgbClr val="0000CC"/>
                </a:solidFill>
                <a:latin typeface="Rockwell" panose="02060603020205020403" pitchFamily="18" charset="0"/>
                <a:ea typeface="+mj-ea"/>
                <a:cs typeface="+mj-cs"/>
              </a:rPr>
              <a:t>IaC</a:t>
            </a:r>
            <a:r>
              <a:rPr lang="en-US" dirty="0" smtClean="0">
                <a:solidFill>
                  <a:srgbClr val="0000CC"/>
                </a:solidFill>
                <a:latin typeface="Rockwell" panose="02060603020205020403" pitchFamily="18" charset="0"/>
                <a:ea typeface="+mj-ea"/>
                <a:cs typeface="+mj-cs"/>
              </a:rPr>
              <a:t> </a:t>
            </a:r>
            <a:r>
              <a:rPr lang="en-US" dirty="0">
                <a:solidFill>
                  <a:srgbClr val="0000CC"/>
                </a:solidFill>
                <a:latin typeface="Rockwell" panose="02060603020205020403" pitchFamily="18" charset="0"/>
                <a:ea typeface="+mj-ea"/>
                <a:cs typeface="+mj-cs"/>
              </a:rPr>
              <a:t>scan: </a:t>
            </a:r>
            <a:r>
              <a:rPr lang="en-US" dirty="0" err="1">
                <a:solidFill>
                  <a:srgbClr val="0000CC"/>
                </a:solidFill>
                <a:latin typeface="Rockwell" panose="02060603020205020403" pitchFamily="18" charset="0"/>
                <a:ea typeface="+mj-ea"/>
                <a:cs typeface="+mj-cs"/>
              </a:rPr>
              <a:t>Checkov</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tfsec</a:t>
            </a:r>
            <a:r>
              <a:rPr lang="en-US" dirty="0">
                <a:solidFill>
                  <a:srgbClr val="0000CC"/>
                </a:solidFill>
                <a:latin typeface="Rockwell" panose="02060603020205020403" pitchFamily="18" charset="0"/>
                <a:ea typeface="+mj-ea"/>
                <a:cs typeface="+mj-cs"/>
              </a:rPr>
              <a:t>.</a:t>
            </a:r>
            <a:endParaRPr lang="en-US" dirty="0" smtClean="0">
              <a:solidFill>
                <a:srgbClr val="0000CC"/>
              </a:solidFill>
              <a:latin typeface="Rockwell" panose="02060603020205020403" pitchFamily="18" charset="0"/>
              <a:ea typeface="+mj-ea"/>
              <a:cs typeface="+mj-cs"/>
            </a:endParaRPr>
          </a:p>
        </p:txBody>
      </p:sp>
    </p:spTree>
    <p:extLst>
      <p:ext uri="{BB962C8B-B14F-4D97-AF65-F5344CB8AC3E}">
        <p14:creationId xmlns:p14="http://schemas.microsoft.com/office/powerpoint/2010/main" val="21452159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600" y="477371"/>
            <a:ext cx="10242645" cy="528851"/>
          </a:xfrm>
        </p:spPr>
        <p:txBody>
          <a:bodyPr/>
          <a:lstStyle/>
          <a:p>
            <a:r>
              <a:rPr lang="en-US" sz="2800" b="1" dirty="0" smtClean="0">
                <a:solidFill>
                  <a:srgbClr val="0000CC"/>
                </a:solidFill>
                <a:latin typeface="Rockwell" panose="02060603020205020403" pitchFamily="18" charset="0"/>
              </a:rPr>
              <a:t>8.3. </a:t>
            </a:r>
            <a:r>
              <a:rPr lang="en-US" sz="2800" b="1" dirty="0" err="1" smtClean="0">
                <a:solidFill>
                  <a:srgbClr val="0000CC"/>
                </a:solidFill>
                <a:latin typeface="Rockwell" panose="02060603020205020403" pitchFamily="18" charset="0"/>
              </a:rPr>
              <a:t>Các</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giai</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đoạn</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chính</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trong</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SDDLC</a:t>
            </a: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1006222"/>
            <a:ext cx="10379121" cy="4821002"/>
          </a:xfrm>
        </p:spPr>
        <p:txBody>
          <a:bodyPr/>
          <a:lstStyle/>
          <a:p>
            <a:pPr marL="0" indent="0" algn="just">
              <a:buNone/>
            </a:pPr>
            <a:r>
              <a:rPr lang="vi-VN" b="1" dirty="0" smtClean="0">
                <a:solidFill>
                  <a:srgbClr val="0000CC"/>
                </a:solidFill>
                <a:latin typeface="Rockwell" panose="02060603020205020403" pitchFamily="18" charset="0"/>
                <a:ea typeface="+mj-ea"/>
                <a:cs typeface="+mj-cs"/>
              </a:rPr>
              <a:t>DevSecOps </a:t>
            </a:r>
            <a:r>
              <a:rPr lang="vi-VN" b="1" dirty="0">
                <a:solidFill>
                  <a:srgbClr val="0000CC"/>
                </a:solidFill>
                <a:latin typeface="Rockwell" panose="02060603020205020403" pitchFamily="18" charset="0"/>
                <a:ea typeface="+mj-ea"/>
                <a:cs typeface="+mj-cs"/>
              </a:rPr>
              <a:t>&amp; Tích hợp bảo mật trong CI/CD </a:t>
            </a:r>
            <a:r>
              <a:rPr lang="vi-VN" b="1" dirty="0" smtClean="0">
                <a:solidFill>
                  <a:srgbClr val="0000CC"/>
                </a:solidFill>
                <a:latin typeface="Rockwell" panose="02060603020205020403" pitchFamily="18" charset="0"/>
                <a:ea typeface="+mj-ea"/>
                <a:cs typeface="+mj-cs"/>
              </a:rPr>
              <a:t>Pipeline</a:t>
            </a:r>
          </a:p>
          <a:p>
            <a:pPr marL="0" indent="0" algn="just">
              <a:buNone/>
            </a:pPr>
            <a:r>
              <a:rPr lang="vi-VN" b="1" dirty="0" smtClean="0">
                <a:solidFill>
                  <a:srgbClr val="0000CC"/>
                </a:solidFill>
                <a:latin typeface="Rockwell" panose="02060603020205020403" pitchFamily="18" charset="0"/>
                <a:ea typeface="+mj-ea"/>
                <a:cs typeface="+mj-cs"/>
              </a:rPr>
              <a:t>4</a:t>
            </a:r>
            <a:r>
              <a:rPr lang="vi-VN" b="1" dirty="0">
                <a:solidFill>
                  <a:srgbClr val="0000CC"/>
                </a:solidFill>
                <a:latin typeface="Rockwell" panose="02060603020205020403" pitchFamily="18" charset="0"/>
                <a:ea typeface="+mj-ea"/>
                <a:cs typeface="+mj-cs"/>
              </a:rPr>
              <a:t>. Lợi ích</a:t>
            </a:r>
          </a:p>
          <a:p>
            <a:pPr lvl="1" algn="just"/>
            <a:r>
              <a:rPr lang="vi-VN" dirty="0">
                <a:solidFill>
                  <a:srgbClr val="0000CC"/>
                </a:solidFill>
                <a:latin typeface="Rockwell" panose="02060603020205020403" pitchFamily="18" charset="0"/>
                <a:ea typeface="+mj-ea"/>
                <a:cs typeface="+mj-cs"/>
              </a:rPr>
              <a:t>Phát hiện lỗi bảo mật </a:t>
            </a:r>
            <a:r>
              <a:rPr lang="vi-VN" dirty="0" smtClean="0">
                <a:solidFill>
                  <a:srgbClr val="0000CC"/>
                </a:solidFill>
                <a:latin typeface="Rockwell" panose="02060603020205020403" pitchFamily="18" charset="0"/>
                <a:ea typeface="+mj-ea"/>
                <a:cs typeface="+mj-cs"/>
              </a:rPr>
              <a:t>sớm</a:t>
            </a:r>
            <a:r>
              <a:rPr lang="en-US" dirty="0" smtClean="0">
                <a:solidFill>
                  <a:srgbClr val="0000CC"/>
                </a:solidFill>
                <a:latin typeface="Rockwell" panose="02060603020205020403" pitchFamily="18" charset="0"/>
                <a:ea typeface="+mj-ea"/>
                <a:cs typeface="+mj-cs"/>
              </a:rPr>
              <a:t>: </a:t>
            </a:r>
            <a:r>
              <a:rPr lang="en-US" dirty="0">
                <a:solidFill>
                  <a:srgbClr val="0000CC"/>
                </a:solidFill>
                <a:latin typeface="Rockwell" panose="02060603020205020403" pitchFamily="18" charset="0"/>
                <a:ea typeface="+mj-ea"/>
                <a:cs typeface="+mj-cs"/>
              </a:rPr>
              <a:t>G</a:t>
            </a:r>
            <a:r>
              <a:rPr lang="vi-VN" dirty="0" smtClean="0">
                <a:solidFill>
                  <a:srgbClr val="0000CC"/>
                </a:solidFill>
                <a:latin typeface="Rockwell" panose="02060603020205020403" pitchFamily="18" charset="0"/>
                <a:ea typeface="+mj-ea"/>
                <a:cs typeface="+mj-cs"/>
              </a:rPr>
              <a:t>iảm </a:t>
            </a:r>
            <a:r>
              <a:rPr lang="vi-VN" dirty="0">
                <a:solidFill>
                  <a:srgbClr val="0000CC"/>
                </a:solidFill>
                <a:latin typeface="Rockwell" panose="02060603020205020403" pitchFamily="18" charset="0"/>
                <a:ea typeface="+mj-ea"/>
                <a:cs typeface="+mj-cs"/>
              </a:rPr>
              <a:t>chi phí sửa lỗi.</a:t>
            </a:r>
          </a:p>
          <a:p>
            <a:pPr lvl="1" algn="just"/>
            <a:r>
              <a:rPr lang="vi-VN" dirty="0">
                <a:solidFill>
                  <a:srgbClr val="0000CC"/>
                </a:solidFill>
                <a:latin typeface="Rockwell" panose="02060603020205020403" pitchFamily="18" charset="0"/>
                <a:ea typeface="+mj-ea"/>
                <a:cs typeface="+mj-cs"/>
              </a:rPr>
              <a:t>Tự động </a:t>
            </a:r>
            <a:r>
              <a:rPr lang="vi-VN" dirty="0" smtClean="0">
                <a:solidFill>
                  <a:srgbClr val="0000CC"/>
                </a:solidFill>
                <a:latin typeface="Rockwell" panose="02060603020205020403" pitchFamily="18" charset="0"/>
                <a:ea typeface="+mj-ea"/>
                <a:cs typeface="+mj-cs"/>
              </a:rPr>
              <a:t>hóa</a:t>
            </a:r>
            <a:r>
              <a:rPr lang="en-US" dirty="0" smtClean="0">
                <a:solidFill>
                  <a:srgbClr val="0000CC"/>
                </a:solidFill>
                <a:latin typeface="Rockwell" panose="02060603020205020403" pitchFamily="18" charset="0"/>
                <a:ea typeface="+mj-ea"/>
                <a:cs typeface="+mj-cs"/>
              </a:rPr>
              <a:t>: </a:t>
            </a:r>
            <a:r>
              <a:rPr lang="en-US" dirty="0">
                <a:solidFill>
                  <a:srgbClr val="0000CC"/>
                </a:solidFill>
                <a:latin typeface="Rockwell" panose="02060603020205020403" pitchFamily="18" charset="0"/>
                <a:ea typeface="+mj-ea"/>
                <a:cs typeface="+mj-cs"/>
              </a:rPr>
              <a:t>T</a:t>
            </a:r>
            <a:r>
              <a:rPr lang="vi-VN" dirty="0" smtClean="0">
                <a:solidFill>
                  <a:srgbClr val="0000CC"/>
                </a:solidFill>
                <a:latin typeface="Rockwell" panose="02060603020205020403" pitchFamily="18" charset="0"/>
                <a:ea typeface="+mj-ea"/>
                <a:cs typeface="+mj-cs"/>
              </a:rPr>
              <a:t>ránh </a:t>
            </a:r>
            <a:r>
              <a:rPr lang="vi-VN" dirty="0">
                <a:solidFill>
                  <a:srgbClr val="0000CC"/>
                </a:solidFill>
                <a:latin typeface="Rockwell" panose="02060603020205020403" pitchFamily="18" charset="0"/>
                <a:ea typeface="+mj-ea"/>
                <a:cs typeface="+mj-cs"/>
              </a:rPr>
              <a:t>bỏ sót kiểm tra bảo mật.</a:t>
            </a:r>
          </a:p>
          <a:p>
            <a:pPr lvl="1" algn="just"/>
            <a:r>
              <a:rPr lang="vi-VN" dirty="0">
                <a:solidFill>
                  <a:srgbClr val="0000CC"/>
                </a:solidFill>
                <a:latin typeface="Rockwell" panose="02060603020205020403" pitchFamily="18" charset="0"/>
                <a:ea typeface="+mj-ea"/>
                <a:cs typeface="+mj-cs"/>
              </a:rPr>
              <a:t>Liên tục &amp; lặp lại </a:t>
            </a:r>
            <a:r>
              <a:rPr lang="vi-VN" dirty="0" smtClean="0">
                <a:solidFill>
                  <a:srgbClr val="0000CC"/>
                </a:solidFill>
                <a:latin typeface="Rockwell" panose="02060603020205020403" pitchFamily="18" charset="0"/>
                <a:ea typeface="+mj-ea"/>
                <a:cs typeface="+mj-cs"/>
              </a:rPr>
              <a:t>được</a:t>
            </a:r>
            <a:r>
              <a:rPr lang="en-US" dirty="0" smtClean="0">
                <a:solidFill>
                  <a:srgbClr val="0000CC"/>
                </a:solidFill>
                <a:latin typeface="Rockwell" panose="02060603020205020403" pitchFamily="18" charset="0"/>
                <a:ea typeface="+mj-ea"/>
                <a:cs typeface="+mj-cs"/>
              </a:rPr>
              <a:t>: M</a:t>
            </a:r>
            <a:r>
              <a:rPr lang="vi-VN" dirty="0" smtClean="0">
                <a:solidFill>
                  <a:srgbClr val="0000CC"/>
                </a:solidFill>
                <a:latin typeface="Rockwell" panose="02060603020205020403" pitchFamily="18" charset="0"/>
                <a:ea typeface="+mj-ea"/>
                <a:cs typeface="+mj-cs"/>
              </a:rPr>
              <a:t>ỗi </a:t>
            </a:r>
            <a:r>
              <a:rPr lang="vi-VN" dirty="0">
                <a:solidFill>
                  <a:srgbClr val="0000CC"/>
                </a:solidFill>
                <a:latin typeface="Rockwell" panose="02060603020205020403" pitchFamily="18" charset="0"/>
                <a:ea typeface="+mj-ea"/>
                <a:cs typeface="+mj-cs"/>
              </a:rPr>
              <a:t>commit/build đều được kiểm thử an ninh.</a:t>
            </a:r>
          </a:p>
          <a:p>
            <a:pPr lvl="1" algn="just"/>
            <a:r>
              <a:rPr lang="vi-VN" dirty="0">
                <a:solidFill>
                  <a:srgbClr val="0000CC"/>
                </a:solidFill>
                <a:latin typeface="Rockwell" panose="02060603020205020403" pitchFamily="18" charset="0"/>
                <a:ea typeface="+mj-ea"/>
                <a:cs typeface="+mj-cs"/>
              </a:rPr>
              <a:t>Tăng niềm tin triển </a:t>
            </a:r>
            <a:r>
              <a:rPr lang="vi-VN" dirty="0" smtClean="0">
                <a:solidFill>
                  <a:srgbClr val="0000CC"/>
                </a:solidFill>
                <a:latin typeface="Rockwell" panose="02060603020205020403" pitchFamily="18" charset="0"/>
                <a:ea typeface="+mj-ea"/>
                <a:cs typeface="+mj-cs"/>
              </a:rPr>
              <a:t>khai</a:t>
            </a:r>
            <a:r>
              <a:rPr lang="en-US" dirty="0" smtClean="0">
                <a:solidFill>
                  <a:srgbClr val="0000CC"/>
                </a:solidFill>
                <a:latin typeface="Rockwell" panose="02060603020205020403" pitchFamily="18" charset="0"/>
                <a:ea typeface="+mj-ea"/>
                <a:cs typeface="+mj-cs"/>
              </a:rPr>
              <a:t>: G</a:t>
            </a:r>
            <a:r>
              <a:rPr lang="vi-VN" dirty="0" smtClean="0">
                <a:solidFill>
                  <a:srgbClr val="0000CC"/>
                </a:solidFill>
                <a:latin typeface="Rockwell" panose="02060603020205020403" pitchFamily="18" charset="0"/>
                <a:ea typeface="+mj-ea"/>
                <a:cs typeface="+mj-cs"/>
              </a:rPr>
              <a:t>iảm </a:t>
            </a:r>
            <a:r>
              <a:rPr lang="vi-VN" dirty="0">
                <a:solidFill>
                  <a:srgbClr val="0000CC"/>
                </a:solidFill>
                <a:latin typeface="Rockwell" panose="02060603020205020403" pitchFamily="18" charset="0"/>
                <a:ea typeface="+mj-ea"/>
                <a:cs typeface="+mj-cs"/>
              </a:rPr>
              <a:t>nguy cơ rò rỉ dữ liệu, tấn công sau khi go-live.</a:t>
            </a:r>
          </a:p>
          <a:p>
            <a:pPr marL="0" indent="0" algn="just">
              <a:buNone/>
            </a:pPr>
            <a:endParaRPr lang="vi-VN" b="1" dirty="0">
              <a:solidFill>
                <a:srgbClr val="0000CC"/>
              </a:solidFill>
              <a:latin typeface="Rockwell" panose="02060603020205020403" pitchFamily="18" charset="0"/>
              <a:ea typeface="+mj-ea"/>
              <a:cs typeface="+mj-cs"/>
            </a:endParaRPr>
          </a:p>
          <a:p>
            <a:pPr marL="0" indent="0" algn="just">
              <a:buNone/>
            </a:pPr>
            <a:r>
              <a:rPr lang="vi-VN" i="1" dirty="0">
                <a:solidFill>
                  <a:srgbClr val="FF00FF"/>
                </a:solidFill>
                <a:latin typeface="Rockwell" panose="02060603020205020403" pitchFamily="18" charset="0"/>
                <a:ea typeface="+mj-ea"/>
                <a:cs typeface="+mj-cs"/>
              </a:rPr>
              <a:t>Có thể nói: DevSecOps trong CI/CD = Bảo mật như </a:t>
            </a:r>
            <a:r>
              <a:rPr lang="vi-VN" i="1" dirty="0" smtClean="0">
                <a:solidFill>
                  <a:srgbClr val="FF00FF"/>
                </a:solidFill>
                <a:latin typeface="Rockwell" panose="02060603020205020403" pitchFamily="18" charset="0"/>
                <a:ea typeface="+mj-ea"/>
                <a:cs typeface="+mj-cs"/>
              </a:rPr>
              <a:t>code</a:t>
            </a:r>
            <a:r>
              <a:rPr lang="en-US" i="1" dirty="0" smtClean="0">
                <a:solidFill>
                  <a:srgbClr val="FF00FF"/>
                </a:solidFill>
                <a:latin typeface="Rockwell" panose="02060603020205020403" pitchFamily="18" charset="0"/>
                <a:ea typeface="+mj-ea"/>
                <a:cs typeface="+mj-cs"/>
              </a:rPr>
              <a:t>, do </a:t>
            </a:r>
            <a:r>
              <a:rPr lang="en-US" i="1" dirty="0" err="1" smtClean="0">
                <a:solidFill>
                  <a:srgbClr val="FF00FF"/>
                </a:solidFill>
                <a:latin typeface="Rockwell" panose="02060603020205020403" pitchFamily="18" charset="0"/>
                <a:ea typeface="+mj-ea"/>
                <a:cs typeface="+mj-cs"/>
              </a:rPr>
              <a:t>đó</a:t>
            </a:r>
            <a:r>
              <a:rPr lang="en-US" i="1" dirty="0" smtClean="0">
                <a:solidFill>
                  <a:srgbClr val="FF00FF"/>
                </a:solidFill>
                <a:latin typeface="Rockwell" panose="02060603020205020403" pitchFamily="18" charset="0"/>
                <a:ea typeface="+mj-ea"/>
                <a:cs typeface="+mj-cs"/>
              </a:rPr>
              <a:t>, </a:t>
            </a:r>
            <a:r>
              <a:rPr lang="vi-VN" i="1" dirty="0" smtClean="0">
                <a:solidFill>
                  <a:srgbClr val="FF00FF"/>
                </a:solidFill>
                <a:latin typeface="Rockwell" panose="02060603020205020403" pitchFamily="18" charset="0"/>
                <a:ea typeface="+mj-ea"/>
                <a:cs typeface="+mj-cs"/>
              </a:rPr>
              <a:t>mọi </a:t>
            </a:r>
            <a:r>
              <a:rPr lang="vi-VN" i="1" dirty="0">
                <a:solidFill>
                  <a:srgbClr val="FF00FF"/>
                </a:solidFill>
                <a:latin typeface="Rockwell" panose="02060603020205020403" pitchFamily="18" charset="0"/>
                <a:ea typeface="+mj-ea"/>
                <a:cs typeface="+mj-cs"/>
              </a:rPr>
              <a:t>kiểm tra an ninh đều trở thành bước tự động trong pipeline, không phụ thuộc vào con người nhớ hay quên.</a:t>
            </a:r>
            <a:endParaRPr lang="en-US" i="1" dirty="0" smtClean="0">
              <a:solidFill>
                <a:srgbClr val="FF00FF"/>
              </a:solidFill>
              <a:latin typeface="Rockwell" panose="02060603020205020403" pitchFamily="18" charset="0"/>
              <a:ea typeface="+mj-ea"/>
              <a:cs typeface="+mj-cs"/>
            </a:endParaRPr>
          </a:p>
        </p:txBody>
      </p:sp>
    </p:spTree>
    <p:extLst>
      <p:ext uri="{BB962C8B-B14F-4D97-AF65-F5344CB8AC3E}">
        <p14:creationId xmlns:p14="http://schemas.microsoft.com/office/powerpoint/2010/main" val="196959921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57952" y="914868"/>
            <a:ext cx="10242645" cy="528851"/>
          </a:xfrm>
        </p:spPr>
        <p:txBody>
          <a:bodyPr/>
          <a:lstStyle/>
          <a:p>
            <a:r>
              <a:rPr lang="en-US" sz="2800" b="1" dirty="0" smtClean="0">
                <a:solidFill>
                  <a:srgbClr val="0000CC"/>
                </a:solidFill>
                <a:latin typeface="Rockwell" panose="02060603020205020403" pitchFamily="18" charset="0"/>
              </a:rPr>
              <a:t>8.3. </a:t>
            </a:r>
            <a:r>
              <a:rPr lang="en-US" sz="2800" b="1" dirty="0" err="1" smtClean="0">
                <a:solidFill>
                  <a:srgbClr val="0000CC"/>
                </a:solidFill>
                <a:latin typeface="Rockwell" panose="02060603020205020403" pitchFamily="18" charset="0"/>
              </a:rPr>
              <a:t>Các</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giai</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đoạn</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chính</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trong</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SDDLC</a:t>
            </a: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1497540"/>
            <a:ext cx="10488305" cy="4821002"/>
          </a:xfrm>
        </p:spPr>
        <p:txBody>
          <a:bodyPr/>
          <a:lstStyle/>
          <a:p>
            <a:pPr marL="0" indent="0">
              <a:buNone/>
            </a:pPr>
            <a:r>
              <a:rPr lang="en-US" b="1" dirty="0" smtClean="0">
                <a:solidFill>
                  <a:srgbClr val="0000CC"/>
                </a:solidFill>
                <a:latin typeface="Rockwell" panose="02060603020205020403" pitchFamily="18" charset="0"/>
                <a:ea typeface="+mj-ea"/>
                <a:cs typeface="+mj-cs"/>
              </a:rPr>
              <a:t>6. </a:t>
            </a:r>
            <a:r>
              <a:rPr lang="vi-VN" b="1" dirty="0" smtClean="0">
                <a:solidFill>
                  <a:srgbClr val="0000CC"/>
                </a:solidFill>
                <a:latin typeface="Rockwell" panose="02060603020205020403" pitchFamily="18" charset="0"/>
                <a:ea typeface="+mj-ea"/>
                <a:cs typeface="+mj-cs"/>
              </a:rPr>
              <a:t>Vận </a:t>
            </a:r>
            <a:r>
              <a:rPr lang="vi-VN" b="1" dirty="0">
                <a:solidFill>
                  <a:srgbClr val="0000CC"/>
                </a:solidFill>
                <a:latin typeface="Rockwell" panose="02060603020205020403" pitchFamily="18" charset="0"/>
                <a:ea typeface="+mj-ea"/>
                <a:cs typeface="+mj-cs"/>
              </a:rPr>
              <a:t>hành &amp; Giám sát (Operations &amp; Monitoring)</a:t>
            </a:r>
          </a:p>
          <a:p>
            <a:r>
              <a:rPr lang="vi-VN" dirty="0">
                <a:solidFill>
                  <a:srgbClr val="0000CC"/>
                </a:solidFill>
                <a:latin typeface="Rockwell" panose="02060603020205020403" pitchFamily="18" charset="0"/>
                <a:ea typeface="+mj-ea"/>
                <a:cs typeface="+mj-cs"/>
              </a:rPr>
              <a:t>Thiết lập hệ thống logging &amp; monitoring để phát hiện hành vi bất thường.</a:t>
            </a:r>
          </a:p>
          <a:p>
            <a:r>
              <a:rPr lang="vi-VN" dirty="0">
                <a:solidFill>
                  <a:srgbClr val="0000CC"/>
                </a:solidFill>
                <a:latin typeface="Rockwell" panose="02060603020205020403" pitchFamily="18" charset="0"/>
                <a:ea typeface="+mj-ea"/>
                <a:cs typeface="+mj-cs"/>
              </a:rPr>
              <a:t>Cập nhật bản vá bảo mật (patch management) thường xuyên.</a:t>
            </a:r>
          </a:p>
          <a:p>
            <a:r>
              <a:rPr lang="vi-VN" dirty="0">
                <a:solidFill>
                  <a:srgbClr val="0000CC"/>
                </a:solidFill>
                <a:latin typeface="Rockwell" panose="02060603020205020403" pitchFamily="18" charset="0"/>
                <a:ea typeface="+mj-ea"/>
                <a:cs typeface="+mj-cs"/>
              </a:rPr>
              <a:t>Có kế hoạch ứng cứu sự cố (Incident Response Plan) khi xảy ra vi phạm.</a:t>
            </a:r>
          </a:p>
          <a:p>
            <a:r>
              <a:rPr lang="vi-VN" dirty="0">
                <a:solidFill>
                  <a:srgbClr val="0000CC"/>
                </a:solidFill>
                <a:latin typeface="Rockwell" panose="02060603020205020403" pitchFamily="18" charset="0"/>
                <a:ea typeface="+mj-ea"/>
                <a:cs typeface="+mj-cs"/>
              </a:rPr>
              <a:t>Đánh giá định kỳ (security audit, compliance check).</a:t>
            </a:r>
          </a:p>
          <a:p>
            <a:pPr marL="284163" indent="0">
              <a:buNone/>
            </a:pPr>
            <a:endParaRPr lang="vi-VN" dirty="0">
              <a:solidFill>
                <a:srgbClr val="0000CC"/>
              </a:solidFill>
              <a:latin typeface="Rockwell" panose="02060603020205020403" pitchFamily="18" charset="0"/>
              <a:ea typeface="+mj-ea"/>
              <a:cs typeface="+mj-cs"/>
            </a:endParaRPr>
          </a:p>
          <a:p>
            <a:pPr marL="0" indent="0">
              <a:buNone/>
            </a:pPr>
            <a:endParaRPr lang="vi-VN" b="1" dirty="0">
              <a:solidFill>
                <a:srgbClr val="0000CC"/>
              </a:solidFill>
              <a:latin typeface="Rockwell" panose="02060603020205020403" pitchFamily="18" charset="0"/>
              <a:ea typeface="+mj-ea"/>
              <a:cs typeface="+mj-cs"/>
            </a:endParaRPr>
          </a:p>
          <a:p>
            <a:pPr marL="0" indent="0">
              <a:buNone/>
            </a:pPr>
            <a:endParaRPr lang="en-US" sz="2600" dirty="0">
              <a:solidFill>
                <a:srgbClr val="FF00FF"/>
              </a:solidFill>
              <a:latin typeface="Rockwell" panose="02060603020205020403" pitchFamily="18" charset="0"/>
              <a:ea typeface="+mj-ea"/>
              <a:cs typeface="+mj-cs"/>
            </a:endParaRPr>
          </a:p>
        </p:txBody>
      </p:sp>
    </p:spTree>
    <p:extLst>
      <p:ext uri="{BB962C8B-B14F-4D97-AF65-F5344CB8AC3E}">
        <p14:creationId xmlns:p14="http://schemas.microsoft.com/office/powerpoint/2010/main" val="3851501684"/>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57952" y="914868"/>
            <a:ext cx="10242645" cy="528851"/>
          </a:xfrm>
        </p:spPr>
        <p:txBody>
          <a:bodyPr/>
          <a:lstStyle/>
          <a:p>
            <a:r>
              <a:rPr lang="en-US" sz="2800" b="1" dirty="0" smtClean="0">
                <a:solidFill>
                  <a:srgbClr val="0000CC"/>
                </a:solidFill>
                <a:latin typeface="Rockwell" panose="02060603020205020403" pitchFamily="18" charset="0"/>
              </a:rPr>
              <a:t>8.3. </a:t>
            </a:r>
            <a:r>
              <a:rPr lang="en-US" sz="2800" b="1" dirty="0" err="1" smtClean="0">
                <a:solidFill>
                  <a:srgbClr val="0000CC"/>
                </a:solidFill>
                <a:latin typeface="Rockwell" panose="02060603020205020403" pitchFamily="18" charset="0"/>
              </a:rPr>
              <a:t>Các</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giai</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đoạn</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chính</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trong</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SDDLC</a:t>
            </a: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1497540"/>
            <a:ext cx="10488305" cy="4821002"/>
          </a:xfrm>
        </p:spPr>
        <p:txBody>
          <a:bodyPr/>
          <a:lstStyle/>
          <a:p>
            <a:pPr marL="0" indent="0">
              <a:buNone/>
            </a:pPr>
            <a:r>
              <a:rPr lang="en-US" b="1" dirty="0" smtClean="0">
                <a:solidFill>
                  <a:srgbClr val="0000CC"/>
                </a:solidFill>
                <a:latin typeface="Rockwell" panose="02060603020205020403" pitchFamily="18" charset="0"/>
                <a:ea typeface="+mj-ea"/>
                <a:cs typeface="+mj-cs"/>
              </a:rPr>
              <a:t>6. </a:t>
            </a:r>
            <a:r>
              <a:rPr lang="vi-VN" b="1" dirty="0" smtClean="0">
                <a:solidFill>
                  <a:srgbClr val="0000CC"/>
                </a:solidFill>
                <a:latin typeface="Rockwell" panose="02060603020205020403" pitchFamily="18" charset="0"/>
                <a:ea typeface="+mj-ea"/>
                <a:cs typeface="+mj-cs"/>
              </a:rPr>
              <a:t>Vận </a:t>
            </a:r>
            <a:r>
              <a:rPr lang="vi-VN" b="1" dirty="0">
                <a:solidFill>
                  <a:srgbClr val="0000CC"/>
                </a:solidFill>
                <a:latin typeface="Rockwell" panose="02060603020205020403" pitchFamily="18" charset="0"/>
                <a:ea typeface="+mj-ea"/>
                <a:cs typeface="+mj-cs"/>
              </a:rPr>
              <a:t>hành &amp; Giám sát (Operations &amp; Monitoring)</a:t>
            </a:r>
          </a:p>
          <a:p>
            <a:pPr marL="0" indent="0" algn="just">
              <a:buNone/>
            </a:pPr>
            <a:r>
              <a:rPr lang="vi-VN" dirty="0">
                <a:solidFill>
                  <a:srgbClr val="0000CC"/>
                </a:solidFill>
                <a:latin typeface="Rockwell" panose="02060603020205020403" pitchFamily="18" charset="0"/>
                <a:ea typeface="+mj-ea"/>
                <a:cs typeface="+mj-cs"/>
              </a:rPr>
              <a:t>Đánh giá định kỳ (Security Audit &amp; Compliance Check) là một bước rất quan trọng trong giai đoạn Vận hành &amp; Giám sát của SSDLC:</a:t>
            </a:r>
          </a:p>
          <a:p>
            <a:pPr lvl="1"/>
            <a:r>
              <a:rPr lang="vi-VN" dirty="0" smtClean="0">
                <a:solidFill>
                  <a:srgbClr val="FF00FF"/>
                </a:solidFill>
                <a:latin typeface="Rockwell" panose="02060603020205020403" pitchFamily="18" charset="0"/>
                <a:ea typeface="+mj-ea"/>
                <a:cs typeface="+mj-cs"/>
              </a:rPr>
              <a:t>Security </a:t>
            </a:r>
            <a:r>
              <a:rPr lang="vi-VN" dirty="0">
                <a:solidFill>
                  <a:srgbClr val="FF00FF"/>
                </a:solidFill>
                <a:latin typeface="Rockwell" panose="02060603020205020403" pitchFamily="18" charset="0"/>
                <a:ea typeface="+mj-ea"/>
                <a:cs typeface="+mj-cs"/>
              </a:rPr>
              <a:t>Audit: </a:t>
            </a:r>
            <a:r>
              <a:rPr lang="en-US" dirty="0" smtClean="0">
                <a:solidFill>
                  <a:srgbClr val="0000CC"/>
                </a:solidFill>
                <a:latin typeface="Rockwell" panose="02060603020205020403" pitchFamily="18" charset="0"/>
                <a:ea typeface="+mj-ea"/>
                <a:cs typeface="+mj-cs"/>
              </a:rPr>
              <a:t>K</a:t>
            </a:r>
            <a:r>
              <a:rPr lang="vi-VN" dirty="0" smtClean="0">
                <a:solidFill>
                  <a:srgbClr val="0000CC"/>
                </a:solidFill>
                <a:latin typeface="Rockwell" panose="02060603020205020403" pitchFamily="18" charset="0"/>
                <a:ea typeface="+mj-ea"/>
                <a:cs typeface="+mj-cs"/>
              </a:rPr>
              <a:t>iểm </a:t>
            </a:r>
            <a:r>
              <a:rPr lang="vi-VN" dirty="0">
                <a:solidFill>
                  <a:srgbClr val="0000CC"/>
                </a:solidFill>
                <a:latin typeface="Rockwell" panose="02060603020205020403" pitchFamily="18" charset="0"/>
                <a:ea typeface="+mj-ea"/>
                <a:cs typeface="+mj-cs"/>
              </a:rPr>
              <a:t>tra toàn diện hệ thống, mã nguồn, kiến trúc và quy trình để phát hiện lỗ hổng bảo mật.</a:t>
            </a:r>
          </a:p>
          <a:p>
            <a:pPr lvl="1"/>
            <a:r>
              <a:rPr lang="vi-VN" dirty="0" smtClean="0">
                <a:solidFill>
                  <a:srgbClr val="FF00FF"/>
                </a:solidFill>
                <a:latin typeface="Rockwell" panose="02060603020205020403" pitchFamily="18" charset="0"/>
                <a:ea typeface="+mj-ea"/>
                <a:cs typeface="+mj-cs"/>
              </a:rPr>
              <a:t>Compliance </a:t>
            </a:r>
            <a:r>
              <a:rPr lang="vi-VN" dirty="0">
                <a:solidFill>
                  <a:srgbClr val="FF00FF"/>
                </a:solidFill>
                <a:latin typeface="Rockwell" panose="02060603020205020403" pitchFamily="18" charset="0"/>
                <a:ea typeface="+mj-ea"/>
                <a:cs typeface="+mj-cs"/>
              </a:rPr>
              <a:t>Check: </a:t>
            </a:r>
            <a:r>
              <a:rPr lang="en-US" dirty="0" smtClean="0">
                <a:solidFill>
                  <a:srgbClr val="0000CC"/>
                </a:solidFill>
                <a:latin typeface="Rockwell" panose="02060603020205020403" pitchFamily="18" charset="0"/>
                <a:ea typeface="+mj-ea"/>
                <a:cs typeface="+mj-cs"/>
              </a:rPr>
              <a:t>Đ</a:t>
            </a:r>
            <a:r>
              <a:rPr lang="vi-VN" dirty="0" smtClean="0">
                <a:solidFill>
                  <a:srgbClr val="0000CC"/>
                </a:solidFill>
                <a:latin typeface="Rockwell" panose="02060603020205020403" pitchFamily="18" charset="0"/>
                <a:ea typeface="+mj-ea"/>
                <a:cs typeface="+mj-cs"/>
              </a:rPr>
              <a:t>ối </a:t>
            </a:r>
            <a:r>
              <a:rPr lang="vi-VN" dirty="0">
                <a:solidFill>
                  <a:srgbClr val="0000CC"/>
                </a:solidFill>
                <a:latin typeface="Rockwell" panose="02060603020205020403" pitchFamily="18" charset="0"/>
                <a:ea typeface="+mj-ea"/>
                <a:cs typeface="+mj-cs"/>
              </a:rPr>
              <a:t>chiếu hệ thống với các tiêu chuẩn và quy định bắt buộc (ISO 27001, GDPR, HIPAA, PCI-DSS…).</a:t>
            </a:r>
          </a:p>
          <a:p>
            <a:pPr lvl="1"/>
            <a:r>
              <a:rPr lang="vi-VN" dirty="0" smtClean="0">
                <a:solidFill>
                  <a:srgbClr val="FF00FF"/>
                </a:solidFill>
                <a:latin typeface="Rockwell" panose="02060603020205020403" pitchFamily="18" charset="0"/>
                <a:ea typeface="+mj-ea"/>
                <a:cs typeface="+mj-cs"/>
              </a:rPr>
              <a:t>Chu </a:t>
            </a:r>
            <a:r>
              <a:rPr lang="vi-VN" dirty="0">
                <a:solidFill>
                  <a:srgbClr val="FF00FF"/>
                </a:solidFill>
                <a:latin typeface="Rockwell" panose="02060603020205020403" pitchFamily="18" charset="0"/>
                <a:ea typeface="+mj-ea"/>
                <a:cs typeface="+mj-cs"/>
              </a:rPr>
              <a:t>kỳ định kỳ: </a:t>
            </a:r>
            <a:r>
              <a:rPr lang="en-US" dirty="0" err="1" smtClean="0">
                <a:solidFill>
                  <a:srgbClr val="0000CC"/>
                </a:solidFill>
                <a:latin typeface="Rockwell" panose="02060603020205020403" pitchFamily="18" charset="0"/>
                <a:ea typeface="+mj-ea"/>
                <a:cs typeface="+mj-cs"/>
              </a:rPr>
              <a:t>Th</a:t>
            </a:r>
            <a:r>
              <a:rPr lang="vi-VN" dirty="0" smtClean="0">
                <a:solidFill>
                  <a:srgbClr val="0000CC"/>
                </a:solidFill>
                <a:latin typeface="Rockwell" panose="02060603020205020403" pitchFamily="18" charset="0"/>
                <a:ea typeface="+mj-ea"/>
                <a:cs typeface="+mj-cs"/>
              </a:rPr>
              <a:t>ực </a:t>
            </a:r>
            <a:r>
              <a:rPr lang="vi-VN" dirty="0">
                <a:solidFill>
                  <a:srgbClr val="0000CC"/>
                </a:solidFill>
                <a:latin typeface="Rockwell" panose="02060603020205020403" pitchFamily="18" charset="0"/>
                <a:ea typeface="+mj-ea"/>
                <a:cs typeface="+mj-cs"/>
              </a:rPr>
              <a:t>hiện theo lịch (hàng quý, hàng năm) hoặc khi có thay đổi lớn trong hệ thống</a:t>
            </a:r>
            <a:r>
              <a:rPr lang="vi-VN" dirty="0" smtClean="0">
                <a:solidFill>
                  <a:srgbClr val="0000CC"/>
                </a:solidFill>
                <a:latin typeface="Rockwell" panose="02060603020205020403" pitchFamily="18" charset="0"/>
                <a:ea typeface="+mj-ea"/>
                <a:cs typeface="+mj-cs"/>
              </a:rPr>
              <a:t>.</a:t>
            </a:r>
            <a:endParaRPr lang="vi-VN" b="1" dirty="0">
              <a:solidFill>
                <a:srgbClr val="0000CC"/>
              </a:solidFill>
              <a:latin typeface="Rockwell" panose="02060603020205020403" pitchFamily="18" charset="0"/>
              <a:ea typeface="+mj-ea"/>
              <a:cs typeface="+mj-cs"/>
            </a:endParaRPr>
          </a:p>
          <a:p>
            <a:pPr marL="0" indent="0">
              <a:buNone/>
            </a:pPr>
            <a:endParaRPr lang="en-US" sz="2600" dirty="0">
              <a:solidFill>
                <a:srgbClr val="FF00FF"/>
              </a:solidFill>
              <a:latin typeface="Rockwell" panose="02060603020205020403" pitchFamily="18" charset="0"/>
              <a:ea typeface="+mj-ea"/>
              <a:cs typeface="+mj-cs"/>
            </a:endParaRPr>
          </a:p>
        </p:txBody>
      </p:sp>
    </p:spTree>
    <p:extLst>
      <p:ext uri="{BB962C8B-B14F-4D97-AF65-F5344CB8AC3E}">
        <p14:creationId xmlns:p14="http://schemas.microsoft.com/office/powerpoint/2010/main" val="3525463750"/>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57952" y="914868"/>
            <a:ext cx="10242645" cy="528851"/>
          </a:xfrm>
        </p:spPr>
        <p:txBody>
          <a:bodyPr/>
          <a:lstStyle/>
          <a:p>
            <a:r>
              <a:rPr lang="en-US" sz="2800" b="1" dirty="0" smtClean="0">
                <a:solidFill>
                  <a:srgbClr val="0000CC"/>
                </a:solidFill>
                <a:latin typeface="Rockwell" panose="02060603020205020403" pitchFamily="18" charset="0"/>
              </a:rPr>
              <a:t>8.3. </a:t>
            </a:r>
            <a:r>
              <a:rPr lang="en-US" sz="2800" b="1" dirty="0" err="1" smtClean="0">
                <a:solidFill>
                  <a:srgbClr val="0000CC"/>
                </a:solidFill>
                <a:latin typeface="Rockwell" panose="02060603020205020403" pitchFamily="18" charset="0"/>
              </a:rPr>
              <a:t>Các</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giai</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đoạn</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chính</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trong</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SDDLC</a:t>
            </a:r>
            <a:r>
              <a:rPr lang="en-US" sz="2800" b="1" dirty="0" smtClean="0">
                <a:solidFill>
                  <a:srgbClr val="0000CC"/>
                </a:solidFill>
                <a:latin typeface="Rockwell" panose="02060603020205020403" pitchFamily="18"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1497540"/>
            <a:ext cx="10488305" cy="4821002"/>
          </a:xfrm>
        </p:spPr>
        <p:txBody>
          <a:bodyPr/>
          <a:lstStyle/>
          <a:p>
            <a:pPr marL="0" indent="0">
              <a:buNone/>
            </a:pPr>
            <a:r>
              <a:rPr lang="en-US" b="1" dirty="0" smtClean="0">
                <a:solidFill>
                  <a:srgbClr val="0000CC"/>
                </a:solidFill>
                <a:latin typeface="Rockwell" panose="02060603020205020403" pitchFamily="18" charset="0"/>
                <a:ea typeface="+mj-ea"/>
                <a:cs typeface="+mj-cs"/>
              </a:rPr>
              <a:t>6. </a:t>
            </a:r>
            <a:r>
              <a:rPr lang="vi-VN" b="1" dirty="0" smtClean="0">
                <a:solidFill>
                  <a:srgbClr val="0000CC"/>
                </a:solidFill>
                <a:latin typeface="Rockwell" panose="02060603020205020403" pitchFamily="18" charset="0"/>
                <a:ea typeface="+mj-ea"/>
                <a:cs typeface="+mj-cs"/>
              </a:rPr>
              <a:t>Vận </a:t>
            </a:r>
            <a:r>
              <a:rPr lang="vi-VN" b="1" dirty="0">
                <a:solidFill>
                  <a:srgbClr val="0000CC"/>
                </a:solidFill>
                <a:latin typeface="Rockwell" panose="02060603020205020403" pitchFamily="18" charset="0"/>
                <a:ea typeface="+mj-ea"/>
                <a:cs typeface="+mj-cs"/>
              </a:rPr>
              <a:t>hành &amp; Giám sát (Operations &amp; Monitoring)</a:t>
            </a:r>
          </a:p>
          <a:p>
            <a:pPr>
              <a:lnSpc>
                <a:spcPct val="100000"/>
              </a:lnSpc>
              <a:spcBef>
                <a:spcPts val="1200"/>
              </a:spcBef>
              <a:spcAft>
                <a:spcPts val="1200"/>
              </a:spcAft>
            </a:pPr>
            <a:r>
              <a:rPr lang="en-US" sz="2600" dirty="0">
                <a:solidFill>
                  <a:srgbClr val="FF00FF"/>
                </a:solidFill>
                <a:latin typeface="Rockwell" panose="02060603020205020403" pitchFamily="18" charset="0"/>
                <a:ea typeface="+mj-ea"/>
                <a:cs typeface="+mj-cs"/>
              </a:rPr>
              <a:t>Chu </a:t>
            </a:r>
            <a:r>
              <a:rPr lang="en-US" sz="2600" dirty="0" err="1">
                <a:solidFill>
                  <a:srgbClr val="FF00FF"/>
                </a:solidFill>
                <a:latin typeface="Rockwell" panose="02060603020205020403" pitchFamily="18" charset="0"/>
                <a:ea typeface="+mj-ea"/>
                <a:cs typeface="+mj-cs"/>
              </a:rPr>
              <a:t>kỳ</a:t>
            </a:r>
            <a:r>
              <a:rPr lang="en-US" sz="2600" dirty="0">
                <a:solidFill>
                  <a:srgbClr val="FF00FF"/>
                </a:solidFill>
                <a:latin typeface="Rockwell" panose="02060603020205020403" pitchFamily="18" charset="0"/>
                <a:ea typeface="+mj-ea"/>
                <a:cs typeface="+mj-cs"/>
              </a:rPr>
              <a:t> </a:t>
            </a:r>
            <a:r>
              <a:rPr lang="en-US" sz="2600" dirty="0" err="1">
                <a:solidFill>
                  <a:srgbClr val="FF00FF"/>
                </a:solidFill>
                <a:latin typeface="Rockwell" panose="02060603020205020403" pitchFamily="18" charset="0"/>
                <a:ea typeface="+mj-ea"/>
                <a:cs typeface="+mj-cs"/>
              </a:rPr>
              <a:t>định</a:t>
            </a:r>
            <a:r>
              <a:rPr lang="en-US" sz="2600" dirty="0">
                <a:solidFill>
                  <a:srgbClr val="FF00FF"/>
                </a:solidFill>
                <a:latin typeface="Rockwell" panose="02060603020205020403" pitchFamily="18" charset="0"/>
                <a:ea typeface="+mj-ea"/>
                <a:cs typeface="+mj-cs"/>
              </a:rPr>
              <a:t> </a:t>
            </a:r>
            <a:r>
              <a:rPr lang="en-US" sz="2600" dirty="0" err="1">
                <a:solidFill>
                  <a:srgbClr val="FF00FF"/>
                </a:solidFill>
                <a:latin typeface="Rockwell" panose="02060603020205020403" pitchFamily="18" charset="0"/>
                <a:ea typeface="+mj-ea"/>
                <a:cs typeface="+mj-cs"/>
              </a:rPr>
              <a:t>kỳ</a:t>
            </a:r>
            <a:r>
              <a:rPr lang="en-US" sz="2600" dirty="0">
                <a:solidFill>
                  <a:srgbClr val="FF00FF"/>
                </a:solidFill>
                <a:latin typeface="Rockwell" panose="02060603020205020403" pitchFamily="18" charset="0"/>
                <a:ea typeface="+mj-ea"/>
                <a:cs typeface="+mj-cs"/>
              </a:rPr>
              <a:t>: </a:t>
            </a:r>
            <a:r>
              <a:rPr lang="en-US" sz="2600" dirty="0" err="1" smtClean="0">
                <a:solidFill>
                  <a:srgbClr val="0000CC"/>
                </a:solidFill>
                <a:latin typeface="Rockwell" panose="02060603020205020403" pitchFamily="18" charset="0"/>
                <a:ea typeface="+mj-ea"/>
                <a:cs typeface="+mj-cs"/>
              </a:rPr>
              <a:t>Thực</a:t>
            </a:r>
            <a:r>
              <a:rPr lang="en-US" sz="2600" dirty="0" smtClean="0">
                <a:solidFill>
                  <a:srgbClr val="0000CC"/>
                </a:solidFill>
                <a:latin typeface="Rockwell" panose="02060603020205020403" pitchFamily="18" charset="0"/>
                <a:ea typeface="+mj-ea"/>
                <a:cs typeface="+mj-cs"/>
              </a:rPr>
              <a:t> </a:t>
            </a:r>
            <a:r>
              <a:rPr lang="en-US" sz="2600" dirty="0" err="1">
                <a:solidFill>
                  <a:srgbClr val="0000CC"/>
                </a:solidFill>
                <a:latin typeface="Rockwell" panose="02060603020205020403" pitchFamily="18" charset="0"/>
                <a:ea typeface="+mj-ea"/>
                <a:cs typeface="+mj-cs"/>
              </a:rPr>
              <a:t>hiện</a:t>
            </a:r>
            <a:r>
              <a:rPr lang="en-US" sz="2600" dirty="0">
                <a:solidFill>
                  <a:srgbClr val="0000CC"/>
                </a:solidFill>
                <a:latin typeface="Rockwell" panose="02060603020205020403" pitchFamily="18" charset="0"/>
                <a:ea typeface="+mj-ea"/>
                <a:cs typeface="+mj-cs"/>
              </a:rPr>
              <a:t> </a:t>
            </a:r>
            <a:r>
              <a:rPr lang="en-US" sz="2600" dirty="0" err="1">
                <a:solidFill>
                  <a:srgbClr val="0000CC"/>
                </a:solidFill>
                <a:latin typeface="Rockwell" panose="02060603020205020403" pitchFamily="18" charset="0"/>
                <a:ea typeface="+mj-ea"/>
                <a:cs typeface="+mj-cs"/>
              </a:rPr>
              <a:t>theo</a:t>
            </a:r>
            <a:r>
              <a:rPr lang="en-US" sz="2600" dirty="0">
                <a:solidFill>
                  <a:srgbClr val="0000CC"/>
                </a:solidFill>
                <a:latin typeface="Rockwell" panose="02060603020205020403" pitchFamily="18" charset="0"/>
                <a:ea typeface="+mj-ea"/>
                <a:cs typeface="+mj-cs"/>
              </a:rPr>
              <a:t> </a:t>
            </a:r>
            <a:r>
              <a:rPr lang="en-US" sz="2600" dirty="0" err="1">
                <a:solidFill>
                  <a:srgbClr val="0000CC"/>
                </a:solidFill>
                <a:latin typeface="Rockwell" panose="02060603020205020403" pitchFamily="18" charset="0"/>
                <a:ea typeface="+mj-ea"/>
                <a:cs typeface="+mj-cs"/>
              </a:rPr>
              <a:t>lịch</a:t>
            </a:r>
            <a:r>
              <a:rPr lang="en-US" sz="2600" dirty="0">
                <a:solidFill>
                  <a:srgbClr val="0000CC"/>
                </a:solidFill>
                <a:latin typeface="Rockwell" panose="02060603020205020403" pitchFamily="18" charset="0"/>
                <a:ea typeface="+mj-ea"/>
                <a:cs typeface="+mj-cs"/>
              </a:rPr>
              <a:t> (</a:t>
            </a:r>
            <a:r>
              <a:rPr lang="en-US" sz="2600" dirty="0" err="1">
                <a:solidFill>
                  <a:srgbClr val="0000CC"/>
                </a:solidFill>
                <a:latin typeface="Rockwell" panose="02060603020205020403" pitchFamily="18" charset="0"/>
                <a:ea typeface="+mj-ea"/>
                <a:cs typeface="+mj-cs"/>
              </a:rPr>
              <a:t>hàng</a:t>
            </a:r>
            <a:r>
              <a:rPr lang="en-US" sz="2600" dirty="0">
                <a:solidFill>
                  <a:srgbClr val="0000CC"/>
                </a:solidFill>
                <a:latin typeface="Rockwell" panose="02060603020205020403" pitchFamily="18" charset="0"/>
                <a:ea typeface="+mj-ea"/>
                <a:cs typeface="+mj-cs"/>
              </a:rPr>
              <a:t> </a:t>
            </a:r>
            <a:r>
              <a:rPr lang="en-US" sz="2600" dirty="0" err="1">
                <a:solidFill>
                  <a:srgbClr val="0000CC"/>
                </a:solidFill>
                <a:latin typeface="Rockwell" panose="02060603020205020403" pitchFamily="18" charset="0"/>
                <a:ea typeface="+mj-ea"/>
                <a:cs typeface="+mj-cs"/>
              </a:rPr>
              <a:t>quý</a:t>
            </a:r>
            <a:r>
              <a:rPr lang="en-US" sz="2600" dirty="0">
                <a:solidFill>
                  <a:srgbClr val="0000CC"/>
                </a:solidFill>
                <a:latin typeface="Rockwell" panose="02060603020205020403" pitchFamily="18" charset="0"/>
                <a:ea typeface="+mj-ea"/>
                <a:cs typeface="+mj-cs"/>
              </a:rPr>
              <a:t>, </a:t>
            </a:r>
            <a:r>
              <a:rPr lang="en-US" sz="2600" dirty="0" err="1">
                <a:solidFill>
                  <a:srgbClr val="0000CC"/>
                </a:solidFill>
                <a:latin typeface="Rockwell" panose="02060603020205020403" pitchFamily="18" charset="0"/>
                <a:ea typeface="+mj-ea"/>
                <a:cs typeface="+mj-cs"/>
              </a:rPr>
              <a:t>hàng</a:t>
            </a:r>
            <a:r>
              <a:rPr lang="en-US" sz="2600" dirty="0">
                <a:solidFill>
                  <a:srgbClr val="0000CC"/>
                </a:solidFill>
                <a:latin typeface="Rockwell" panose="02060603020205020403" pitchFamily="18" charset="0"/>
                <a:ea typeface="+mj-ea"/>
                <a:cs typeface="+mj-cs"/>
              </a:rPr>
              <a:t> </a:t>
            </a:r>
            <a:r>
              <a:rPr lang="en-US" sz="2600" dirty="0" err="1">
                <a:solidFill>
                  <a:srgbClr val="0000CC"/>
                </a:solidFill>
                <a:latin typeface="Rockwell" panose="02060603020205020403" pitchFamily="18" charset="0"/>
                <a:ea typeface="+mj-ea"/>
                <a:cs typeface="+mj-cs"/>
              </a:rPr>
              <a:t>năm</a:t>
            </a:r>
            <a:r>
              <a:rPr lang="en-US" sz="2600" dirty="0">
                <a:solidFill>
                  <a:srgbClr val="0000CC"/>
                </a:solidFill>
                <a:latin typeface="Rockwell" panose="02060603020205020403" pitchFamily="18" charset="0"/>
                <a:ea typeface="+mj-ea"/>
                <a:cs typeface="+mj-cs"/>
              </a:rPr>
              <a:t>) </a:t>
            </a:r>
            <a:r>
              <a:rPr lang="en-US" sz="2600" dirty="0" err="1">
                <a:solidFill>
                  <a:srgbClr val="0000CC"/>
                </a:solidFill>
                <a:latin typeface="Rockwell" panose="02060603020205020403" pitchFamily="18" charset="0"/>
                <a:ea typeface="+mj-ea"/>
                <a:cs typeface="+mj-cs"/>
              </a:rPr>
              <a:t>hoặc</a:t>
            </a:r>
            <a:r>
              <a:rPr lang="en-US" sz="2600" dirty="0">
                <a:solidFill>
                  <a:srgbClr val="0000CC"/>
                </a:solidFill>
                <a:latin typeface="Rockwell" panose="02060603020205020403" pitchFamily="18" charset="0"/>
                <a:ea typeface="+mj-ea"/>
                <a:cs typeface="+mj-cs"/>
              </a:rPr>
              <a:t> </a:t>
            </a:r>
            <a:r>
              <a:rPr lang="en-US" sz="2600" dirty="0" err="1">
                <a:solidFill>
                  <a:srgbClr val="0000CC"/>
                </a:solidFill>
                <a:latin typeface="Rockwell" panose="02060603020205020403" pitchFamily="18" charset="0"/>
                <a:ea typeface="+mj-ea"/>
                <a:cs typeface="+mj-cs"/>
              </a:rPr>
              <a:t>khi</a:t>
            </a:r>
            <a:r>
              <a:rPr lang="en-US" sz="2600" dirty="0">
                <a:solidFill>
                  <a:srgbClr val="0000CC"/>
                </a:solidFill>
                <a:latin typeface="Rockwell" panose="02060603020205020403" pitchFamily="18" charset="0"/>
                <a:ea typeface="+mj-ea"/>
                <a:cs typeface="+mj-cs"/>
              </a:rPr>
              <a:t> </a:t>
            </a:r>
            <a:r>
              <a:rPr lang="en-US" sz="2600" dirty="0" err="1">
                <a:solidFill>
                  <a:srgbClr val="0000CC"/>
                </a:solidFill>
                <a:latin typeface="Rockwell" panose="02060603020205020403" pitchFamily="18" charset="0"/>
                <a:ea typeface="+mj-ea"/>
                <a:cs typeface="+mj-cs"/>
              </a:rPr>
              <a:t>có</a:t>
            </a:r>
            <a:r>
              <a:rPr lang="en-US" sz="2600" dirty="0">
                <a:solidFill>
                  <a:srgbClr val="0000CC"/>
                </a:solidFill>
                <a:latin typeface="Rockwell" panose="02060603020205020403" pitchFamily="18" charset="0"/>
                <a:ea typeface="+mj-ea"/>
                <a:cs typeface="+mj-cs"/>
              </a:rPr>
              <a:t> </a:t>
            </a:r>
            <a:r>
              <a:rPr lang="en-US" sz="2600" dirty="0" err="1">
                <a:solidFill>
                  <a:srgbClr val="0000CC"/>
                </a:solidFill>
                <a:latin typeface="Rockwell" panose="02060603020205020403" pitchFamily="18" charset="0"/>
                <a:ea typeface="+mj-ea"/>
                <a:cs typeface="+mj-cs"/>
              </a:rPr>
              <a:t>thay</a:t>
            </a:r>
            <a:r>
              <a:rPr lang="en-US" sz="2600" dirty="0">
                <a:solidFill>
                  <a:srgbClr val="0000CC"/>
                </a:solidFill>
                <a:latin typeface="Rockwell" panose="02060603020205020403" pitchFamily="18" charset="0"/>
                <a:ea typeface="+mj-ea"/>
                <a:cs typeface="+mj-cs"/>
              </a:rPr>
              <a:t> </a:t>
            </a:r>
            <a:r>
              <a:rPr lang="en-US" sz="2600" dirty="0" err="1">
                <a:solidFill>
                  <a:srgbClr val="0000CC"/>
                </a:solidFill>
                <a:latin typeface="Rockwell" panose="02060603020205020403" pitchFamily="18" charset="0"/>
                <a:ea typeface="+mj-ea"/>
                <a:cs typeface="+mj-cs"/>
              </a:rPr>
              <a:t>đổi</a:t>
            </a:r>
            <a:r>
              <a:rPr lang="en-US" sz="2600" dirty="0">
                <a:solidFill>
                  <a:srgbClr val="0000CC"/>
                </a:solidFill>
                <a:latin typeface="Rockwell" panose="02060603020205020403" pitchFamily="18" charset="0"/>
                <a:ea typeface="+mj-ea"/>
                <a:cs typeface="+mj-cs"/>
              </a:rPr>
              <a:t> </a:t>
            </a:r>
            <a:r>
              <a:rPr lang="en-US" sz="2600" dirty="0" err="1">
                <a:solidFill>
                  <a:srgbClr val="0000CC"/>
                </a:solidFill>
                <a:latin typeface="Rockwell" panose="02060603020205020403" pitchFamily="18" charset="0"/>
                <a:ea typeface="+mj-ea"/>
                <a:cs typeface="+mj-cs"/>
              </a:rPr>
              <a:t>lớn</a:t>
            </a:r>
            <a:r>
              <a:rPr lang="en-US" sz="2600" dirty="0">
                <a:solidFill>
                  <a:srgbClr val="0000CC"/>
                </a:solidFill>
                <a:latin typeface="Rockwell" panose="02060603020205020403" pitchFamily="18" charset="0"/>
                <a:ea typeface="+mj-ea"/>
                <a:cs typeface="+mj-cs"/>
              </a:rPr>
              <a:t> </a:t>
            </a:r>
            <a:r>
              <a:rPr lang="en-US" sz="2600" dirty="0" err="1">
                <a:solidFill>
                  <a:srgbClr val="0000CC"/>
                </a:solidFill>
                <a:latin typeface="Rockwell" panose="02060603020205020403" pitchFamily="18" charset="0"/>
                <a:ea typeface="+mj-ea"/>
                <a:cs typeface="+mj-cs"/>
              </a:rPr>
              <a:t>trong</a:t>
            </a:r>
            <a:r>
              <a:rPr lang="en-US" sz="2600" dirty="0">
                <a:solidFill>
                  <a:srgbClr val="0000CC"/>
                </a:solidFill>
                <a:latin typeface="Rockwell" panose="02060603020205020403" pitchFamily="18" charset="0"/>
                <a:ea typeface="+mj-ea"/>
                <a:cs typeface="+mj-cs"/>
              </a:rPr>
              <a:t> </a:t>
            </a:r>
            <a:r>
              <a:rPr lang="en-US" sz="2600" dirty="0" err="1">
                <a:solidFill>
                  <a:srgbClr val="0000CC"/>
                </a:solidFill>
                <a:latin typeface="Rockwell" panose="02060603020205020403" pitchFamily="18" charset="0"/>
                <a:ea typeface="+mj-ea"/>
                <a:cs typeface="+mj-cs"/>
              </a:rPr>
              <a:t>hệ</a:t>
            </a:r>
            <a:r>
              <a:rPr lang="en-US" sz="2600" dirty="0">
                <a:solidFill>
                  <a:srgbClr val="0000CC"/>
                </a:solidFill>
                <a:latin typeface="Rockwell" panose="02060603020205020403" pitchFamily="18" charset="0"/>
                <a:ea typeface="+mj-ea"/>
                <a:cs typeface="+mj-cs"/>
              </a:rPr>
              <a:t> </a:t>
            </a:r>
            <a:r>
              <a:rPr lang="en-US" sz="2600" dirty="0" err="1">
                <a:solidFill>
                  <a:srgbClr val="0000CC"/>
                </a:solidFill>
                <a:latin typeface="Rockwell" panose="02060603020205020403" pitchFamily="18" charset="0"/>
                <a:ea typeface="+mj-ea"/>
                <a:cs typeface="+mj-cs"/>
              </a:rPr>
              <a:t>thống</a:t>
            </a:r>
            <a:r>
              <a:rPr lang="en-US" sz="2600" dirty="0">
                <a:solidFill>
                  <a:srgbClr val="0000CC"/>
                </a:solidFill>
                <a:latin typeface="Rockwell" panose="02060603020205020403" pitchFamily="18" charset="0"/>
                <a:ea typeface="+mj-ea"/>
                <a:cs typeface="+mj-cs"/>
              </a:rPr>
              <a:t>.</a:t>
            </a:r>
          </a:p>
          <a:p>
            <a:pPr>
              <a:lnSpc>
                <a:spcPct val="100000"/>
              </a:lnSpc>
              <a:spcBef>
                <a:spcPts val="1200"/>
              </a:spcBef>
              <a:spcAft>
                <a:spcPts val="1200"/>
              </a:spcAft>
            </a:pPr>
            <a:r>
              <a:rPr lang="en-US" sz="2600" dirty="0" err="1" smtClean="0">
                <a:solidFill>
                  <a:srgbClr val="FF00FF"/>
                </a:solidFill>
                <a:latin typeface="Rockwell" panose="02060603020205020403" pitchFamily="18" charset="0"/>
                <a:ea typeface="+mj-ea"/>
                <a:cs typeface="+mj-cs"/>
              </a:rPr>
              <a:t>Mục</a:t>
            </a:r>
            <a:r>
              <a:rPr lang="en-US" sz="2600" dirty="0" smtClean="0">
                <a:solidFill>
                  <a:srgbClr val="FF00FF"/>
                </a:solidFill>
                <a:latin typeface="Rockwell" panose="02060603020205020403" pitchFamily="18" charset="0"/>
                <a:ea typeface="+mj-ea"/>
                <a:cs typeface="+mj-cs"/>
              </a:rPr>
              <a:t> </a:t>
            </a:r>
            <a:r>
              <a:rPr lang="en-US" sz="2600" dirty="0" err="1">
                <a:solidFill>
                  <a:srgbClr val="FF00FF"/>
                </a:solidFill>
                <a:latin typeface="Rockwell" panose="02060603020205020403" pitchFamily="18" charset="0"/>
                <a:ea typeface="+mj-ea"/>
                <a:cs typeface="+mj-cs"/>
              </a:rPr>
              <a:t>tiêu</a:t>
            </a:r>
            <a:r>
              <a:rPr lang="en-US" sz="2600" dirty="0">
                <a:solidFill>
                  <a:srgbClr val="FF00FF"/>
                </a:solidFill>
                <a:latin typeface="Rockwell" panose="02060603020205020403" pitchFamily="18" charset="0"/>
                <a:ea typeface="+mj-ea"/>
                <a:cs typeface="+mj-cs"/>
              </a:rPr>
              <a:t>: </a:t>
            </a:r>
            <a:r>
              <a:rPr lang="en-US" sz="2600" dirty="0" err="1" smtClean="0">
                <a:solidFill>
                  <a:srgbClr val="0000CC"/>
                </a:solidFill>
                <a:latin typeface="Rockwell" panose="02060603020205020403" pitchFamily="18" charset="0"/>
                <a:ea typeface="+mj-ea"/>
                <a:cs typeface="+mj-cs"/>
              </a:rPr>
              <a:t>Đảm</a:t>
            </a:r>
            <a:r>
              <a:rPr lang="en-US" sz="2600" dirty="0" smtClean="0">
                <a:solidFill>
                  <a:srgbClr val="0000CC"/>
                </a:solidFill>
                <a:latin typeface="Rockwell" panose="02060603020205020403" pitchFamily="18" charset="0"/>
                <a:ea typeface="+mj-ea"/>
                <a:cs typeface="+mj-cs"/>
              </a:rPr>
              <a:t> </a:t>
            </a:r>
            <a:r>
              <a:rPr lang="en-US" sz="2600" dirty="0" err="1">
                <a:solidFill>
                  <a:srgbClr val="0000CC"/>
                </a:solidFill>
                <a:latin typeface="Rockwell" panose="02060603020205020403" pitchFamily="18" charset="0"/>
                <a:ea typeface="+mj-ea"/>
                <a:cs typeface="+mj-cs"/>
              </a:rPr>
              <a:t>bảo</a:t>
            </a:r>
            <a:r>
              <a:rPr lang="en-US" sz="2600" dirty="0">
                <a:solidFill>
                  <a:srgbClr val="0000CC"/>
                </a:solidFill>
                <a:latin typeface="Rockwell" panose="02060603020205020403" pitchFamily="18" charset="0"/>
                <a:ea typeface="+mj-ea"/>
                <a:cs typeface="+mj-cs"/>
              </a:rPr>
              <a:t> </a:t>
            </a:r>
            <a:r>
              <a:rPr lang="en-US" sz="2600" dirty="0" err="1">
                <a:solidFill>
                  <a:srgbClr val="0000CC"/>
                </a:solidFill>
                <a:latin typeface="Rockwell" panose="02060603020205020403" pitchFamily="18" charset="0"/>
                <a:ea typeface="+mj-ea"/>
                <a:cs typeface="+mj-cs"/>
              </a:rPr>
              <a:t>hệ</a:t>
            </a:r>
            <a:r>
              <a:rPr lang="en-US" sz="2600" dirty="0">
                <a:solidFill>
                  <a:srgbClr val="0000CC"/>
                </a:solidFill>
                <a:latin typeface="Rockwell" panose="02060603020205020403" pitchFamily="18" charset="0"/>
                <a:ea typeface="+mj-ea"/>
                <a:cs typeface="+mj-cs"/>
              </a:rPr>
              <a:t> </a:t>
            </a:r>
            <a:r>
              <a:rPr lang="en-US" sz="2600" dirty="0" err="1">
                <a:solidFill>
                  <a:srgbClr val="0000CC"/>
                </a:solidFill>
                <a:latin typeface="Rockwell" panose="02060603020205020403" pitchFamily="18" charset="0"/>
                <a:ea typeface="+mj-ea"/>
                <a:cs typeface="+mj-cs"/>
              </a:rPr>
              <a:t>thống</a:t>
            </a:r>
            <a:r>
              <a:rPr lang="en-US" sz="2600" dirty="0">
                <a:solidFill>
                  <a:srgbClr val="0000CC"/>
                </a:solidFill>
                <a:latin typeface="Rockwell" panose="02060603020205020403" pitchFamily="18" charset="0"/>
                <a:ea typeface="+mj-ea"/>
                <a:cs typeface="+mj-cs"/>
              </a:rPr>
              <a:t> </a:t>
            </a:r>
            <a:r>
              <a:rPr lang="en-US" sz="2600" dirty="0" err="1">
                <a:solidFill>
                  <a:srgbClr val="0000CC"/>
                </a:solidFill>
                <a:latin typeface="Rockwell" panose="02060603020205020403" pitchFamily="18" charset="0"/>
                <a:ea typeface="+mj-ea"/>
                <a:cs typeface="+mj-cs"/>
              </a:rPr>
              <a:t>luôn</a:t>
            </a:r>
            <a:r>
              <a:rPr lang="en-US" sz="2600" dirty="0">
                <a:solidFill>
                  <a:srgbClr val="0000CC"/>
                </a:solidFill>
                <a:latin typeface="Rockwell" panose="02060603020205020403" pitchFamily="18" charset="0"/>
                <a:ea typeface="+mj-ea"/>
                <a:cs typeface="+mj-cs"/>
              </a:rPr>
              <a:t> </a:t>
            </a:r>
            <a:r>
              <a:rPr lang="en-US" sz="2600" dirty="0" err="1">
                <a:solidFill>
                  <a:srgbClr val="0000CC"/>
                </a:solidFill>
                <a:latin typeface="Rockwell" panose="02060603020205020403" pitchFamily="18" charset="0"/>
                <a:ea typeface="+mj-ea"/>
                <a:cs typeface="+mj-cs"/>
              </a:rPr>
              <a:t>duy</a:t>
            </a:r>
            <a:r>
              <a:rPr lang="en-US" sz="2600" dirty="0">
                <a:solidFill>
                  <a:srgbClr val="0000CC"/>
                </a:solidFill>
                <a:latin typeface="Rockwell" panose="02060603020205020403" pitchFamily="18" charset="0"/>
                <a:ea typeface="+mj-ea"/>
                <a:cs typeface="+mj-cs"/>
              </a:rPr>
              <a:t> </a:t>
            </a:r>
            <a:r>
              <a:rPr lang="en-US" sz="2600" dirty="0" err="1">
                <a:solidFill>
                  <a:srgbClr val="0000CC"/>
                </a:solidFill>
                <a:latin typeface="Rockwell" panose="02060603020205020403" pitchFamily="18" charset="0"/>
                <a:ea typeface="+mj-ea"/>
                <a:cs typeface="+mj-cs"/>
              </a:rPr>
              <a:t>trì</a:t>
            </a:r>
            <a:r>
              <a:rPr lang="en-US" sz="2600" dirty="0">
                <a:solidFill>
                  <a:srgbClr val="0000CC"/>
                </a:solidFill>
                <a:latin typeface="Rockwell" panose="02060603020205020403" pitchFamily="18" charset="0"/>
                <a:ea typeface="+mj-ea"/>
                <a:cs typeface="+mj-cs"/>
              </a:rPr>
              <a:t> </a:t>
            </a:r>
            <a:r>
              <a:rPr lang="en-US" sz="2600" dirty="0" err="1">
                <a:solidFill>
                  <a:srgbClr val="0000CC"/>
                </a:solidFill>
                <a:latin typeface="Rockwell" panose="02060603020205020403" pitchFamily="18" charset="0"/>
                <a:ea typeface="+mj-ea"/>
                <a:cs typeface="+mj-cs"/>
              </a:rPr>
              <a:t>mức</a:t>
            </a:r>
            <a:r>
              <a:rPr lang="en-US" sz="2600" dirty="0">
                <a:solidFill>
                  <a:srgbClr val="0000CC"/>
                </a:solidFill>
                <a:latin typeface="Rockwell" panose="02060603020205020403" pitchFamily="18" charset="0"/>
                <a:ea typeface="+mj-ea"/>
                <a:cs typeface="+mj-cs"/>
              </a:rPr>
              <a:t> an </a:t>
            </a:r>
            <a:r>
              <a:rPr lang="en-US" sz="2600" dirty="0" err="1">
                <a:solidFill>
                  <a:srgbClr val="0000CC"/>
                </a:solidFill>
                <a:latin typeface="Rockwell" panose="02060603020205020403" pitchFamily="18" charset="0"/>
                <a:ea typeface="+mj-ea"/>
                <a:cs typeface="+mj-cs"/>
              </a:rPr>
              <a:t>toàn</a:t>
            </a:r>
            <a:r>
              <a:rPr lang="en-US" sz="2600" dirty="0">
                <a:solidFill>
                  <a:srgbClr val="0000CC"/>
                </a:solidFill>
                <a:latin typeface="Rockwell" panose="02060603020205020403" pitchFamily="18" charset="0"/>
                <a:ea typeface="+mj-ea"/>
                <a:cs typeface="+mj-cs"/>
              </a:rPr>
              <a:t> </a:t>
            </a:r>
            <a:r>
              <a:rPr lang="en-US" sz="2600" dirty="0" err="1">
                <a:solidFill>
                  <a:srgbClr val="0000CC"/>
                </a:solidFill>
                <a:latin typeface="Rockwell" panose="02060603020205020403" pitchFamily="18" charset="0"/>
                <a:ea typeface="+mj-ea"/>
                <a:cs typeface="+mj-cs"/>
              </a:rPr>
              <a:t>cao</a:t>
            </a:r>
            <a:r>
              <a:rPr lang="en-US" sz="2600" dirty="0">
                <a:solidFill>
                  <a:srgbClr val="0000CC"/>
                </a:solidFill>
                <a:latin typeface="Rockwell" panose="02060603020205020403" pitchFamily="18" charset="0"/>
                <a:ea typeface="+mj-ea"/>
                <a:cs typeface="+mj-cs"/>
              </a:rPr>
              <a:t>, </a:t>
            </a:r>
            <a:r>
              <a:rPr lang="en-US" sz="2600" dirty="0" err="1">
                <a:solidFill>
                  <a:srgbClr val="0000CC"/>
                </a:solidFill>
                <a:latin typeface="Rockwell" panose="02060603020205020403" pitchFamily="18" charset="0"/>
                <a:ea typeface="+mj-ea"/>
                <a:cs typeface="+mj-cs"/>
              </a:rPr>
              <a:t>đáp</a:t>
            </a:r>
            <a:r>
              <a:rPr lang="en-US" sz="2600" dirty="0">
                <a:solidFill>
                  <a:srgbClr val="0000CC"/>
                </a:solidFill>
                <a:latin typeface="Rockwell" panose="02060603020205020403" pitchFamily="18" charset="0"/>
                <a:ea typeface="+mj-ea"/>
                <a:cs typeface="+mj-cs"/>
              </a:rPr>
              <a:t> </a:t>
            </a:r>
            <a:r>
              <a:rPr lang="en-US" sz="2600" dirty="0" err="1">
                <a:solidFill>
                  <a:srgbClr val="0000CC"/>
                </a:solidFill>
                <a:latin typeface="Rockwell" panose="02060603020205020403" pitchFamily="18" charset="0"/>
                <a:ea typeface="+mj-ea"/>
                <a:cs typeface="+mj-cs"/>
              </a:rPr>
              <a:t>ứng</a:t>
            </a:r>
            <a:r>
              <a:rPr lang="en-US" sz="2600" dirty="0">
                <a:solidFill>
                  <a:srgbClr val="0000CC"/>
                </a:solidFill>
                <a:latin typeface="Rockwell" panose="02060603020205020403" pitchFamily="18" charset="0"/>
                <a:ea typeface="+mj-ea"/>
                <a:cs typeface="+mj-cs"/>
              </a:rPr>
              <a:t> </a:t>
            </a:r>
            <a:r>
              <a:rPr lang="en-US" sz="2600" dirty="0" err="1">
                <a:solidFill>
                  <a:srgbClr val="0000CC"/>
                </a:solidFill>
                <a:latin typeface="Rockwell" panose="02060603020205020403" pitchFamily="18" charset="0"/>
                <a:ea typeface="+mj-ea"/>
                <a:cs typeface="+mj-cs"/>
              </a:rPr>
              <a:t>yêu</a:t>
            </a:r>
            <a:r>
              <a:rPr lang="en-US" sz="2600" dirty="0">
                <a:solidFill>
                  <a:srgbClr val="0000CC"/>
                </a:solidFill>
                <a:latin typeface="Rockwell" panose="02060603020205020403" pitchFamily="18" charset="0"/>
                <a:ea typeface="+mj-ea"/>
                <a:cs typeface="+mj-cs"/>
              </a:rPr>
              <a:t> </a:t>
            </a:r>
            <a:r>
              <a:rPr lang="en-US" sz="2600" dirty="0" err="1">
                <a:solidFill>
                  <a:srgbClr val="0000CC"/>
                </a:solidFill>
                <a:latin typeface="Rockwell" panose="02060603020205020403" pitchFamily="18" charset="0"/>
                <a:ea typeface="+mj-ea"/>
                <a:cs typeface="+mj-cs"/>
              </a:rPr>
              <a:t>cầu</a:t>
            </a:r>
            <a:r>
              <a:rPr lang="en-US" sz="2600" dirty="0">
                <a:solidFill>
                  <a:srgbClr val="0000CC"/>
                </a:solidFill>
                <a:latin typeface="Rockwell" panose="02060603020205020403" pitchFamily="18" charset="0"/>
                <a:ea typeface="+mj-ea"/>
                <a:cs typeface="+mj-cs"/>
              </a:rPr>
              <a:t> </a:t>
            </a:r>
            <a:r>
              <a:rPr lang="en-US" sz="2600" dirty="0" err="1">
                <a:solidFill>
                  <a:srgbClr val="0000CC"/>
                </a:solidFill>
                <a:latin typeface="Rockwell" panose="02060603020205020403" pitchFamily="18" charset="0"/>
                <a:ea typeface="+mj-ea"/>
                <a:cs typeface="+mj-cs"/>
              </a:rPr>
              <a:t>pháp</a:t>
            </a:r>
            <a:r>
              <a:rPr lang="en-US" sz="2600" dirty="0">
                <a:solidFill>
                  <a:srgbClr val="0000CC"/>
                </a:solidFill>
                <a:latin typeface="Rockwell" panose="02060603020205020403" pitchFamily="18" charset="0"/>
                <a:ea typeface="+mj-ea"/>
                <a:cs typeface="+mj-cs"/>
              </a:rPr>
              <a:t> </a:t>
            </a:r>
            <a:r>
              <a:rPr lang="en-US" sz="2600" dirty="0" err="1">
                <a:solidFill>
                  <a:srgbClr val="0000CC"/>
                </a:solidFill>
                <a:latin typeface="Rockwell" panose="02060603020205020403" pitchFamily="18" charset="0"/>
                <a:ea typeface="+mj-ea"/>
                <a:cs typeface="+mj-cs"/>
              </a:rPr>
              <a:t>lý</a:t>
            </a:r>
            <a:r>
              <a:rPr lang="en-US" sz="2600" dirty="0">
                <a:solidFill>
                  <a:srgbClr val="0000CC"/>
                </a:solidFill>
                <a:latin typeface="Rockwell" panose="02060603020205020403" pitchFamily="18" charset="0"/>
                <a:ea typeface="+mj-ea"/>
                <a:cs typeface="+mj-cs"/>
              </a:rPr>
              <a:t> </a:t>
            </a:r>
            <a:r>
              <a:rPr lang="en-US" sz="2600" dirty="0" err="1">
                <a:solidFill>
                  <a:srgbClr val="0000CC"/>
                </a:solidFill>
                <a:latin typeface="Rockwell" panose="02060603020205020403" pitchFamily="18" charset="0"/>
                <a:ea typeface="+mj-ea"/>
                <a:cs typeface="+mj-cs"/>
              </a:rPr>
              <a:t>và</a:t>
            </a:r>
            <a:r>
              <a:rPr lang="en-US" sz="2600" dirty="0">
                <a:solidFill>
                  <a:srgbClr val="0000CC"/>
                </a:solidFill>
                <a:latin typeface="Rockwell" panose="02060603020205020403" pitchFamily="18" charset="0"/>
                <a:ea typeface="+mj-ea"/>
                <a:cs typeface="+mj-cs"/>
              </a:rPr>
              <a:t> </a:t>
            </a:r>
            <a:r>
              <a:rPr lang="en-US" sz="2600" dirty="0" err="1">
                <a:solidFill>
                  <a:srgbClr val="0000CC"/>
                </a:solidFill>
                <a:latin typeface="Rockwell" panose="02060603020205020403" pitchFamily="18" charset="0"/>
                <a:ea typeface="+mj-ea"/>
                <a:cs typeface="+mj-cs"/>
              </a:rPr>
              <a:t>giảm</a:t>
            </a:r>
            <a:r>
              <a:rPr lang="en-US" sz="2600" dirty="0">
                <a:solidFill>
                  <a:srgbClr val="0000CC"/>
                </a:solidFill>
                <a:latin typeface="Rockwell" panose="02060603020205020403" pitchFamily="18" charset="0"/>
                <a:ea typeface="+mj-ea"/>
                <a:cs typeface="+mj-cs"/>
              </a:rPr>
              <a:t> </a:t>
            </a:r>
            <a:r>
              <a:rPr lang="en-US" sz="2600" dirty="0" err="1">
                <a:solidFill>
                  <a:srgbClr val="0000CC"/>
                </a:solidFill>
                <a:latin typeface="Rockwell" panose="02060603020205020403" pitchFamily="18" charset="0"/>
                <a:ea typeface="+mj-ea"/>
                <a:cs typeface="+mj-cs"/>
              </a:rPr>
              <a:t>thiểu</a:t>
            </a:r>
            <a:r>
              <a:rPr lang="en-US" sz="2600" dirty="0">
                <a:solidFill>
                  <a:srgbClr val="0000CC"/>
                </a:solidFill>
                <a:latin typeface="Rockwell" panose="02060603020205020403" pitchFamily="18" charset="0"/>
                <a:ea typeface="+mj-ea"/>
                <a:cs typeface="+mj-cs"/>
              </a:rPr>
              <a:t> </a:t>
            </a:r>
            <a:r>
              <a:rPr lang="en-US" sz="2600" dirty="0" err="1">
                <a:solidFill>
                  <a:srgbClr val="0000CC"/>
                </a:solidFill>
                <a:latin typeface="Rockwell" panose="02060603020205020403" pitchFamily="18" charset="0"/>
                <a:ea typeface="+mj-ea"/>
                <a:cs typeface="+mj-cs"/>
              </a:rPr>
              <a:t>rủi</a:t>
            </a:r>
            <a:r>
              <a:rPr lang="en-US" sz="2600" dirty="0">
                <a:solidFill>
                  <a:srgbClr val="0000CC"/>
                </a:solidFill>
                <a:latin typeface="Rockwell" panose="02060603020205020403" pitchFamily="18" charset="0"/>
                <a:ea typeface="+mj-ea"/>
                <a:cs typeface="+mj-cs"/>
              </a:rPr>
              <a:t> </a:t>
            </a:r>
            <a:r>
              <a:rPr lang="en-US" sz="2600" dirty="0" err="1">
                <a:solidFill>
                  <a:srgbClr val="0000CC"/>
                </a:solidFill>
                <a:latin typeface="Rockwell" panose="02060603020205020403" pitchFamily="18" charset="0"/>
                <a:ea typeface="+mj-ea"/>
                <a:cs typeface="+mj-cs"/>
              </a:rPr>
              <a:t>ro</a:t>
            </a:r>
            <a:r>
              <a:rPr lang="en-US" sz="2600" dirty="0">
                <a:solidFill>
                  <a:srgbClr val="0000CC"/>
                </a:solidFill>
                <a:latin typeface="Rockwell" panose="02060603020205020403" pitchFamily="18" charset="0"/>
                <a:ea typeface="+mj-ea"/>
                <a:cs typeface="+mj-cs"/>
              </a:rPr>
              <a:t> </a:t>
            </a:r>
            <a:r>
              <a:rPr lang="en-US" sz="2600" dirty="0" err="1">
                <a:solidFill>
                  <a:srgbClr val="0000CC"/>
                </a:solidFill>
                <a:latin typeface="Rockwell" panose="02060603020205020403" pitchFamily="18" charset="0"/>
                <a:ea typeface="+mj-ea"/>
                <a:cs typeface="+mj-cs"/>
              </a:rPr>
              <a:t>bị</a:t>
            </a:r>
            <a:r>
              <a:rPr lang="en-US" sz="2600" dirty="0">
                <a:solidFill>
                  <a:srgbClr val="0000CC"/>
                </a:solidFill>
                <a:latin typeface="Rockwell" panose="02060603020205020403" pitchFamily="18" charset="0"/>
                <a:ea typeface="+mj-ea"/>
                <a:cs typeface="+mj-cs"/>
              </a:rPr>
              <a:t> </a:t>
            </a:r>
            <a:r>
              <a:rPr lang="en-US" sz="2600" dirty="0" err="1">
                <a:solidFill>
                  <a:srgbClr val="0000CC"/>
                </a:solidFill>
                <a:latin typeface="Rockwell" panose="02060603020205020403" pitchFamily="18" charset="0"/>
                <a:ea typeface="+mj-ea"/>
                <a:cs typeface="+mj-cs"/>
              </a:rPr>
              <a:t>phạt</a:t>
            </a:r>
            <a:r>
              <a:rPr lang="en-US" sz="2600" dirty="0">
                <a:solidFill>
                  <a:srgbClr val="0000CC"/>
                </a:solidFill>
                <a:latin typeface="Rockwell" panose="02060603020205020403" pitchFamily="18" charset="0"/>
                <a:ea typeface="+mj-ea"/>
                <a:cs typeface="+mj-cs"/>
              </a:rPr>
              <a:t> </a:t>
            </a:r>
            <a:r>
              <a:rPr lang="en-US" sz="2600" dirty="0" err="1">
                <a:solidFill>
                  <a:srgbClr val="0000CC"/>
                </a:solidFill>
                <a:latin typeface="Rockwell" panose="02060603020205020403" pitchFamily="18" charset="0"/>
                <a:ea typeface="+mj-ea"/>
                <a:cs typeface="+mj-cs"/>
              </a:rPr>
              <a:t>hoặc</a:t>
            </a:r>
            <a:r>
              <a:rPr lang="en-US" sz="2600" dirty="0">
                <a:solidFill>
                  <a:srgbClr val="0000CC"/>
                </a:solidFill>
                <a:latin typeface="Rockwell" panose="02060603020205020403" pitchFamily="18" charset="0"/>
                <a:ea typeface="+mj-ea"/>
                <a:cs typeface="+mj-cs"/>
              </a:rPr>
              <a:t> </a:t>
            </a:r>
            <a:r>
              <a:rPr lang="en-US" sz="2600" dirty="0" err="1">
                <a:solidFill>
                  <a:srgbClr val="0000CC"/>
                </a:solidFill>
                <a:latin typeface="Rockwell" panose="02060603020205020403" pitchFamily="18" charset="0"/>
                <a:ea typeface="+mj-ea"/>
                <a:cs typeface="+mj-cs"/>
              </a:rPr>
              <a:t>tấn</a:t>
            </a:r>
            <a:r>
              <a:rPr lang="en-US" sz="2600" dirty="0">
                <a:solidFill>
                  <a:srgbClr val="0000CC"/>
                </a:solidFill>
                <a:latin typeface="Rockwell" panose="02060603020205020403" pitchFamily="18" charset="0"/>
                <a:ea typeface="+mj-ea"/>
                <a:cs typeface="+mj-cs"/>
              </a:rPr>
              <a:t> </a:t>
            </a:r>
            <a:r>
              <a:rPr lang="en-US" sz="2600" dirty="0" err="1">
                <a:solidFill>
                  <a:srgbClr val="0000CC"/>
                </a:solidFill>
                <a:latin typeface="Rockwell" panose="02060603020205020403" pitchFamily="18" charset="0"/>
                <a:ea typeface="+mj-ea"/>
                <a:cs typeface="+mj-cs"/>
              </a:rPr>
              <a:t>công</a:t>
            </a:r>
            <a:r>
              <a:rPr lang="en-US" sz="2600" dirty="0">
                <a:solidFill>
                  <a:srgbClr val="0000CC"/>
                </a:solidFill>
                <a:latin typeface="Rockwell" panose="02060603020205020403" pitchFamily="18" charset="0"/>
                <a:ea typeface="+mj-ea"/>
                <a:cs typeface="+mj-cs"/>
              </a:rPr>
              <a:t>.</a:t>
            </a:r>
          </a:p>
          <a:p>
            <a:pPr>
              <a:lnSpc>
                <a:spcPct val="100000"/>
              </a:lnSpc>
              <a:spcBef>
                <a:spcPts val="1200"/>
              </a:spcBef>
              <a:spcAft>
                <a:spcPts val="1200"/>
              </a:spcAft>
            </a:pPr>
            <a:r>
              <a:rPr lang="en-US" sz="2600" dirty="0" err="1" smtClean="0">
                <a:solidFill>
                  <a:srgbClr val="0000CC"/>
                </a:solidFill>
                <a:latin typeface="Rockwell" panose="02060603020205020403" pitchFamily="18" charset="0"/>
                <a:ea typeface="+mj-ea"/>
                <a:cs typeface="+mj-cs"/>
              </a:rPr>
              <a:t>Đây</a:t>
            </a:r>
            <a:r>
              <a:rPr lang="en-US" sz="2600" dirty="0" smtClean="0">
                <a:solidFill>
                  <a:srgbClr val="0000CC"/>
                </a:solidFill>
                <a:latin typeface="Rockwell" panose="02060603020205020403" pitchFamily="18" charset="0"/>
                <a:ea typeface="+mj-ea"/>
                <a:cs typeface="+mj-cs"/>
              </a:rPr>
              <a:t> </a:t>
            </a:r>
            <a:r>
              <a:rPr lang="en-US" sz="2600" dirty="0" err="1">
                <a:solidFill>
                  <a:srgbClr val="0000CC"/>
                </a:solidFill>
                <a:latin typeface="Rockwell" panose="02060603020205020403" pitchFamily="18" charset="0"/>
                <a:ea typeface="+mj-ea"/>
                <a:cs typeface="+mj-cs"/>
              </a:rPr>
              <a:t>là</a:t>
            </a:r>
            <a:r>
              <a:rPr lang="en-US" sz="2600" dirty="0">
                <a:solidFill>
                  <a:srgbClr val="0000CC"/>
                </a:solidFill>
                <a:latin typeface="Rockwell" panose="02060603020205020403" pitchFamily="18" charset="0"/>
                <a:ea typeface="+mj-ea"/>
                <a:cs typeface="+mj-cs"/>
              </a:rPr>
              <a:t> </a:t>
            </a:r>
            <a:r>
              <a:rPr lang="en-US" sz="2600" dirty="0">
                <a:solidFill>
                  <a:srgbClr val="FF00FF"/>
                </a:solidFill>
                <a:latin typeface="Rockwell" panose="02060603020205020403" pitchFamily="18" charset="0"/>
                <a:ea typeface="+mj-ea"/>
                <a:cs typeface="+mj-cs"/>
              </a:rPr>
              <a:t>“</a:t>
            </a:r>
            <a:r>
              <a:rPr lang="en-US" sz="2600" dirty="0" err="1">
                <a:solidFill>
                  <a:srgbClr val="FF00FF"/>
                </a:solidFill>
                <a:latin typeface="Rockwell" panose="02060603020205020403" pitchFamily="18" charset="0"/>
                <a:ea typeface="+mj-ea"/>
                <a:cs typeface="+mj-cs"/>
              </a:rPr>
              <a:t>lớp</a:t>
            </a:r>
            <a:r>
              <a:rPr lang="en-US" sz="2600" dirty="0">
                <a:solidFill>
                  <a:srgbClr val="FF00FF"/>
                </a:solidFill>
                <a:latin typeface="Rockwell" panose="02060603020205020403" pitchFamily="18" charset="0"/>
                <a:ea typeface="+mj-ea"/>
                <a:cs typeface="+mj-cs"/>
              </a:rPr>
              <a:t> </a:t>
            </a:r>
            <a:r>
              <a:rPr lang="en-US" sz="2600" dirty="0" err="1">
                <a:solidFill>
                  <a:srgbClr val="FF00FF"/>
                </a:solidFill>
                <a:latin typeface="Rockwell" panose="02060603020205020403" pitchFamily="18" charset="0"/>
                <a:ea typeface="+mj-ea"/>
                <a:cs typeface="+mj-cs"/>
              </a:rPr>
              <a:t>bảo</a:t>
            </a:r>
            <a:r>
              <a:rPr lang="en-US" sz="2600" dirty="0">
                <a:solidFill>
                  <a:srgbClr val="FF00FF"/>
                </a:solidFill>
                <a:latin typeface="Rockwell" panose="02060603020205020403" pitchFamily="18" charset="0"/>
                <a:ea typeface="+mj-ea"/>
                <a:cs typeface="+mj-cs"/>
              </a:rPr>
              <a:t> </a:t>
            </a:r>
            <a:r>
              <a:rPr lang="en-US" sz="2600" dirty="0" err="1">
                <a:solidFill>
                  <a:srgbClr val="FF00FF"/>
                </a:solidFill>
                <a:latin typeface="Rockwell" panose="02060603020205020403" pitchFamily="18" charset="0"/>
                <a:ea typeface="+mj-ea"/>
                <a:cs typeface="+mj-cs"/>
              </a:rPr>
              <a:t>vệ</a:t>
            </a:r>
            <a:r>
              <a:rPr lang="en-US" sz="2600" dirty="0">
                <a:solidFill>
                  <a:srgbClr val="FF00FF"/>
                </a:solidFill>
                <a:latin typeface="Rockwell" panose="02060603020205020403" pitchFamily="18" charset="0"/>
                <a:ea typeface="+mj-ea"/>
                <a:cs typeface="+mj-cs"/>
              </a:rPr>
              <a:t> </a:t>
            </a:r>
            <a:r>
              <a:rPr lang="en-US" sz="2600" dirty="0" err="1">
                <a:solidFill>
                  <a:srgbClr val="FF00FF"/>
                </a:solidFill>
                <a:latin typeface="Rockwell" panose="02060603020205020403" pitchFamily="18" charset="0"/>
                <a:ea typeface="+mj-ea"/>
                <a:cs typeface="+mj-cs"/>
              </a:rPr>
              <a:t>cuối</a:t>
            </a:r>
            <a:r>
              <a:rPr lang="en-US" sz="2600" dirty="0">
                <a:solidFill>
                  <a:srgbClr val="FF00FF"/>
                </a:solidFill>
                <a:latin typeface="Rockwell" panose="02060603020205020403" pitchFamily="18" charset="0"/>
                <a:ea typeface="+mj-ea"/>
                <a:cs typeface="+mj-cs"/>
              </a:rPr>
              <a:t>” </a:t>
            </a:r>
            <a:r>
              <a:rPr lang="en-US" sz="2600" dirty="0" err="1">
                <a:solidFill>
                  <a:srgbClr val="0000CC"/>
                </a:solidFill>
                <a:latin typeface="Rockwell" panose="02060603020205020403" pitchFamily="18" charset="0"/>
                <a:ea typeface="+mj-ea"/>
                <a:cs typeface="+mj-cs"/>
              </a:rPr>
              <a:t>để</a:t>
            </a:r>
            <a:r>
              <a:rPr lang="en-US" sz="2600" dirty="0">
                <a:solidFill>
                  <a:srgbClr val="0000CC"/>
                </a:solidFill>
                <a:latin typeface="Rockwell" panose="02060603020205020403" pitchFamily="18" charset="0"/>
                <a:ea typeface="+mj-ea"/>
                <a:cs typeface="+mj-cs"/>
              </a:rPr>
              <a:t> </a:t>
            </a:r>
            <a:r>
              <a:rPr lang="en-US" sz="2600" dirty="0" err="1">
                <a:solidFill>
                  <a:srgbClr val="0000CC"/>
                </a:solidFill>
                <a:latin typeface="Rockwell" panose="02060603020205020403" pitchFamily="18" charset="0"/>
                <a:ea typeface="+mj-ea"/>
                <a:cs typeface="+mj-cs"/>
              </a:rPr>
              <a:t>đảm</a:t>
            </a:r>
            <a:r>
              <a:rPr lang="en-US" sz="2600" dirty="0">
                <a:solidFill>
                  <a:srgbClr val="0000CC"/>
                </a:solidFill>
                <a:latin typeface="Rockwell" panose="02060603020205020403" pitchFamily="18" charset="0"/>
                <a:ea typeface="+mj-ea"/>
                <a:cs typeface="+mj-cs"/>
              </a:rPr>
              <a:t> </a:t>
            </a:r>
            <a:r>
              <a:rPr lang="en-US" sz="2600" dirty="0" err="1">
                <a:solidFill>
                  <a:srgbClr val="0000CC"/>
                </a:solidFill>
                <a:latin typeface="Rockwell" panose="02060603020205020403" pitchFamily="18" charset="0"/>
                <a:ea typeface="+mj-ea"/>
                <a:cs typeface="+mj-cs"/>
              </a:rPr>
              <a:t>bảo</a:t>
            </a:r>
            <a:r>
              <a:rPr lang="en-US" sz="2600" dirty="0">
                <a:solidFill>
                  <a:srgbClr val="0000CC"/>
                </a:solidFill>
                <a:latin typeface="Rockwell" panose="02060603020205020403" pitchFamily="18" charset="0"/>
                <a:ea typeface="+mj-ea"/>
                <a:cs typeface="+mj-cs"/>
              </a:rPr>
              <a:t> </a:t>
            </a:r>
            <a:r>
              <a:rPr lang="en-US" sz="2600" dirty="0" err="1">
                <a:solidFill>
                  <a:srgbClr val="0000CC"/>
                </a:solidFill>
                <a:latin typeface="Rockwell" panose="02060603020205020403" pitchFamily="18" charset="0"/>
                <a:ea typeface="+mj-ea"/>
                <a:cs typeface="+mj-cs"/>
              </a:rPr>
              <a:t>phần</a:t>
            </a:r>
            <a:r>
              <a:rPr lang="en-US" sz="2600" dirty="0">
                <a:solidFill>
                  <a:srgbClr val="0000CC"/>
                </a:solidFill>
                <a:latin typeface="Rockwell" panose="02060603020205020403" pitchFamily="18" charset="0"/>
                <a:ea typeface="+mj-ea"/>
                <a:cs typeface="+mj-cs"/>
              </a:rPr>
              <a:t> </a:t>
            </a:r>
            <a:r>
              <a:rPr lang="en-US" sz="2600" dirty="0" err="1">
                <a:solidFill>
                  <a:srgbClr val="0000CC"/>
                </a:solidFill>
                <a:latin typeface="Rockwell" panose="02060603020205020403" pitchFamily="18" charset="0"/>
                <a:ea typeface="+mj-ea"/>
                <a:cs typeface="+mj-cs"/>
              </a:rPr>
              <a:t>mềm</a:t>
            </a:r>
            <a:r>
              <a:rPr lang="en-US" sz="2600" dirty="0">
                <a:solidFill>
                  <a:srgbClr val="0000CC"/>
                </a:solidFill>
                <a:latin typeface="Rockwell" panose="02060603020205020403" pitchFamily="18" charset="0"/>
                <a:ea typeface="+mj-ea"/>
                <a:cs typeface="+mj-cs"/>
              </a:rPr>
              <a:t> </a:t>
            </a:r>
            <a:r>
              <a:rPr lang="en-US" sz="2600" dirty="0" err="1">
                <a:solidFill>
                  <a:srgbClr val="0000CC"/>
                </a:solidFill>
                <a:latin typeface="Rockwell" panose="02060603020205020403" pitchFamily="18" charset="0"/>
                <a:ea typeface="+mj-ea"/>
                <a:cs typeface="+mj-cs"/>
              </a:rPr>
              <a:t>không</a:t>
            </a:r>
            <a:r>
              <a:rPr lang="en-US" sz="2600" dirty="0">
                <a:solidFill>
                  <a:srgbClr val="0000CC"/>
                </a:solidFill>
                <a:latin typeface="Rockwell" panose="02060603020205020403" pitchFamily="18" charset="0"/>
                <a:ea typeface="+mj-ea"/>
                <a:cs typeface="+mj-cs"/>
              </a:rPr>
              <a:t> </a:t>
            </a:r>
            <a:r>
              <a:rPr lang="en-US" sz="2600" dirty="0" err="1">
                <a:solidFill>
                  <a:srgbClr val="0000CC"/>
                </a:solidFill>
                <a:latin typeface="Rockwell" panose="02060603020205020403" pitchFamily="18" charset="0"/>
                <a:ea typeface="+mj-ea"/>
                <a:cs typeface="+mj-cs"/>
              </a:rPr>
              <a:t>chỉ</a:t>
            </a:r>
            <a:r>
              <a:rPr lang="en-US" sz="2600" dirty="0">
                <a:solidFill>
                  <a:srgbClr val="0000CC"/>
                </a:solidFill>
                <a:latin typeface="Rockwell" panose="02060603020205020403" pitchFamily="18" charset="0"/>
                <a:ea typeface="+mj-ea"/>
                <a:cs typeface="+mj-cs"/>
              </a:rPr>
              <a:t> an </a:t>
            </a:r>
            <a:r>
              <a:rPr lang="en-US" sz="2600" dirty="0" err="1">
                <a:solidFill>
                  <a:srgbClr val="0000CC"/>
                </a:solidFill>
                <a:latin typeface="Rockwell" panose="02060603020205020403" pitchFamily="18" charset="0"/>
                <a:ea typeface="+mj-ea"/>
                <a:cs typeface="+mj-cs"/>
              </a:rPr>
              <a:t>toàn</a:t>
            </a:r>
            <a:r>
              <a:rPr lang="en-US" sz="2600" dirty="0">
                <a:solidFill>
                  <a:srgbClr val="0000CC"/>
                </a:solidFill>
                <a:latin typeface="Rockwell" panose="02060603020205020403" pitchFamily="18" charset="0"/>
                <a:ea typeface="+mj-ea"/>
                <a:cs typeface="+mj-cs"/>
              </a:rPr>
              <a:t> </a:t>
            </a:r>
            <a:r>
              <a:rPr lang="en-US" sz="2600" dirty="0" err="1">
                <a:solidFill>
                  <a:srgbClr val="0000CC"/>
                </a:solidFill>
                <a:latin typeface="Rockwell" panose="02060603020205020403" pitchFamily="18" charset="0"/>
                <a:ea typeface="+mj-ea"/>
                <a:cs typeface="+mj-cs"/>
              </a:rPr>
              <a:t>khi</a:t>
            </a:r>
            <a:r>
              <a:rPr lang="en-US" sz="2600" dirty="0">
                <a:solidFill>
                  <a:srgbClr val="0000CC"/>
                </a:solidFill>
                <a:latin typeface="Rockwell" panose="02060603020205020403" pitchFamily="18" charset="0"/>
                <a:ea typeface="+mj-ea"/>
                <a:cs typeface="+mj-cs"/>
              </a:rPr>
              <a:t> </a:t>
            </a:r>
            <a:r>
              <a:rPr lang="en-US" sz="2600" dirty="0" err="1">
                <a:solidFill>
                  <a:srgbClr val="0000CC"/>
                </a:solidFill>
                <a:latin typeface="Rockwell" panose="02060603020205020403" pitchFamily="18" charset="0"/>
                <a:ea typeface="+mj-ea"/>
                <a:cs typeface="+mj-cs"/>
              </a:rPr>
              <a:t>phát</a:t>
            </a:r>
            <a:r>
              <a:rPr lang="en-US" sz="2600" dirty="0">
                <a:solidFill>
                  <a:srgbClr val="0000CC"/>
                </a:solidFill>
                <a:latin typeface="Rockwell" panose="02060603020205020403" pitchFamily="18" charset="0"/>
                <a:ea typeface="+mj-ea"/>
                <a:cs typeface="+mj-cs"/>
              </a:rPr>
              <a:t> </a:t>
            </a:r>
            <a:r>
              <a:rPr lang="en-US" sz="2600" dirty="0" err="1">
                <a:solidFill>
                  <a:srgbClr val="0000CC"/>
                </a:solidFill>
                <a:latin typeface="Rockwell" panose="02060603020205020403" pitchFamily="18" charset="0"/>
                <a:ea typeface="+mj-ea"/>
                <a:cs typeface="+mj-cs"/>
              </a:rPr>
              <a:t>triển</a:t>
            </a:r>
            <a:r>
              <a:rPr lang="en-US" sz="2600" dirty="0">
                <a:solidFill>
                  <a:srgbClr val="0000CC"/>
                </a:solidFill>
                <a:latin typeface="Rockwell" panose="02060603020205020403" pitchFamily="18" charset="0"/>
                <a:ea typeface="+mj-ea"/>
                <a:cs typeface="+mj-cs"/>
              </a:rPr>
              <a:t> </a:t>
            </a:r>
            <a:r>
              <a:rPr lang="en-US" sz="2600" dirty="0" err="1">
                <a:solidFill>
                  <a:srgbClr val="0000CC"/>
                </a:solidFill>
                <a:latin typeface="Rockwell" panose="02060603020205020403" pitchFamily="18" charset="0"/>
                <a:ea typeface="+mj-ea"/>
                <a:cs typeface="+mj-cs"/>
              </a:rPr>
              <a:t>mà</a:t>
            </a:r>
            <a:r>
              <a:rPr lang="en-US" sz="2600" dirty="0">
                <a:solidFill>
                  <a:srgbClr val="0000CC"/>
                </a:solidFill>
                <a:latin typeface="Rockwell" panose="02060603020205020403" pitchFamily="18" charset="0"/>
                <a:ea typeface="+mj-ea"/>
                <a:cs typeface="+mj-cs"/>
              </a:rPr>
              <a:t> </a:t>
            </a:r>
            <a:r>
              <a:rPr lang="en-US" sz="2600" dirty="0" err="1">
                <a:solidFill>
                  <a:srgbClr val="0000CC"/>
                </a:solidFill>
                <a:latin typeface="Rockwell" panose="02060603020205020403" pitchFamily="18" charset="0"/>
                <a:ea typeface="+mj-ea"/>
                <a:cs typeface="+mj-cs"/>
              </a:rPr>
              <a:t>còn</a:t>
            </a:r>
            <a:r>
              <a:rPr lang="en-US" sz="2600" dirty="0">
                <a:solidFill>
                  <a:srgbClr val="0000CC"/>
                </a:solidFill>
                <a:latin typeface="Rockwell" panose="02060603020205020403" pitchFamily="18" charset="0"/>
                <a:ea typeface="+mj-ea"/>
                <a:cs typeface="+mj-cs"/>
              </a:rPr>
              <a:t> </a:t>
            </a:r>
            <a:r>
              <a:rPr lang="en-US" sz="2600" dirty="0" err="1">
                <a:solidFill>
                  <a:srgbClr val="0000CC"/>
                </a:solidFill>
                <a:latin typeface="Rockwell" panose="02060603020205020403" pitchFamily="18" charset="0"/>
                <a:ea typeface="+mj-ea"/>
                <a:cs typeface="+mj-cs"/>
              </a:rPr>
              <a:t>bền</a:t>
            </a:r>
            <a:r>
              <a:rPr lang="en-US" sz="2600" dirty="0">
                <a:solidFill>
                  <a:srgbClr val="0000CC"/>
                </a:solidFill>
                <a:latin typeface="Rockwell" panose="02060603020205020403" pitchFamily="18" charset="0"/>
                <a:ea typeface="+mj-ea"/>
                <a:cs typeface="+mj-cs"/>
              </a:rPr>
              <a:t> </a:t>
            </a:r>
            <a:r>
              <a:rPr lang="en-US" sz="2600" dirty="0" err="1">
                <a:solidFill>
                  <a:srgbClr val="0000CC"/>
                </a:solidFill>
                <a:latin typeface="Rockwell" panose="02060603020205020403" pitchFamily="18" charset="0"/>
                <a:ea typeface="+mj-ea"/>
                <a:cs typeface="+mj-cs"/>
              </a:rPr>
              <a:t>vững</a:t>
            </a:r>
            <a:r>
              <a:rPr lang="en-US" sz="2600" dirty="0">
                <a:solidFill>
                  <a:srgbClr val="0000CC"/>
                </a:solidFill>
                <a:latin typeface="Rockwell" panose="02060603020205020403" pitchFamily="18" charset="0"/>
                <a:ea typeface="+mj-ea"/>
                <a:cs typeface="+mj-cs"/>
              </a:rPr>
              <a:t> </a:t>
            </a:r>
            <a:r>
              <a:rPr lang="en-US" sz="2600" dirty="0" err="1">
                <a:solidFill>
                  <a:srgbClr val="0000CC"/>
                </a:solidFill>
                <a:latin typeface="Rockwell" panose="02060603020205020403" pitchFamily="18" charset="0"/>
                <a:ea typeface="+mj-ea"/>
                <a:cs typeface="+mj-cs"/>
              </a:rPr>
              <a:t>trong</a:t>
            </a:r>
            <a:r>
              <a:rPr lang="en-US" sz="2600" dirty="0">
                <a:solidFill>
                  <a:srgbClr val="0000CC"/>
                </a:solidFill>
                <a:latin typeface="Rockwell" panose="02060603020205020403" pitchFamily="18" charset="0"/>
                <a:ea typeface="+mj-ea"/>
                <a:cs typeface="+mj-cs"/>
              </a:rPr>
              <a:t> </a:t>
            </a:r>
            <a:r>
              <a:rPr lang="en-US" sz="2600" dirty="0" err="1">
                <a:solidFill>
                  <a:srgbClr val="0000CC"/>
                </a:solidFill>
                <a:latin typeface="Rockwell" panose="02060603020205020403" pitchFamily="18" charset="0"/>
                <a:ea typeface="+mj-ea"/>
                <a:cs typeface="+mj-cs"/>
              </a:rPr>
              <a:t>suốt</a:t>
            </a:r>
            <a:r>
              <a:rPr lang="en-US" sz="2600" dirty="0">
                <a:solidFill>
                  <a:srgbClr val="0000CC"/>
                </a:solidFill>
                <a:latin typeface="Rockwell" panose="02060603020205020403" pitchFamily="18" charset="0"/>
                <a:ea typeface="+mj-ea"/>
                <a:cs typeface="+mj-cs"/>
              </a:rPr>
              <a:t> </a:t>
            </a:r>
            <a:r>
              <a:rPr lang="en-US" sz="2600" dirty="0" err="1">
                <a:solidFill>
                  <a:srgbClr val="0000CC"/>
                </a:solidFill>
                <a:latin typeface="Rockwell" panose="02060603020205020403" pitchFamily="18" charset="0"/>
                <a:ea typeface="+mj-ea"/>
                <a:cs typeface="+mj-cs"/>
              </a:rPr>
              <a:t>vòng</a:t>
            </a:r>
            <a:r>
              <a:rPr lang="en-US" sz="2600" dirty="0">
                <a:solidFill>
                  <a:srgbClr val="0000CC"/>
                </a:solidFill>
                <a:latin typeface="Rockwell" panose="02060603020205020403" pitchFamily="18" charset="0"/>
                <a:ea typeface="+mj-ea"/>
                <a:cs typeface="+mj-cs"/>
              </a:rPr>
              <a:t> </a:t>
            </a:r>
            <a:r>
              <a:rPr lang="en-US" sz="2600" dirty="0" err="1">
                <a:solidFill>
                  <a:srgbClr val="0000CC"/>
                </a:solidFill>
                <a:latin typeface="Rockwell" panose="02060603020205020403" pitchFamily="18" charset="0"/>
                <a:ea typeface="+mj-ea"/>
                <a:cs typeface="+mj-cs"/>
              </a:rPr>
              <a:t>đời</a:t>
            </a:r>
            <a:r>
              <a:rPr lang="en-US" sz="2600" dirty="0">
                <a:solidFill>
                  <a:srgbClr val="0000CC"/>
                </a:solidFill>
                <a:latin typeface="Rockwell" panose="02060603020205020403" pitchFamily="18" charset="0"/>
                <a:ea typeface="+mj-ea"/>
                <a:cs typeface="+mj-cs"/>
              </a:rPr>
              <a:t> </a:t>
            </a:r>
            <a:r>
              <a:rPr lang="en-US" sz="2600" dirty="0" err="1">
                <a:solidFill>
                  <a:srgbClr val="0000CC"/>
                </a:solidFill>
                <a:latin typeface="Rockwell" panose="02060603020205020403" pitchFamily="18" charset="0"/>
                <a:ea typeface="+mj-ea"/>
                <a:cs typeface="+mj-cs"/>
              </a:rPr>
              <a:t>vận</a:t>
            </a:r>
            <a:r>
              <a:rPr lang="en-US" sz="2600" dirty="0">
                <a:solidFill>
                  <a:srgbClr val="0000CC"/>
                </a:solidFill>
                <a:latin typeface="Rockwell" panose="02060603020205020403" pitchFamily="18" charset="0"/>
                <a:ea typeface="+mj-ea"/>
                <a:cs typeface="+mj-cs"/>
              </a:rPr>
              <a:t> </a:t>
            </a:r>
            <a:r>
              <a:rPr lang="en-US" sz="2600" dirty="0" err="1">
                <a:solidFill>
                  <a:srgbClr val="0000CC"/>
                </a:solidFill>
                <a:latin typeface="Rockwell" panose="02060603020205020403" pitchFamily="18" charset="0"/>
                <a:ea typeface="+mj-ea"/>
                <a:cs typeface="+mj-cs"/>
              </a:rPr>
              <a:t>hành</a:t>
            </a:r>
            <a:r>
              <a:rPr lang="en-US" sz="2600" dirty="0">
                <a:solidFill>
                  <a:srgbClr val="0000CC"/>
                </a:solidFill>
                <a:latin typeface="Rockwell" panose="02060603020205020403" pitchFamily="18" charset="0"/>
                <a:ea typeface="+mj-ea"/>
                <a:cs typeface="+mj-cs"/>
              </a:rPr>
              <a:t>.</a:t>
            </a:r>
          </a:p>
        </p:txBody>
      </p:sp>
    </p:spTree>
    <p:extLst>
      <p:ext uri="{BB962C8B-B14F-4D97-AF65-F5344CB8AC3E}">
        <p14:creationId xmlns:p14="http://schemas.microsoft.com/office/powerpoint/2010/main" val="585660756"/>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57952" y="914868"/>
            <a:ext cx="10242645" cy="528851"/>
          </a:xfrm>
        </p:spPr>
        <p:txBody>
          <a:bodyPr/>
          <a:lstStyle/>
          <a:p>
            <a:pPr>
              <a:lnSpc>
                <a:spcPct val="100000"/>
              </a:lnSpc>
              <a:spcBef>
                <a:spcPts val="600"/>
              </a:spcBef>
              <a:spcAft>
                <a:spcPts val="600"/>
              </a:spcAft>
            </a:pPr>
            <a:r>
              <a:rPr lang="en-US" sz="2800" b="1" dirty="0" smtClean="0">
                <a:solidFill>
                  <a:srgbClr val="0000CC"/>
                </a:solidFill>
                <a:latin typeface="Rockwell" panose="02060603020205020403" pitchFamily="18" charset="0"/>
              </a:rPr>
              <a:t>8.4.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cụ</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&amp;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Thực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hành</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phổ</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biến</a:t>
            </a:r>
            <a:endPar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1" y="1497540"/>
            <a:ext cx="10078872" cy="4821002"/>
          </a:xfrm>
        </p:spPr>
        <p:txBody>
          <a:bodyPr/>
          <a:lstStyle/>
          <a:p>
            <a:pPr marL="0" indent="0">
              <a:buNone/>
            </a:pPr>
            <a:r>
              <a:rPr lang="en-US" sz="2600" b="1" dirty="0">
                <a:solidFill>
                  <a:srgbClr val="0000CC"/>
                </a:solidFill>
                <a:latin typeface="Rockwell" panose="02060603020205020403" pitchFamily="18" charset="0"/>
                <a:ea typeface="+mj-ea"/>
                <a:cs typeface="+mj-cs"/>
              </a:rPr>
              <a:t>1. </a:t>
            </a:r>
            <a:r>
              <a:rPr lang="en-US" sz="2600" b="1" dirty="0" err="1">
                <a:solidFill>
                  <a:srgbClr val="0000CC"/>
                </a:solidFill>
                <a:latin typeface="Rockwell" panose="02060603020205020403" pitchFamily="18" charset="0"/>
                <a:ea typeface="+mj-ea"/>
                <a:cs typeface="+mj-cs"/>
              </a:rPr>
              <a:t>Công</a:t>
            </a:r>
            <a:r>
              <a:rPr lang="en-US" sz="2600" b="1" dirty="0">
                <a:solidFill>
                  <a:srgbClr val="0000CC"/>
                </a:solidFill>
                <a:latin typeface="Rockwell" panose="02060603020205020403" pitchFamily="18" charset="0"/>
                <a:ea typeface="+mj-ea"/>
                <a:cs typeface="+mj-cs"/>
              </a:rPr>
              <a:t> </a:t>
            </a:r>
            <a:r>
              <a:rPr lang="en-US" sz="2600" b="1" dirty="0" err="1">
                <a:solidFill>
                  <a:srgbClr val="0000CC"/>
                </a:solidFill>
                <a:latin typeface="Rockwell" panose="02060603020205020403" pitchFamily="18" charset="0"/>
                <a:ea typeface="+mj-ea"/>
                <a:cs typeface="+mj-cs"/>
              </a:rPr>
              <a:t>cụ</a:t>
            </a:r>
            <a:r>
              <a:rPr lang="en-US" sz="2600" b="1" dirty="0">
                <a:solidFill>
                  <a:srgbClr val="0000CC"/>
                </a:solidFill>
                <a:latin typeface="Rockwell" panose="02060603020205020403" pitchFamily="18" charset="0"/>
                <a:ea typeface="+mj-ea"/>
                <a:cs typeface="+mj-cs"/>
              </a:rPr>
              <a:t> </a:t>
            </a:r>
            <a:r>
              <a:rPr lang="en-US" sz="2600" b="1" dirty="0" err="1">
                <a:solidFill>
                  <a:srgbClr val="0000CC"/>
                </a:solidFill>
                <a:latin typeface="Rockwell" panose="02060603020205020403" pitchFamily="18" charset="0"/>
                <a:ea typeface="+mj-ea"/>
                <a:cs typeface="+mj-cs"/>
              </a:rPr>
              <a:t>phổ</a:t>
            </a:r>
            <a:r>
              <a:rPr lang="en-US" sz="2600" b="1" dirty="0">
                <a:solidFill>
                  <a:srgbClr val="0000CC"/>
                </a:solidFill>
                <a:latin typeface="Rockwell" panose="02060603020205020403" pitchFamily="18" charset="0"/>
                <a:ea typeface="+mj-ea"/>
                <a:cs typeface="+mj-cs"/>
              </a:rPr>
              <a:t> </a:t>
            </a:r>
            <a:r>
              <a:rPr lang="en-US" sz="2600" b="1" dirty="0" err="1">
                <a:solidFill>
                  <a:srgbClr val="0000CC"/>
                </a:solidFill>
                <a:latin typeface="Rockwell" panose="02060603020205020403" pitchFamily="18" charset="0"/>
                <a:ea typeface="+mj-ea"/>
                <a:cs typeface="+mj-cs"/>
              </a:rPr>
              <a:t>biến</a:t>
            </a:r>
            <a:endParaRPr lang="en-US" sz="2600" b="1" dirty="0">
              <a:solidFill>
                <a:srgbClr val="0000CC"/>
              </a:solidFill>
              <a:latin typeface="Rockwell" panose="02060603020205020403" pitchFamily="18" charset="0"/>
              <a:ea typeface="+mj-ea"/>
              <a:cs typeface="+mj-cs"/>
            </a:endParaRPr>
          </a:p>
          <a:p>
            <a:pPr marL="0" indent="0">
              <a:buNone/>
            </a:pPr>
            <a:r>
              <a:rPr lang="en-US" sz="2600" dirty="0">
                <a:solidFill>
                  <a:srgbClr val="0000CC"/>
                </a:solidFill>
                <a:latin typeface="Rockwell" panose="02060603020205020403" pitchFamily="18" charset="0"/>
                <a:ea typeface="+mj-ea"/>
                <a:cs typeface="+mj-cs"/>
              </a:rPr>
              <a:t>a. </a:t>
            </a:r>
            <a:r>
              <a:rPr lang="en-US" sz="2600" dirty="0" err="1">
                <a:solidFill>
                  <a:srgbClr val="0000CC"/>
                </a:solidFill>
                <a:latin typeface="Rockwell" panose="02060603020205020403" pitchFamily="18" charset="0"/>
                <a:ea typeface="+mj-ea"/>
                <a:cs typeface="+mj-cs"/>
              </a:rPr>
              <a:t>Phân</a:t>
            </a:r>
            <a:r>
              <a:rPr lang="en-US" sz="2600" dirty="0">
                <a:solidFill>
                  <a:srgbClr val="0000CC"/>
                </a:solidFill>
                <a:latin typeface="Rockwell" panose="02060603020205020403" pitchFamily="18" charset="0"/>
                <a:ea typeface="+mj-ea"/>
                <a:cs typeface="+mj-cs"/>
              </a:rPr>
              <a:t> </a:t>
            </a:r>
            <a:r>
              <a:rPr lang="en-US" sz="2600" dirty="0" err="1">
                <a:solidFill>
                  <a:srgbClr val="0000CC"/>
                </a:solidFill>
                <a:latin typeface="Rockwell" panose="02060603020205020403" pitchFamily="18" charset="0"/>
                <a:ea typeface="+mj-ea"/>
                <a:cs typeface="+mj-cs"/>
              </a:rPr>
              <a:t>tích</a:t>
            </a:r>
            <a:r>
              <a:rPr lang="en-US" sz="2600" dirty="0">
                <a:solidFill>
                  <a:srgbClr val="0000CC"/>
                </a:solidFill>
                <a:latin typeface="Rockwell" panose="02060603020205020403" pitchFamily="18" charset="0"/>
                <a:ea typeface="+mj-ea"/>
                <a:cs typeface="+mj-cs"/>
              </a:rPr>
              <a:t> </a:t>
            </a:r>
            <a:r>
              <a:rPr lang="en-US" sz="2600" dirty="0" err="1">
                <a:solidFill>
                  <a:srgbClr val="0000CC"/>
                </a:solidFill>
                <a:latin typeface="Rockwell" panose="02060603020205020403" pitchFamily="18" charset="0"/>
                <a:ea typeface="+mj-ea"/>
                <a:cs typeface="+mj-cs"/>
              </a:rPr>
              <a:t>mã</a:t>
            </a:r>
            <a:r>
              <a:rPr lang="en-US" sz="2600" dirty="0">
                <a:solidFill>
                  <a:srgbClr val="0000CC"/>
                </a:solidFill>
                <a:latin typeface="Rockwell" panose="02060603020205020403" pitchFamily="18" charset="0"/>
                <a:ea typeface="+mj-ea"/>
                <a:cs typeface="+mj-cs"/>
              </a:rPr>
              <a:t> </a:t>
            </a:r>
            <a:r>
              <a:rPr lang="en-US" sz="2600" dirty="0" err="1">
                <a:solidFill>
                  <a:srgbClr val="0000CC"/>
                </a:solidFill>
                <a:latin typeface="Rockwell" panose="02060603020205020403" pitchFamily="18" charset="0"/>
                <a:ea typeface="+mj-ea"/>
                <a:cs typeface="+mj-cs"/>
              </a:rPr>
              <a:t>nguồn</a:t>
            </a:r>
            <a:r>
              <a:rPr lang="en-US" sz="2600" dirty="0">
                <a:solidFill>
                  <a:srgbClr val="0000CC"/>
                </a:solidFill>
                <a:latin typeface="Rockwell" panose="02060603020205020403" pitchFamily="18" charset="0"/>
                <a:ea typeface="+mj-ea"/>
                <a:cs typeface="+mj-cs"/>
              </a:rPr>
              <a:t> &amp; </a:t>
            </a:r>
            <a:r>
              <a:rPr lang="en-US" sz="2600" dirty="0" err="1">
                <a:solidFill>
                  <a:srgbClr val="0000CC"/>
                </a:solidFill>
                <a:latin typeface="Rockwell" panose="02060603020205020403" pitchFamily="18" charset="0"/>
                <a:ea typeface="+mj-ea"/>
                <a:cs typeface="+mj-cs"/>
              </a:rPr>
              <a:t>lỗ</a:t>
            </a:r>
            <a:r>
              <a:rPr lang="en-US" sz="2600" dirty="0">
                <a:solidFill>
                  <a:srgbClr val="0000CC"/>
                </a:solidFill>
                <a:latin typeface="Rockwell" panose="02060603020205020403" pitchFamily="18" charset="0"/>
                <a:ea typeface="+mj-ea"/>
                <a:cs typeface="+mj-cs"/>
              </a:rPr>
              <a:t> </a:t>
            </a:r>
            <a:r>
              <a:rPr lang="en-US" sz="2600" dirty="0" err="1">
                <a:solidFill>
                  <a:srgbClr val="0000CC"/>
                </a:solidFill>
                <a:latin typeface="Rockwell" panose="02060603020205020403" pitchFamily="18" charset="0"/>
                <a:ea typeface="+mj-ea"/>
                <a:cs typeface="+mj-cs"/>
              </a:rPr>
              <a:t>hổng</a:t>
            </a:r>
            <a:endParaRPr lang="en-US" sz="2600" dirty="0">
              <a:solidFill>
                <a:srgbClr val="0000CC"/>
              </a:solidFill>
              <a:latin typeface="Rockwell" panose="02060603020205020403" pitchFamily="18" charset="0"/>
              <a:ea typeface="+mj-ea"/>
              <a:cs typeface="+mj-cs"/>
            </a:endParaRPr>
          </a:p>
          <a:p>
            <a:pPr lvl="1"/>
            <a:r>
              <a:rPr lang="en-US" sz="2600" b="1" dirty="0" err="1">
                <a:solidFill>
                  <a:srgbClr val="0000CC"/>
                </a:solidFill>
                <a:latin typeface="Rockwell" panose="02060603020205020403" pitchFamily="18" charset="0"/>
                <a:ea typeface="+mj-ea"/>
                <a:cs typeface="+mj-cs"/>
              </a:rPr>
              <a:t>SAST</a:t>
            </a:r>
            <a:r>
              <a:rPr lang="en-US" sz="2600" dirty="0">
                <a:solidFill>
                  <a:srgbClr val="0000CC"/>
                </a:solidFill>
                <a:latin typeface="Rockwell" panose="02060603020205020403" pitchFamily="18" charset="0"/>
                <a:ea typeface="+mj-ea"/>
                <a:cs typeface="+mj-cs"/>
              </a:rPr>
              <a:t> (Static Application Security Testing): </a:t>
            </a:r>
            <a:r>
              <a:rPr lang="en-US" sz="2600" dirty="0" err="1">
                <a:solidFill>
                  <a:srgbClr val="0000CC"/>
                </a:solidFill>
                <a:latin typeface="Rockwell" panose="02060603020205020403" pitchFamily="18" charset="0"/>
                <a:ea typeface="+mj-ea"/>
                <a:cs typeface="+mj-cs"/>
              </a:rPr>
              <a:t>SonarQube</a:t>
            </a:r>
            <a:r>
              <a:rPr lang="en-US" sz="2600" dirty="0">
                <a:solidFill>
                  <a:srgbClr val="0000CC"/>
                </a:solidFill>
                <a:latin typeface="Rockwell" panose="02060603020205020403" pitchFamily="18" charset="0"/>
                <a:ea typeface="+mj-ea"/>
                <a:cs typeface="+mj-cs"/>
              </a:rPr>
              <a:t>, </a:t>
            </a:r>
            <a:r>
              <a:rPr lang="en-US" sz="2600" dirty="0" err="1">
                <a:solidFill>
                  <a:srgbClr val="0000CC"/>
                </a:solidFill>
                <a:latin typeface="Rockwell" panose="02060603020205020403" pitchFamily="18" charset="0"/>
                <a:ea typeface="+mj-ea"/>
                <a:cs typeface="+mj-cs"/>
              </a:rPr>
              <a:t>Checkmarx</a:t>
            </a:r>
            <a:r>
              <a:rPr lang="en-US" sz="2600" dirty="0">
                <a:solidFill>
                  <a:srgbClr val="0000CC"/>
                </a:solidFill>
                <a:latin typeface="Rockwell" panose="02060603020205020403" pitchFamily="18" charset="0"/>
                <a:ea typeface="+mj-ea"/>
                <a:cs typeface="+mj-cs"/>
              </a:rPr>
              <a:t>, Fortify.</a:t>
            </a:r>
          </a:p>
          <a:p>
            <a:pPr lvl="1"/>
            <a:r>
              <a:rPr lang="en-US" sz="2600" b="1" dirty="0" err="1">
                <a:solidFill>
                  <a:srgbClr val="0000CC"/>
                </a:solidFill>
                <a:latin typeface="Rockwell" panose="02060603020205020403" pitchFamily="18" charset="0"/>
                <a:ea typeface="+mj-ea"/>
                <a:cs typeface="+mj-cs"/>
              </a:rPr>
              <a:t>DAST</a:t>
            </a:r>
            <a:r>
              <a:rPr lang="en-US" sz="2600" dirty="0">
                <a:solidFill>
                  <a:srgbClr val="0000CC"/>
                </a:solidFill>
                <a:latin typeface="Rockwell" panose="02060603020205020403" pitchFamily="18" charset="0"/>
                <a:ea typeface="+mj-ea"/>
                <a:cs typeface="+mj-cs"/>
              </a:rPr>
              <a:t> (Dynamic Application Security Testing): </a:t>
            </a:r>
            <a:r>
              <a:rPr lang="en-US" sz="2600" dirty="0" err="1">
                <a:solidFill>
                  <a:srgbClr val="0000CC"/>
                </a:solidFill>
                <a:latin typeface="Rockwell" panose="02060603020205020403" pitchFamily="18" charset="0"/>
                <a:ea typeface="+mj-ea"/>
                <a:cs typeface="+mj-cs"/>
              </a:rPr>
              <a:t>OWASP</a:t>
            </a:r>
            <a:r>
              <a:rPr lang="en-US" sz="2600" dirty="0">
                <a:solidFill>
                  <a:srgbClr val="0000CC"/>
                </a:solidFill>
                <a:latin typeface="Rockwell" panose="02060603020205020403" pitchFamily="18" charset="0"/>
                <a:ea typeface="+mj-ea"/>
                <a:cs typeface="+mj-cs"/>
              </a:rPr>
              <a:t> ZAP, Burp Suite.</a:t>
            </a:r>
          </a:p>
          <a:p>
            <a:pPr lvl="1"/>
            <a:r>
              <a:rPr lang="en-US" sz="2600" b="1" dirty="0" err="1">
                <a:solidFill>
                  <a:srgbClr val="0000CC"/>
                </a:solidFill>
                <a:latin typeface="Rockwell" panose="02060603020205020403" pitchFamily="18" charset="0"/>
                <a:ea typeface="+mj-ea"/>
                <a:cs typeface="+mj-cs"/>
              </a:rPr>
              <a:t>IAST</a:t>
            </a:r>
            <a:r>
              <a:rPr lang="en-US" sz="2600" dirty="0">
                <a:solidFill>
                  <a:srgbClr val="0000CC"/>
                </a:solidFill>
                <a:latin typeface="Rockwell" panose="02060603020205020403" pitchFamily="18" charset="0"/>
                <a:ea typeface="+mj-ea"/>
                <a:cs typeface="+mj-cs"/>
              </a:rPr>
              <a:t> (Interactive Application Security Testing): Contrast Security, </a:t>
            </a:r>
            <a:r>
              <a:rPr lang="en-US" sz="2600" dirty="0" err="1">
                <a:solidFill>
                  <a:srgbClr val="0000CC"/>
                </a:solidFill>
                <a:latin typeface="Rockwell" panose="02060603020205020403" pitchFamily="18" charset="0"/>
                <a:ea typeface="+mj-ea"/>
                <a:cs typeface="+mj-cs"/>
              </a:rPr>
              <a:t>Veracode</a:t>
            </a:r>
            <a:r>
              <a:rPr lang="en-US" sz="2600" dirty="0" smtClean="0">
                <a:solidFill>
                  <a:srgbClr val="0000CC"/>
                </a:solidFill>
                <a:latin typeface="Rockwell" panose="02060603020205020403" pitchFamily="18" charset="0"/>
                <a:ea typeface="+mj-ea"/>
                <a:cs typeface="+mj-cs"/>
              </a:rPr>
              <a:t>.</a:t>
            </a:r>
            <a:endParaRPr lang="en-US" sz="2600" dirty="0">
              <a:solidFill>
                <a:srgbClr val="0000CC"/>
              </a:solidFill>
              <a:latin typeface="Rockwell" panose="02060603020205020403" pitchFamily="18" charset="0"/>
              <a:ea typeface="+mj-ea"/>
              <a:cs typeface="+mj-cs"/>
            </a:endParaRPr>
          </a:p>
        </p:txBody>
      </p:sp>
    </p:spTree>
    <p:extLst>
      <p:ext uri="{BB962C8B-B14F-4D97-AF65-F5344CB8AC3E}">
        <p14:creationId xmlns:p14="http://schemas.microsoft.com/office/powerpoint/2010/main" val="2464098492"/>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57952" y="914868"/>
            <a:ext cx="10242645" cy="528851"/>
          </a:xfrm>
        </p:spPr>
        <p:txBody>
          <a:bodyPr/>
          <a:lstStyle/>
          <a:p>
            <a:pPr>
              <a:lnSpc>
                <a:spcPct val="100000"/>
              </a:lnSpc>
              <a:spcBef>
                <a:spcPts val="600"/>
              </a:spcBef>
              <a:spcAft>
                <a:spcPts val="600"/>
              </a:spcAft>
            </a:pPr>
            <a:r>
              <a:rPr lang="en-US" sz="2800" b="1" dirty="0" smtClean="0">
                <a:solidFill>
                  <a:srgbClr val="0000CC"/>
                </a:solidFill>
                <a:latin typeface="Rockwell" panose="02060603020205020403" pitchFamily="18" charset="0"/>
              </a:rPr>
              <a:t>8.4.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cụ</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&amp;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Thực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hành</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phổ</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biến</a:t>
            </a:r>
            <a:endPar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1497540"/>
            <a:ext cx="10488305" cy="4821002"/>
          </a:xfrm>
        </p:spPr>
        <p:txBody>
          <a:bodyPr/>
          <a:lstStyle/>
          <a:p>
            <a:pPr marL="514350" indent="-514350">
              <a:buAutoNum type="arabicPeriod"/>
            </a:pPr>
            <a:r>
              <a:rPr lang="en-US" sz="2600" b="1" dirty="0" err="1" smtClean="0">
                <a:solidFill>
                  <a:srgbClr val="0000CC"/>
                </a:solidFill>
                <a:latin typeface="Rockwell" panose="02060603020205020403" pitchFamily="18" charset="0"/>
                <a:ea typeface="+mj-ea"/>
                <a:cs typeface="+mj-cs"/>
              </a:rPr>
              <a:t>Công</a:t>
            </a:r>
            <a:r>
              <a:rPr lang="en-US" sz="2600" b="1" dirty="0" smtClean="0">
                <a:solidFill>
                  <a:srgbClr val="0000CC"/>
                </a:solidFill>
                <a:latin typeface="Rockwell" panose="02060603020205020403" pitchFamily="18" charset="0"/>
                <a:ea typeface="+mj-ea"/>
                <a:cs typeface="+mj-cs"/>
              </a:rPr>
              <a:t> </a:t>
            </a:r>
            <a:r>
              <a:rPr lang="en-US" sz="2600" b="1" dirty="0" err="1">
                <a:solidFill>
                  <a:srgbClr val="0000CC"/>
                </a:solidFill>
                <a:latin typeface="Rockwell" panose="02060603020205020403" pitchFamily="18" charset="0"/>
                <a:ea typeface="+mj-ea"/>
                <a:cs typeface="+mj-cs"/>
              </a:rPr>
              <a:t>cụ</a:t>
            </a:r>
            <a:r>
              <a:rPr lang="en-US" sz="2600" b="1" dirty="0">
                <a:solidFill>
                  <a:srgbClr val="0000CC"/>
                </a:solidFill>
                <a:latin typeface="Rockwell" panose="02060603020205020403" pitchFamily="18" charset="0"/>
                <a:ea typeface="+mj-ea"/>
                <a:cs typeface="+mj-cs"/>
              </a:rPr>
              <a:t> </a:t>
            </a:r>
            <a:r>
              <a:rPr lang="en-US" sz="2600" b="1" dirty="0" err="1">
                <a:solidFill>
                  <a:srgbClr val="0000CC"/>
                </a:solidFill>
                <a:latin typeface="Rockwell" panose="02060603020205020403" pitchFamily="18" charset="0"/>
                <a:ea typeface="+mj-ea"/>
                <a:cs typeface="+mj-cs"/>
              </a:rPr>
              <a:t>phổ</a:t>
            </a:r>
            <a:r>
              <a:rPr lang="en-US" sz="2600" b="1" dirty="0">
                <a:solidFill>
                  <a:srgbClr val="0000CC"/>
                </a:solidFill>
                <a:latin typeface="Rockwell" panose="02060603020205020403" pitchFamily="18" charset="0"/>
                <a:ea typeface="+mj-ea"/>
                <a:cs typeface="+mj-cs"/>
              </a:rPr>
              <a:t> </a:t>
            </a:r>
            <a:r>
              <a:rPr lang="en-US" sz="2600" b="1" dirty="0" err="1" smtClean="0">
                <a:solidFill>
                  <a:srgbClr val="0000CC"/>
                </a:solidFill>
                <a:latin typeface="Rockwell" panose="02060603020205020403" pitchFamily="18" charset="0"/>
                <a:ea typeface="+mj-ea"/>
                <a:cs typeface="+mj-cs"/>
              </a:rPr>
              <a:t>biến</a:t>
            </a:r>
            <a:endParaRPr lang="en-US" sz="2600" b="1" dirty="0" smtClean="0">
              <a:solidFill>
                <a:srgbClr val="0000CC"/>
              </a:solidFill>
              <a:latin typeface="Rockwell" panose="02060603020205020403" pitchFamily="18" charset="0"/>
              <a:ea typeface="+mj-ea"/>
              <a:cs typeface="+mj-cs"/>
            </a:endParaRPr>
          </a:p>
          <a:p>
            <a:pPr marL="0" indent="0">
              <a:buNone/>
            </a:pPr>
            <a:r>
              <a:rPr lang="en-US" sz="2600" dirty="0">
                <a:solidFill>
                  <a:srgbClr val="0000CC"/>
                </a:solidFill>
                <a:latin typeface="Rockwell" panose="02060603020205020403" pitchFamily="18" charset="0"/>
                <a:ea typeface="+mj-ea"/>
                <a:cs typeface="+mj-cs"/>
              </a:rPr>
              <a:t>b. </a:t>
            </a:r>
            <a:r>
              <a:rPr lang="en-US" sz="2600" dirty="0" err="1">
                <a:solidFill>
                  <a:srgbClr val="0000CC"/>
                </a:solidFill>
                <a:latin typeface="Rockwell" panose="02060603020205020403" pitchFamily="18" charset="0"/>
                <a:ea typeface="+mj-ea"/>
                <a:cs typeface="+mj-cs"/>
              </a:rPr>
              <a:t>Quản</a:t>
            </a:r>
            <a:r>
              <a:rPr lang="en-US" sz="2600" dirty="0">
                <a:solidFill>
                  <a:srgbClr val="0000CC"/>
                </a:solidFill>
                <a:latin typeface="Rockwell" panose="02060603020205020403" pitchFamily="18" charset="0"/>
                <a:ea typeface="+mj-ea"/>
                <a:cs typeface="+mj-cs"/>
              </a:rPr>
              <a:t> </a:t>
            </a:r>
            <a:r>
              <a:rPr lang="en-US" sz="2600" dirty="0" err="1">
                <a:solidFill>
                  <a:srgbClr val="0000CC"/>
                </a:solidFill>
                <a:latin typeface="Rockwell" panose="02060603020205020403" pitchFamily="18" charset="0"/>
                <a:ea typeface="+mj-ea"/>
                <a:cs typeface="+mj-cs"/>
              </a:rPr>
              <a:t>lý</a:t>
            </a:r>
            <a:r>
              <a:rPr lang="en-US" sz="2600" dirty="0">
                <a:solidFill>
                  <a:srgbClr val="0000CC"/>
                </a:solidFill>
                <a:latin typeface="Rockwell" panose="02060603020205020403" pitchFamily="18" charset="0"/>
                <a:ea typeface="+mj-ea"/>
                <a:cs typeface="+mj-cs"/>
              </a:rPr>
              <a:t> </a:t>
            </a:r>
            <a:r>
              <a:rPr lang="en-US" sz="2600" dirty="0" err="1">
                <a:solidFill>
                  <a:srgbClr val="0000CC"/>
                </a:solidFill>
                <a:latin typeface="Rockwell" panose="02060603020205020403" pitchFamily="18" charset="0"/>
                <a:ea typeface="+mj-ea"/>
                <a:cs typeface="+mj-cs"/>
              </a:rPr>
              <a:t>phụ</a:t>
            </a:r>
            <a:r>
              <a:rPr lang="en-US" sz="2600" dirty="0">
                <a:solidFill>
                  <a:srgbClr val="0000CC"/>
                </a:solidFill>
                <a:latin typeface="Rockwell" panose="02060603020205020403" pitchFamily="18" charset="0"/>
                <a:ea typeface="+mj-ea"/>
                <a:cs typeface="+mj-cs"/>
              </a:rPr>
              <a:t> </a:t>
            </a:r>
            <a:r>
              <a:rPr lang="en-US" sz="2600" dirty="0" err="1">
                <a:solidFill>
                  <a:srgbClr val="0000CC"/>
                </a:solidFill>
                <a:latin typeface="Rockwell" panose="02060603020205020403" pitchFamily="18" charset="0"/>
                <a:ea typeface="+mj-ea"/>
                <a:cs typeface="+mj-cs"/>
              </a:rPr>
              <a:t>thuộc</a:t>
            </a:r>
            <a:r>
              <a:rPr lang="en-US" sz="2600" dirty="0">
                <a:solidFill>
                  <a:srgbClr val="0000CC"/>
                </a:solidFill>
                <a:latin typeface="Rockwell" panose="02060603020205020403" pitchFamily="18" charset="0"/>
                <a:ea typeface="+mj-ea"/>
                <a:cs typeface="+mj-cs"/>
              </a:rPr>
              <a:t> &amp; </a:t>
            </a:r>
            <a:r>
              <a:rPr lang="en-US" sz="2600" dirty="0" err="1">
                <a:solidFill>
                  <a:srgbClr val="0000CC"/>
                </a:solidFill>
                <a:latin typeface="Rockwell" panose="02060603020205020403" pitchFamily="18" charset="0"/>
                <a:ea typeface="+mj-ea"/>
                <a:cs typeface="+mj-cs"/>
              </a:rPr>
              <a:t>thành</a:t>
            </a:r>
            <a:r>
              <a:rPr lang="en-US" sz="2600" dirty="0">
                <a:solidFill>
                  <a:srgbClr val="0000CC"/>
                </a:solidFill>
                <a:latin typeface="Rockwell" panose="02060603020205020403" pitchFamily="18" charset="0"/>
                <a:ea typeface="+mj-ea"/>
                <a:cs typeface="+mj-cs"/>
              </a:rPr>
              <a:t> </a:t>
            </a:r>
            <a:r>
              <a:rPr lang="en-US" sz="2600" dirty="0" err="1">
                <a:solidFill>
                  <a:srgbClr val="0000CC"/>
                </a:solidFill>
                <a:latin typeface="Rockwell" panose="02060603020205020403" pitchFamily="18" charset="0"/>
                <a:ea typeface="+mj-ea"/>
                <a:cs typeface="+mj-cs"/>
              </a:rPr>
              <a:t>phần</a:t>
            </a:r>
            <a:r>
              <a:rPr lang="en-US" sz="2600" dirty="0">
                <a:solidFill>
                  <a:srgbClr val="0000CC"/>
                </a:solidFill>
                <a:latin typeface="Rockwell" panose="02060603020205020403" pitchFamily="18" charset="0"/>
                <a:ea typeface="+mj-ea"/>
                <a:cs typeface="+mj-cs"/>
              </a:rPr>
              <a:t> </a:t>
            </a:r>
            <a:r>
              <a:rPr lang="en-US" sz="2600" dirty="0" err="1">
                <a:solidFill>
                  <a:srgbClr val="0000CC"/>
                </a:solidFill>
                <a:latin typeface="Rockwell" panose="02060603020205020403" pitchFamily="18" charset="0"/>
                <a:ea typeface="+mj-ea"/>
                <a:cs typeface="+mj-cs"/>
              </a:rPr>
              <a:t>mã</a:t>
            </a:r>
            <a:r>
              <a:rPr lang="en-US" sz="2600" dirty="0">
                <a:solidFill>
                  <a:srgbClr val="0000CC"/>
                </a:solidFill>
                <a:latin typeface="Rockwell" panose="02060603020205020403" pitchFamily="18" charset="0"/>
                <a:ea typeface="+mj-ea"/>
                <a:cs typeface="+mj-cs"/>
              </a:rPr>
              <a:t> </a:t>
            </a:r>
            <a:r>
              <a:rPr lang="en-US" sz="2600" dirty="0" err="1">
                <a:solidFill>
                  <a:srgbClr val="0000CC"/>
                </a:solidFill>
                <a:latin typeface="Rockwell" panose="02060603020205020403" pitchFamily="18" charset="0"/>
                <a:ea typeface="+mj-ea"/>
                <a:cs typeface="+mj-cs"/>
              </a:rPr>
              <a:t>nguồn</a:t>
            </a:r>
            <a:r>
              <a:rPr lang="en-US" sz="2600" dirty="0">
                <a:solidFill>
                  <a:srgbClr val="0000CC"/>
                </a:solidFill>
                <a:latin typeface="Rockwell" panose="02060603020205020403" pitchFamily="18" charset="0"/>
                <a:ea typeface="+mj-ea"/>
                <a:cs typeface="+mj-cs"/>
              </a:rPr>
              <a:t> </a:t>
            </a:r>
            <a:r>
              <a:rPr lang="en-US" sz="2600" dirty="0" err="1">
                <a:solidFill>
                  <a:srgbClr val="0000CC"/>
                </a:solidFill>
                <a:latin typeface="Rockwell" panose="02060603020205020403" pitchFamily="18" charset="0"/>
                <a:ea typeface="+mj-ea"/>
                <a:cs typeface="+mj-cs"/>
              </a:rPr>
              <a:t>mở</a:t>
            </a:r>
            <a:r>
              <a:rPr lang="en-US" sz="2600" dirty="0">
                <a:solidFill>
                  <a:srgbClr val="0000CC"/>
                </a:solidFill>
                <a:latin typeface="Rockwell" panose="02060603020205020403" pitchFamily="18" charset="0"/>
                <a:ea typeface="+mj-ea"/>
                <a:cs typeface="+mj-cs"/>
              </a:rPr>
              <a:t> (</a:t>
            </a:r>
            <a:r>
              <a:rPr lang="en-US" sz="2600" dirty="0" err="1">
                <a:solidFill>
                  <a:srgbClr val="0000CC"/>
                </a:solidFill>
                <a:latin typeface="Rockwell" panose="02060603020205020403" pitchFamily="18" charset="0"/>
                <a:ea typeface="+mj-ea"/>
                <a:cs typeface="+mj-cs"/>
              </a:rPr>
              <a:t>SCA</a:t>
            </a:r>
            <a:r>
              <a:rPr lang="en-US" sz="2600" dirty="0">
                <a:solidFill>
                  <a:srgbClr val="0000CC"/>
                </a:solidFill>
                <a:latin typeface="Rockwell" panose="02060603020205020403" pitchFamily="18" charset="0"/>
                <a:ea typeface="+mj-ea"/>
                <a:cs typeface="+mj-cs"/>
              </a:rPr>
              <a:t> - Software Composition Analysis)</a:t>
            </a:r>
          </a:p>
          <a:p>
            <a:pPr lvl="1"/>
            <a:r>
              <a:rPr lang="en-US" sz="2600" b="1" dirty="0" err="1">
                <a:solidFill>
                  <a:srgbClr val="0000CC"/>
                </a:solidFill>
                <a:latin typeface="Rockwell" panose="02060603020205020403" pitchFamily="18" charset="0"/>
                <a:ea typeface="+mj-ea"/>
                <a:cs typeface="+mj-cs"/>
              </a:rPr>
              <a:t>OWASP</a:t>
            </a:r>
            <a:r>
              <a:rPr lang="en-US" sz="2600" dirty="0">
                <a:solidFill>
                  <a:srgbClr val="0000CC"/>
                </a:solidFill>
                <a:latin typeface="Rockwell" panose="02060603020205020403" pitchFamily="18" charset="0"/>
                <a:ea typeface="+mj-ea"/>
                <a:cs typeface="+mj-cs"/>
              </a:rPr>
              <a:t> Dependency-Check, </a:t>
            </a:r>
            <a:r>
              <a:rPr lang="en-US" sz="2600" dirty="0" err="1">
                <a:solidFill>
                  <a:srgbClr val="0000CC"/>
                </a:solidFill>
                <a:latin typeface="Rockwell" panose="02060603020205020403" pitchFamily="18" charset="0"/>
                <a:ea typeface="+mj-ea"/>
                <a:cs typeface="+mj-cs"/>
              </a:rPr>
              <a:t>Snyk</a:t>
            </a:r>
            <a:r>
              <a:rPr lang="en-US" sz="2600" dirty="0">
                <a:solidFill>
                  <a:srgbClr val="0000CC"/>
                </a:solidFill>
                <a:latin typeface="Rockwell" panose="02060603020205020403" pitchFamily="18" charset="0"/>
                <a:ea typeface="+mj-ea"/>
                <a:cs typeface="+mj-cs"/>
              </a:rPr>
              <a:t>, </a:t>
            </a:r>
            <a:r>
              <a:rPr lang="en-US" sz="2600" dirty="0" err="1">
                <a:solidFill>
                  <a:srgbClr val="0000CC"/>
                </a:solidFill>
                <a:latin typeface="Rockwell" panose="02060603020205020403" pitchFamily="18" charset="0"/>
                <a:ea typeface="+mj-ea"/>
                <a:cs typeface="+mj-cs"/>
              </a:rPr>
              <a:t>WhiteSource</a:t>
            </a:r>
            <a:r>
              <a:rPr lang="en-US" sz="2600" dirty="0">
                <a:solidFill>
                  <a:srgbClr val="0000CC"/>
                </a:solidFill>
                <a:latin typeface="Rockwell" panose="02060603020205020403" pitchFamily="18" charset="0"/>
                <a:ea typeface="+mj-ea"/>
                <a:cs typeface="+mj-cs"/>
              </a:rPr>
              <a:t>.</a:t>
            </a:r>
          </a:p>
          <a:p>
            <a:pPr marL="0" indent="0">
              <a:buNone/>
            </a:pPr>
            <a:r>
              <a:rPr lang="en-US" sz="2600" dirty="0">
                <a:solidFill>
                  <a:srgbClr val="0000CC"/>
                </a:solidFill>
                <a:latin typeface="Rockwell" panose="02060603020205020403" pitchFamily="18" charset="0"/>
                <a:ea typeface="+mj-ea"/>
                <a:cs typeface="+mj-cs"/>
              </a:rPr>
              <a:t>c. </a:t>
            </a:r>
            <a:r>
              <a:rPr lang="en-US" sz="2600" dirty="0" err="1">
                <a:solidFill>
                  <a:srgbClr val="0000CC"/>
                </a:solidFill>
                <a:latin typeface="Rockwell" panose="02060603020205020403" pitchFamily="18" charset="0"/>
                <a:ea typeface="+mj-ea"/>
                <a:cs typeface="+mj-cs"/>
              </a:rPr>
              <a:t>Kiểm</a:t>
            </a:r>
            <a:r>
              <a:rPr lang="en-US" sz="2600" dirty="0">
                <a:solidFill>
                  <a:srgbClr val="0000CC"/>
                </a:solidFill>
                <a:latin typeface="Rockwell" panose="02060603020205020403" pitchFamily="18" charset="0"/>
                <a:ea typeface="+mj-ea"/>
                <a:cs typeface="+mj-cs"/>
              </a:rPr>
              <a:t> </a:t>
            </a:r>
            <a:r>
              <a:rPr lang="en-US" sz="2600" dirty="0" err="1">
                <a:solidFill>
                  <a:srgbClr val="0000CC"/>
                </a:solidFill>
                <a:latin typeface="Rockwell" panose="02060603020205020403" pitchFamily="18" charset="0"/>
                <a:ea typeface="+mj-ea"/>
                <a:cs typeface="+mj-cs"/>
              </a:rPr>
              <a:t>soát</a:t>
            </a:r>
            <a:r>
              <a:rPr lang="en-US" sz="2600" dirty="0">
                <a:solidFill>
                  <a:srgbClr val="0000CC"/>
                </a:solidFill>
                <a:latin typeface="Rockwell" panose="02060603020205020403" pitchFamily="18" charset="0"/>
                <a:ea typeface="+mj-ea"/>
                <a:cs typeface="+mj-cs"/>
              </a:rPr>
              <a:t> </a:t>
            </a:r>
            <a:r>
              <a:rPr lang="en-US" sz="2600" dirty="0" err="1">
                <a:solidFill>
                  <a:srgbClr val="0000CC"/>
                </a:solidFill>
                <a:latin typeface="Rockwell" panose="02060603020205020403" pitchFamily="18" charset="0"/>
                <a:ea typeface="+mj-ea"/>
                <a:cs typeface="+mj-cs"/>
              </a:rPr>
              <a:t>cấu</a:t>
            </a:r>
            <a:r>
              <a:rPr lang="en-US" sz="2600" dirty="0">
                <a:solidFill>
                  <a:srgbClr val="0000CC"/>
                </a:solidFill>
                <a:latin typeface="Rockwell" panose="02060603020205020403" pitchFamily="18" charset="0"/>
                <a:ea typeface="+mj-ea"/>
                <a:cs typeface="+mj-cs"/>
              </a:rPr>
              <a:t> </a:t>
            </a:r>
            <a:r>
              <a:rPr lang="en-US" sz="2600" dirty="0" err="1">
                <a:solidFill>
                  <a:srgbClr val="0000CC"/>
                </a:solidFill>
                <a:latin typeface="Rockwell" panose="02060603020205020403" pitchFamily="18" charset="0"/>
                <a:ea typeface="+mj-ea"/>
                <a:cs typeface="+mj-cs"/>
              </a:rPr>
              <a:t>hình</a:t>
            </a:r>
            <a:r>
              <a:rPr lang="en-US" sz="2600" dirty="0">
                <a:solidFill>
                  <a:srgbClr val="0000CC"/>
                </a:solidFill>
                <a:latin typeface="Rockwell" panose="02060603020205020403" pitchFamily="18" charset="0"/>
                <a:ea typeface="+mj-ea"/>
                <a:cs typeface="+mj-cs"/>
              </a:rPr>
              <a:t> &amp; </a:t>
            </a:r>
            <a:r>
              <a:rPr lang="en-US" sz="2600" dirty="0" err="1">
                <a:solidFill>
                  <a:srgbClr val="0000CC"/>
                </a:solidFill>
                <a:latin typeface="Rockwell" panose="02060603020205020403" pitchFamily="18" charset="0"/>
                <a:ea typeface="+mj-ea"/>
                <a:cs typeface="+mj-cs"/>
              </a:rPr>
              <a:t>hạ</a:t>
            </a:r>
            <a:r>
              <a:rPr lang="en-US" sz="2600" dirty="0">
                <a:solidFill>
                  <a:srgbClr val="0000CC"/>
                </a:solidFill>
                <a:latin typeface="Rockwell" panose="02060603020205020403" pitchFamily="18" charset="0"/>
                <a:ea typeface="+mj-ea"/>
                <a:cs typeface="+mj-cs"/>
              </a:rPr>
              <a:t> </a:t>
            </a:r>
            <a:r>
              <a:rPr lang="en-US" sz="2600" dirty="0" err="1">
                <a:solidFill>
                  <a:srgbClr val="0000CC"/>
                </a:solidFill>
                <a:latin typeface="Rockwell" panose="02060603020205020403" pitchFamily="18" charset="0"/>
                <a:ea typeface="+mj-ea"/>
                <a:cs typeface="+mj-cs"/>
              </a:rPr>
              <a:t>tầng</a:t>
            </a:r>
            <a:endParaRPr lang="en-US" sz="2600" dirty="0">
              <a:solidFill>
                <a:srgbClr val="0000CC"/>
              </a:solidFill>
              <a:latin typeface="Rockwell" panose="02060603020205020403" pitchFamily="18" charset="0"/>
              <a:ea typeface="+mj-ea"/>
              <a:cs typeface="+mj-cs"/>
            </a:endParaRPr>
          </a:p>
          <a:p>
            <a:pPr lvl="1"/>
            <a:r>
              <a:rPr lang="en-US" sz="2600" dirty="0" err="1">
                <a:solidFill>
                  <a:srgbClr val="0000CC"/>
                </a:solidFill>
                <a:latin typeface="Rockwell" panose="02060603020205020403" pitchFamily="18" charset="0"/>
                <a:ea typeface="+mj-ea"/>
                <a:cs typeface="+mj-cs"/>
              </a:rPr>
              <a:t>HashiCorp</a:t>
            </a:r>
            <a:r>
              <a:rPr lang="en-US" sz="2600" dirty="0">
                <a:solidFill>
                  <a:srgbClr val="0000CC"/>
                </a:solidFill>
                <a:latin typeface="Rockwell" panose="02060603020205020403" pitchFamily="18" charset="0"/>
                <a:ea typeface="+mj-ea"/>
                <a:cs typeface="+mj-cs"/>
              </a:rPr>
              <a:t> Vault, Terraform, </a:t>
            </a:r>
            <a:r>
              <a:rPr lang="en-US" sz="2600" b="1" dirty="0" err="1">
                <a:solidFill>
                  <a:srgbClr val="0000CC"/>
                </a:solidFill>
                <a:latin typeface="Rockwell" panose="02060603020205020403" pitchFamily="18" charset="0"/>
                <a:ea typeface="+mj-ea"/>
                <a:cs typeface="+mj-cs"/>
              </a:rPr>
              <a:t>Ansible</a:t>
            </a:r>
            <a:r>
              <a:rPr lang="en-US" sz="2600" dirty="0">
                <a:solidFill>
                  <a:srgbClr val="0000CC"/>
                </a:solidFill>
                <a:latin typeface="Rockwell" panose="02060603020205020403" pitchFamily="18" charset="0"/>
                <a:ea typeface="+mj-ea"/>
                <a:cs typeface="+mj-cs"/>
              </a:rPr>
              <a:t>, Kubernetes Security Tools.</a:t>
            </a:r>
          </a:p>
          <a:p>
            <a:pPr marL="0" indent="0">
              <a:buNone/>
            </a:pPr>
            <a:r>
              <a:rPr lang="en-US" sz="2600" dirty="0">
                <a:solidFill>
                  <a:srgbClr val="0000CC"/>
                </a:solidFill>
                <a:latin typeface="Rockwell" panose="02060603020205020403" pitchFamily="18" charset="0"/>
                <a:ea typeface="+mj-ea"/>
                <a:cs typeface="+mj-cs"/>
              </a:rPr>
              <a:t>d. </a:t>
            </a:r>
            <a:r>
              <a:rPr lang="en-US" sz="2600" dirty="0" err="1">
                <a:solidFill>
                  <a:srgbClr val="0000CC"/>
                </a:solidFill>
                <a:latin typeface="Rockwell" panose="02060603020205020403" pitchFamily="18" charset="0"/>
                <a:ea typeface="+mj-ea"/>
                <a:cs typeface="+mj-cs"/>
              </a:rPr>
              <a:t>DevSecOps</a:t>
            </a:r>
            <a:r>
              <a:rPr lang="en-US" sz="2600" dirty="0">
                <a:solidFill>
                  <a:srgbClr val="0000CC"/>
                </a:solidFill>
                <a:latin typeface="Rockwell" panose="02060603020205020403" pitchFamily="18" charset="0"/>
                <a:ea typeface="+mj-ea"/>
                <a:cs typeface="+mj-cs"/>
              </a:rPr>
              <a:t> &amp; CI/CD</a:t>
            </a:r>
          </a:p>
          <a:p>
            <a:pPr lvl="1"/>
            <a:r>
              <a:rPr lang="en-US" sz="2600" b="1" dirty="0">
                <a:solidFill>
                  <a:srgbClr val="0000CC"/>
                </a:solidFill>
                <a:latin typeface="Rockwell" panose="02060603020205020403" pitchFamily="18" charset="0"/>
                <a:ea typeface="+mj-ea"/>
                <a:cs typeface="+mj-cs"/>
              </a:rPr>
              <a:t>Jenkins</a:t>
            </a:r>
            <a:r>
              <a:rPr lang="en-US" sz="2600" dirty="0">
                <a:solidFill>
                  <a:srgbClr val="0000CC"/>
                </a:solidFill>
                <a:latin typeface="Rockwell" panose="02060603020205020403" pitchFamily="18" charset="0"/>
                <a:ea typeface="+mj-ea"/>
                <a:cs typeface="+mj-cs"/>
              </a:rPr>
              <a:t>, </a:t>
            </a:r>
            <a:r>
              <a:rPr lang="en-US" sz="2600" dirty="0" err="1">
                <a:solidFill>
                  <a:srgbClr val="0000CC"/>
                </a:solidFill>
                <a:latin typeface="Rockwell" panose="02060603020205020403" pitchFamily="18" charset="0"/>
                <a:ea typeface="+mj-ea"/>
                <a:cs typeface="+mj-cs"/>
              </a:rPr>
              <a:t>GitLab</a:t>
            </a:r>
            <a:r>
              <a:rPr lang="en-US" sz="2600" dirty="0">
                <a:solidFill>
                  <a:srgbClr val="0000CC"/>
                </a:solidFill>
                <a:latin typeface="Rockwell" panose="02060603020205020403" pitchFamily="18" charset="0"/>
                <a:ea typeface="+mj-ea"/>
                <a:cs typeface="+mj-cs"/>
              </a:rPr>
              <a:t> CI/CD, GitHub Actions </a:t>
            </a:r>
            <a:r>
              <a:rPr lang="en-US" sz="2600" dirty="0" err="1">
                <a:solidFill>
                  <a:srgbClr val="0000CC"/>
                </a:solidFill>
                <a:latin typeface="Rockwell" panose="02060603020205020403" pitchFamily="18" charset="0"/>
                <a:ea typeface="+mj-ea"/>
                <a:cs typeface="+mj-cs"/>
              </a:rPr>
              <a:t>tích</a:t>
            </a:r>
            <a:r>
              <a:rPr lang="en-US" sz="2600" dirty="0">
                <a:solidFill>
                  <a:srgbClr val="0000CC"/>
                </a:solidFill>
                <a:latin typeface="Rockwell" panose="02060603020205020403" pitchFamily="18" charset="0"/>
                <a:ea typeface="+mj-ea"/>
                <a:cs typeface="+mj-cs"/>
              </a:rPr>
              <a:t> </a:t>
            </a:r>
            <a:r>
              <a:rPr lang="en-US" sz="2600" dirty="0" err="1">
                <a:solidFill>
                  <a:srgbClr val="0000CC"/>
                </a:solidFill>
                <a:latin typeface="Rockwell" panose="02060603020205020403" pitchFamily="18" charset="0"/>
                <a:ea typeface="+mj-ea"/>
                <a:cs typeface="+mj-cs"/>
              </a:rPr>
              <a:t>hợp</a:t>
            </a:r>
            <a:r>
              <a:rPr lang="en-US" sz="2600" dirty="0">
                <a:solidFill>
                  <a:srgbClr val="0000CC"/>
                </a:solidFill>
                <a:latin typeface="Rockwell" panose="02060603020205020403" pitchFamily="18" charset="0"/>
                <a:ea typeface="+mj-ea"/>
                <a:cs typeface="+mj-cs"/>
              </a:rPr>
              <a:t> security scan.</a:t>
            </a:r>
          </a:p>
          <a:p>
            <a:pPr marL="0" indent="0">
              <a:buNone/>
            </a:pPr>
            <a:r>
              <a:rPr lang="en-US" sz="2600" dirty="0">
                <a:solidFill>
                  <a:srgbClr val="0000CC"/>
                </a:solidFill>
                <a:latin typeface="Rockwell" panose="02060603020205020403" pitchFamily="18" charset="0"/>
                <a:ea typeface="+mj-ea"/>
                <a:cs typeface="+mj-cs"/>
              </a:rPr>
              <a:t>e. </a:t>
            </a:r>
            <a:r>
              <a:rPr lang="en-US" sz="2600" dirty="0" err="1">
                <a:solidFill>
                  <a:srgbClr val="0000CC"/>
                </a:solidFill>
                <a:latin typeface="Rockwell" panose="02060603020205020403" pitchFamily="18" charset="0"/>
                <a:ea typeface="+mj-ea"/>
                <a:cs typeface="+mj-cs"/>
              </a:rPr>
              <a:t>Giám</a:t>
            </a:r>
            <a:r>
              <a:rPr lang="en-US" sz="2600" dirty="0">
                <a:solidFill>
                  <a:srgbClr val="0000CC"/>
                </a:solidFill>
                <a:latin typeface="Rockwell" panose="02060603020205020403" pitchFamily="18" charset="0"/>
                <a:ea typeface="+mj-ea"/>
                <a:cs typeface="+mj-cs"/>
              </a:rPr>
              <a:t> </a:t>
            </a:r>
            <a:r>
              <a:rPr lang="en-US" sz="2600" dirty="0" err="1">
                <a:solidFill>
                  <a:srgbClr val="0000CC"/>
                </a:solidFill>
                <a:latin typeface="Rockwell" panose="02060603020205020403" pitchFamily="18" charset="0"/>
                <a:ea typeface="+mj-ea"/>
                <a:cs typeface="+mj-cs"/>
              </a:rPr>
              <a:t>sát</a:t>
            </a:r>
            <a:r>
              <a:rPr lang="en-US" sz="2600" dirty="0">
                <a:solidFill>
                  <a:srgbClr val="0000CC"/>
                </a:solidFill>
                <a:latin typeface="Rockwell" panose="02060603020205020403" pitchFamily="18" charset="0"/>
                <a:ea typeface="+mj-ea"/>
                <a:cs typeface="+mj-cs"/>
              </a:rPr>
              <a:t> &amp; logging</a:t>
            </a:r>
          </a:p>
          <a:p>
            <a:pPr lvl="1"/>
            <a:r>
              <a:rPr lang="en-US" sz="2600" dirty="0">
                <a:solidFill>
                  <a:srgbClr val="0000CC"/>
                </a:solidFill>
                <a:latin typeface="Rockwell" panose="02060603020205020403" pitchFamily="18" charset="0"/>
                <a:ea typeface="+mj-ea"/>
                <a:cs typeface="+mj-cs"/>
              </a:rPr>
              <a:t>ELK Stack (</a:t>
            </a:r>
            <a:r>
              <a:rPr lang="en-US" sz="2600" dirty="0" err="1">
                <a:solidFill>
                  <a:srgbClr val="0000CC"/>
                </a:solidFill>
                <a:latin typeface="Rockwell" panose="02060603020205020403" pitchFamily="18" charset="0"/>
                <a:ea typeface="+mj-ea"/>
                <a:cs typeface="+mj-cs"/>
              </a:rPr>
              <a:t>Elasticsearch</a:t>
            </a:r>
            <a:r>
              <a:rPr lang="en-US" sz="2600" dirty="0">
                <a:solidFill>
                  <a:srgbClr val="0000CC"/>
                </a:solidFill>
                <a:latin typeface="Rockwell" panose="02060603020205020403" pitchFamily="18" charset="0"/>
                <a:ea typeface="+mj-ea"/>
                <a:cs typeface="+mj-cs"/>
              </a:rPr>
              <a:t>, </a:t>
            </a:r>
            <a:r>
              <a:rPr lang="en-US" sz="2600" dirty="0" err="1">
                <a:solidFill>
                  <a:srgbClr val="0000CC"/>
                </a:solidFill>
                <a:latin typeface="Rockwell" panose="02060603020205020403" pitchFamily="18" charset="0"/>
                <a:ea typeface="+mj-ea"/>
                <a:cs typeface="+mj-cs"/>
              </a:rPr>
              <a:t>Logstash</a:t>
            </a:r>
            <a:r>
              <a:rPr lang="en-US" sz="2600" dirty="0">
                <a:solidFill>
                  <a:srgbClr val="0000CC"/>
                </a:solidFill>
                <a:latin typeface="Rockwell" panose="02060603020205020403" pitchFamily="18" charset="0"/>
                <a:ea typeface="+mj-ea"/>
                <a:cs typeface="+mj-cs"/>
              </a:rPr>
              <a:t>, </a:t>
            </a:r>
            <a:r>
              <a:rPr lang="en-US" sz="2600" dirty="0" err="1">
                <a:solidFill>
                  <a:srgbClr val="0000CC"/>
                </a:solidFill>
                <a:latin typeface="Rockwell" panose="02060603020205020403" pitchFamily="18" charset="0"/>
                <a:ea typeface="+mj-ea"/>
                <a:cs typeface="+mj-cs"/>
              </a:rPr>
              <a:t>Kibana</a:t>
            </a:r>
            <a:r>
              <a:rPr lang="en-US" sz="2600" dirty="0">
                <a:solidFill>
                  <a:srgbClr val="0000CC"/>
                </a:solidFill>
                <a:latin typeface="Rockwell" panose="02060603020205020403" pitchFamily="18" charset="0"/>
                <a:ea typeface="+mj-ea"/>
                <a:cs typeface="+mj-cs"/>
              </a:rPr>
              <a:t>), </a:t>
            </a:r>
            <a:r>
              <a:rPr lang="en-US" sz="2600" b="1" dirty="0" err="1">
                <a:solidFill>
                  <a:srgbClr val="0000CC"/>
                </a:solidFill>
                <a:latin typeface="Rockwell" panose="02060603020205020403" pitchFamily="18" charset="0"/>
                <a:ea typeface="+mj-ea"/>
                <a:cs typeface="+mj-cs"/>
              </a:rPr>
              <a:t>Splunk</a:t>
            </a:r>
            <a:r>
              <a:rPr lang="en-US" sz="2600" dirty="0">
                <a:solidFill>
                  <a:srgbClr val="0000CC"/>
                </a:solidFill>
                <a:latin typeface="Rockwell" panose="02060603020205020403" pitchFamily="18" charset="0"/>
                <a:ea typeface="+mj-ea"/>
                <a:cs typeface="+mj-cs"/>
              </a:rPr>
              <a:t>, </a:t>
            </a:r>
            <a:r>
              <a:rPr lang="en-US" sz="2600" dirty="0" err="1">
                <a:solidFill>
                  <a:srgbClr val="0000CC"/>
                </a:solidFill>
                <a:latin typeface="Rockwell" panose="02060603020205020403" pitchFamily="18" charset="0"/>
                <a:ea typeface="+mj-ea"/>
                <a:cs typeface="+mj-cs"/>
              </a:rPr>
              <a:t>SIEM</a:t>
            </a:r>
            <a:r>
              <a:rPr lang="en-US" sz="2600" dirty="0">
                <a:solidFill>
                  <a:srgbClr val="0000CC"/>
                </a:solidFill>
                <a:latin typeface="Rockwell" panose="02060603020205020403" pitchFamily="18" charset="0"/>
                <a:ea typeface="+mj-ea"/>
                <a:cs typeface="+mj-cs"/>
              </a:rPr>
              <a:t>.</a:t>
            </a:r>
          </a:p>
        </p:txBody>
      </p:sp>
    </p:spTree>
    <p:extLst>
      <p:ext uri="{BB962C8B-B14F-4D97-AF65-F5344CB8AC3E}">
        <p14:creationId xmlns:p14="http://schemas.microsoft.com/office/powerpoint/2010/main" val="1184651319"/>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57952" y="914868"/>
            <a:ext cx="10242645" cy="528851"/>
          </a:xfrm>
        </p:spPr>
        <p:txBody>
          <a:bodyPr/>
          <a:lstStyle/>
          <a:p>
            <a:pPr>
              <a:lnSpc>
                <a:spcPct val="100000"/>
              </a:lnSpc>
              <a:spcBef>
                <a:spcPts val="600"/>
              </a:spcBef>
              <a:spcAft>
                <a:spcPts val="600"/>
              </a:spcAft>
            </a:pPr>
            <a:r>
              <a:rPr lang="en-US" sz="2800" b="1" dirty="0" smtClean="0">
                <a:solidFill>
                  <a:srgbClr val="0000CC"/>
                </a:solidFill>
                <a:latin typeface="Rockwell" panose="02060603020205020403" pitchFamily="18" charset="0"/>
              </a:rPr>
              <a:t>8.4.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cụ</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&amp;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Thực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hành</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phổ</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biến</a:t>
            </a:r>
            <a:endPar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1" y="1497540"/>
            <a:ext cx="9628496" cy="4821002"/>
          </a:xfrm>
        </p:spPr>
        <p:txBody>
          <a:bodyPr/>
          <a:lstStyle/>
          <a:p>
            <a:pPr marL="0" indent="0">
              <a:buNone/>
            </a:pPr>
            <a:r>
              <a:rPr lang="vi-VN" sz="2600" b="1" dirty="0" smtClean="0">
                <a:solidFill>
                  <a:srgbClr val="0000CC"/>
                </a:solidFill>
                <a:latin typeface="Rockwell" panose="02060603020205020403" pitchFamily="18" charset="0"/>
                <a:ea typeface="+mj-ea"/>
                <a:cs typeface="+mj-cs"/>
              </a:rPr>
              <a:t>2</a:t>
            </a:r>
            <a:r>
              <a:rPr lang="vi-VN" sz="2600" b="1" dirty="0">
                <a:solidFill>
                  <a:srgbClr val="0000CC"/>
                </a:solidFill>
                <a:latin typeface="Rockwell" panose="02060603020205020403" pitchFamily="18" charset="0"/>
                <a:ea typeface="+mj-ea"/>
                <a:cs typeface="+mj-cs"/>
              </a:rPr>
              <a:t>. Thực hành phổ biến</a:t>
            </a:r>
          </a:p>
          <a:p>
            <a:pPr lvl="1"/>
            <a:r>
              <a:rPr lang="vi-VN" sz="2600" dirty="0">
                <a:solidFill>
                  <a:srgbClr val="0000CC"/>
                </a:solidFill>
                <a:latin typeface="Rockwell" panose="02060603020205020403" pitchFamily="18" charset="0"/>
                <a:ea typeface="+mj-ea"/>
                <a:cs typeface="+mj-cs"/>
              </a:rPr>
              <a:t>Code Review tập trung vào bảo mật.</a:t>
            </a:r>
          </a:p>
          <a:p>
            <a:pPr lvl="1"/>
            <a:r>
              <a:rPr lang="vi-VN" sz="2600" dirty="0">
                <a:solidFill>
                  <a:srgbClr val="0000CC"/>
                </a:solidFill>
                <a:latin typeface="Rockwell" panose="02060603020205020403" pitchFamily="18" charset="0"/>
                <a:ea typeface="+mj-ea"/>
                <a:cs typeface="+mj-cs"/>
              </a:rPr>
              <a:t>Threat Modeling: STRIDE, DFD.</a:t>
            </a:r>
          </a:p>
          <a:p>
            <a:pPr lvl="1"/>
            <a:r>
              <a:rPr lang="vi-VN" sz="2600" dirty="0">
                <a:solidFill>
                  <a:srgbClr val="0000CC"/>
                </a:solidFill>
                <a:latin typeface="Rockwell" panose="02060603020205020403" pitchFamily="18" charset="0"/>
                <a:ea typeface="+mj-ea"/>
                <a:cs typeface="+mj-cs"/>
              </a:rPr>
              <a:t>Penetration Testing trước triển khai.</a:t>
            </a:r>
          </a:p>
          <a:p>
            <a:pPr lvl="1"/>
            <a:r>
              <a:rPr lang="vi-VN" sz="2600" dirty="0">
                <a:solidFill>
                  <a:srgbClr val="0000CC"/>
                </a:solidFill>
                <a:latin typeface="Rockwell" panose="02060603020205020403" pitchFamily="18" charset="0"/>
                <a:ea typeface="+mj-ea"/>
                <a:cs typeface="+mj-cs"/>
              </a:rPr>
              <a:t>Shift-left Security: </a:t>
            </a:r>
            <a:r>
              <a:rPr lang="en-US" sz="2600" dirty="0" smtClean="0">
                <a:solidFill>
                  <a:srgbClr val="0000CC"/>
                </a:solidFill>
                <a:latin typeface="Rockwell" panose="02060603020205020403" pitchFamily="18" charset="0"/>
                <a:ea typeface="+mj-ea"/>
                <a:cs typeface="+mj-cs"/>
              </a:rPr>
              <a:t>K</a:t>
            </a:r>
            <a:r>
              <a:rPr lang="vi-VN" sz="2600" dirty="0" smtClean="0">
                <a:solidFill>
                  <a:srgbClr val="0000CC"/>
                </a:solidFill>
                <a:latin typeface="Rockwell" panose="02060603020205020403" pitchFamily="18" charset="0"/>
                <a:ea typeface="+mj-ea"/>
                <a:cs typeface="+mj-cs"/>
              </a:rPr>
              <a:t>iểm </a:t>
            </a:r>
            <a:r>
              <a:rPr lang="vi-VN" sz="2600" dirty="0">
                <a:solidFill>
                  <a:srgbClr val="0000CC"/>
                </a:solidFill>
                <a:latin typeface="Rockwell" panose="02060603020205020403" pitchFamily="18" charset="0"/>
                <a:ea typeface="+mj-ea"/>
                <a:cs typeface="+mj-cs"/>
              </a:rPr>
              <a:t>thử bảo mật sớm.</a:t>
            </a:r>
          </a:p>
          <a:p>
            <a:pPr lvl="1"/>
            <a:r>
              <a:rPr lang="vi-VN" sz="2600" dirty="0">
                <a:solidFill>
                  <a:srgbClr val="0000CC"/>
                </a:solidFill>
                <a:latin typeface="Rockwell" panose="02060603020205020403" pitchFamily="18" charset="0"/>
                <a:ea typeface="+mj-ea"/>
                <a:cs typeface="+mj-cs"/>
              </a:rPr>
              <a:t>Security Champions: </a:t>
            </a:r>
            <a:r>
              <a:rPr lang="en-US" sz="2600" dirty="0" smtClean="0">
                <a:solidFill>
                  <a:srgbClr val="0000CC"/>
                </a:solidFill>
                <a:latin typeface="Rockwell" panose="02060603020205020403" pitchFamily="18" charset="0"/>
                <a:ea typeface="+mj-ea"/>
                <a:cs typeface="+mj-cs"/>
              </a:rPr>
              <a:t>G</a:t>
            </a:r>
            <a:r>
              <a:rPr lang="vi-VN" sz="2600" dirty="0" smtClean="0">
                <a:solidFill>
                  <a:srgbClr val="0000CC"/>
                </a:solidFill>
                <a:latin typeface="Rockwell" panose="02060603020205020403" pitchFamily="18" charset="0"/>
                <a:ea typeface="+mj-ea"/>
                <a:cs typeface="+mj-cs"/>
              </a:rPr>
              <a:t>ắn </a:t>
            </a:r>
            <a:r>
              <a:rPr lang="vi-VN" sz="2600" dirty="0">
                <a:solidFill>
                  <a:srgbClr val="0000CC"/>
                </a:solidFill>
                <a:latin typeface="Rockwell" panose="02060603020205020403" pitchFamily="18" charset="0"/>
                <a:ea typeface="+mj-ea"/>
                <a:cs typeface="+mj-cs"/>
              </a:rPr>
              <a:t>trách nhiệm bảo mật trong từng team dev.</a:t>
            </a:r>
          </a:p>
          <a:p>
            <a:pPr lvl="1"/>
            <a:r>
              <a:rPr lang="vi-VN" sz="2600" dirty="0">
                <a:solidFill>
                  <a:srgbClr val="0000CC"/>
                </a:solidFill>
                <a:latin typeface="Rockwell" panose="02060603020205020403" pitchFamily="18" charset="0"/>
                <a:ea typeface="+mj-ea"/>
                <a:cs typeface="+mj-cs"/>
              </a:rPr>
              <a:t>Continuous Security Monitoring: </a:t>
            </a:r>
            <a:r>
              <a:rPr lang="en-US" sz="2600" dirty="0" smtClean="0">
                <a:solidFill>
                  <a:srgbClr val="0000CC"/>
                </a:solidFill>
                <a:latin typeface="Rockwell" panose="02060603020205020403" pitchFamily="18" charset="0"/>
                <a:ea typeface="+mj-ea"/>
                <a:cs typeface="+mj-cs"/>
              </a:rPr>
              <a:t>G</a:t>
            </a:r>
            <a:r>
              <a:rPr lang="vi-VN" sz="2600" dirty="0" smtClean="0">
                <a:solidFill>
                  <a:srgbClr val="0000CC"/>
                </a:solidFill>
                <a:latin typeface="Rockwell" panose="02060603020205020403" pitchFamily="18" charset="0"/>
                <a:ea typeface="+mj-ea"/>
                <a:cs typeface="+mj-cs"/>
              </a:rPr>
              <a:t>iám </a:t>
            </a:r>
            <a:r>
              <a:rPr lang="vi-VN" sz="2600" dirty="0">
                <a:solidFill>
                  <a:srgbClr val="0000CC"/>
                </a:solidFill>
                <a:latin typeface="Rockwell" panose="02060603020205020403" pitchFamily="18" charset="0"/>
                <a:ea typeface="+mj-ea"/>
                <a:cs typeface="+mj-cs"/>
              </a:rPr>
              <a:t>sát 24/7.</a:t>
            </a:r>
            <a:endParaRPr lang="en-US" sz="2600" dirty="0" smtClean="0">
              <a:solidFill>
                <a:srgbClr val="0000CC"/>
              </a:solidFill>
              <a:latin typeface="Rockwell" panose="02060603020205020403" pitchFamily="18" charset="0"/>
              <a:ea typeface="+mj-ea"/>
              <a:cs typeface="+mj-cs"/>
            </a:endParaRPr>
          </a:p>
        </p:txBody>
      </p:sp>
    </p:spTree>
    <p:extLst>
      <p:ext uri="{BB962C8B-B14F-4D97-AF65-F5344CB8AC3E}">
        <p14:creationId xmlns:p14="http://schemas.microsoft.com/office/powerpoint/2010/main" val="403965945"/>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57952" y="914868"/>
            <a:ext cx="10242645" cy="528851"/>
          </a:xfrm>
        </p:spPr>
        <p:txBody>
          <a:bodyPr/>
          <a:lstStyle/>
          <a:p>
            <a:pPr>
              <a:lnSpc>
                <a:spcPct val="100000"/>
              </a:lnSpc>
              <a:spcBef>
                <a:spcPts val="600"/>
              </a:spcBef>
              <a:spcAft>
                <a:spcPts val="600"/>
              </a:spcAft>
            </a:pPr>
            <a:r>
              <a:rPr lang="en-US" sz="2800" b="1" dirty="0" smtClean="0">
                <a:solidFill>
                  <a:srgbClr val="0000CC"/>
                </a:solidFill>
                <a:latin typeface="Rockwell" panose="02060603020205020403" pitchFamily="18" charset="0"/>
              </a:rPr>
              <a:t>8.4.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cụ</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&amp;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Thực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hành</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phổ</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biến</a:t>
            </a:r>
            <a:endPar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1" y="1497540"/>
            <a:ext cx="9628496" cy="4821002"/>
          </a:xfrm>
        </p:spPr>
        <p:txBody>
          <a:bodyPr/>
          <a:lstStyle/>
          <a:p>
            <a:pPr marL="0" indent="0">
              <a:buNone/>
            </a:pPr>
            <a:r>
              <a:rPr lang="vi-VN" sz="2600" b="1" dirty="0">
                <a:solidFill>
                  <a:srgbClr val="0000CC"/>
                </a:solidFill>
                <a:latin typeface="Rockwell" panose="02060603020205020403" pitchFamily="18" charset="0"/>
                <a:ea typeface="+mj-ea"/>
                <a:cs typeface="+mj-cs"/>
              </a:rPr>
              <a:t>Quản lý phụ thuộc &amp; thành phần mã nguồn mở </a:t>
            </a:r>
            <a:r>
              <a:rPr lang="en-US" sz="2600" b="1" dirty="0" smtClean="0">
                <a:solidFill>
                  <a:srgbClr val="0000CC"/>
                </a:solidFill>
                <a:latin typeface="Rockwell" panose="02060603020205020403" pitchFamily="18" charset="0"/>
                <a:ea typeface="+mj-ea"/>
                <a:cs typeface="+mj-cs"/>
              </a:rPr>
              <a:t/>
            </a:r>
            <a:br>
              <a:rPr lang="en-US" sz="2600" b="1" dirty="0" smtClean="0">
                <a:solidFill>
                  <a:srgbClr val="0000CC"/>
                </a:solidFill>
                <a:latin typeface="Rockwell" panose="02060603020205020403" pitchFamily="18" charset="0"/>
                <a:ea typeface="+mj-ea"/>
                <a:cs typeface="+mj-cs"/>
              </a:rPr>
            </a:br>
            <a:r>
              <a:rPr lang="vi-VN" sz="2600" b="1" dirty="0" smtClean="0">
                <a:solidFill>
                  <a:srgbClr val="0000CC"/>
                </a:solidFill>
                <a:latin typeface="Rockwell" panose="02060603020205020403" pitchFamily="18" charset="0"/>
                <a:ea typeface="+mj-ea"/>
                <a:cs typeface="+mj-cs"/>
              </a:rPr>
              <a:t>(</a:t>
            </a:r>
            <a:r>
              <a:rPr lang="vi-VN" sz="2600" b="1" dirty="0">
                <a:solidFill>
                  <a:srgbClr val="0000CC"/>
                </a:solidFill>
                <a:latin typeface="Rockwell" panose="02060603020205020403" pitchFamily="18" charset="0"/>
                <a:ea typeface="+mj-ea"/>
                <a:cs typeface="+mj-cs"/>
              </a:rPr>
              <a:t>SCA - Software Composition Analysis):</a:t>
            </a:r>
          </a:p>
          <a:p>
            <a:pPr marL="573088" lvl="1">
              <a:spcBef>
                <a:spcPts val="600"/>
              </a:spcBef>
              <a:spcAft>
                <a:spcPts val="600"/>
              </a:spcAft>
            </a:pPr>
            <a:r>
              <a:rPr lang="vi-VN" sz="2600" dirty="0" smtClean="0">
                <a:solidFill>
                  <a:srgbClr val="0000CC"/>
                </a:solidFill>
                <a:latin typeface="Rockwell" panose="02060603020205020403" pitchFamily="18" charset="0"/>
                <a:ea typeface="+mj-ea"/>
                <a:cs typeface="+mj-cs"/>
              </a:rPr>
              <a:t>Phát </a:t>
            </a:r>
            <a:r>
              <a:rPr lang="vi-VN" sz="2600" dirty="0">
                <a:solidFill>
                  <a:srgbClr val="0000CC"/>
                </a:solidFill>
                <a:latin typeface="Rockwell" panose="02060603020205020403" pitchFamily="18" charset="0"/>
                <a:ea typeface="+mj-ea"/>
                <a:cs typeface="+mj-cs"/>
              </a:rPr>
              <a:t>hiện và quản lý rủi ro bảo mật từ các thư viện, framework và thành phần mã nguồn mở được sử dụng trong dự </a:t>
            </a:r>
            <a:r>
              <a:rPr lang="vi-VN" sz="2600" dirty="0" smtClean="0">
                <a:solidFill>
                  <a:srgbClr val="0000CC"/>
                </a:solidFill>
                <a:latin typeface="Rockwell" panose="02060603020205020403" pitchFamily="18" charset="0"/>
                <a:ea typeface="+mj-ea"/>
                <a:cs typeface="+mj-cs"/>
              </a:rPr>
              <a:t>án</a:t>
            </a:r>
            <a:r>
              <a:rPr lang="en-US" sz="2600" dirty="0" smtClean="0">
                <a:solidFill>
                  <a:srgbClr val="0000CC"/>
                </a:solidFill>
                <a:latin typeface="Rockwell" panose="02060603020205020403" pitchFamily="18" charset="0"/>
                <a:ea typeface="+mj-ea"/>
                <a:cs typeface="+mj-cs"/>
              </a:rPr>
              <a:t>:</a:t>
            </a:r>
            <a:endParaRPr lang="vi-VN" sz="2600" dirty="0">
              <a:solidFill>
                <a:srgbClr val="0000CC"/>
              </a:solidFill>
              <a:latin typeface="Rockwell" panose="02060603020205020403" pitchFamily="18" charset="0"/>
              <a:ea typeface="+mj-ea"/>
              <a:cs typeface="+mj-cs"/>
            </a:endParaRPr>
          </a:p>
          <a:p>
            <a:pPr lvl="1">
              <a:spcBef>
                <a:spcPts val="600"/>
              </a:spcBef>
              <a:spcAft>
                <a:spcPts val="600"/>
              </a:spcAft>
            </a:pPr>
            <a:r>
              <a:rPr lang="vi-VN" sz="2600" dirty="0" smtClean="0">
                <a:solidFill>
                  <a:srgbClr val="0000CC"/>
                </a:solidFill>
                <a:latin typeface="Rockwell" panose="02060603020205020403" pitchFamily="18" charset="0"/>
                <a:ea typeface="+mj-ea"/>
                <a:cs typeface="+mj-cs"/>
              </a:rPr>
              <a:t>Phần </a:t>
            </a:r>
            <a:r>
              <a:rPr lang="vi-VN" sz="2600" dirty="0">
                <a:solidFill>
                  <a:srgbClr val="0000CC"/>
                </a:solidFill>
                <a:latin typeface="Rockwell" panose="02060603020205020403" pitchFamily="18" charset="0"/>
                <a:ea typeface="+mj-ea"/>
                <a:cs typeface="+mj-cs"/>
              </a:rPr>
              <a:t>lớn phần mềm hiện đại phụ thuộc vào mã nguồn mở.</a:t>
            </a:r>
          </a:p>
          <a:p>
            <a:pPr lvl="1">
              <a:spcBef>
                <a:spcPts val="600"/>
              </a:spcBef>
              <a:spcAft>
                <a:spcPts val="600"/>
              </a:spcAft>
            </a:pPr>
            <a:r>
              <a:rPr lang="vi-VN" sz="2600" dirty="0">
                <a:solidFill>
                  <a:srgbClr val="0000CC"/>
                </a:solidFill>
                <a:latin typeface="Rockwell" panose="02060603020205020403" pitchFamily="18" charset="0"/>
                <a:ea typeface="+mj-ea"/>
                <a:cs typeface="+mj-cs"/>
              </a:rPr>
              <a:t>Nhiều lỗ hổng bảo mật nghiêm trọng (như Log4Shell) bắt nguồn từ thư viện bên thứ ba.</a:t>
            </a:r>
          </a:p>
          <a:p>
            <a:pPr lvl="1">
              <a:spcBef>
                <a:spcPts val="600"/>
              </a:spcBef>
              <a:spcAft>
                <a:spcPts val="600"/>
              </a:spcAft>
            </a:pPr>
            <a:r>
              <a:rPr lang="vi-VN" sz="2600" dirty="0">
                <a:solidFill>
                  <a:srgbClr val="0000CC"/>
                </a:solidFill>
                <a:latin typeface="Rockwell" panose="02060603020205020403" pitchFamily="18" charset="0"/>
                <a:ea typeface="+mj-ea"/>
                <a:cs typeface="+mj-cs"/>
              </a:rPr>
              <a:t>Nếu không kiểm soát, các lỗ hổng này có thể trở thành điểm tấn công lớn.</a:t>
            </a:r>
            <a:endParaRPr lang="en-US" sz="2600" dirty="0" smtClean="0">
              <a:solidFill>
                <a:srgbClr val="0000CC"/>
              </a:solidFill>
              <a:latin typeface="Rockwell" panose="02060603020205020403" pitchFamily="18" charset="0"/>
              <a:ea typeface="+mj-ea"/>
              <a:cs typeface="+mj-cs"/>
            </a:endParaRPr>
          </a:p>
        </p:txBody>
      </p:sp>
    </p:spTree>
    <p:extLst>
      <p:ext uri="{BB962C8B-B14F-4D97-AF65-F5344CB8AC3E}">
        <p14:creationId xmlns:p14="http://schemas.microsoft.com/office/powerpoint/2010/main" val="3569758884"/>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57952" y="914868"/>
            <a:ext cx="10242645" cy="528851"/>
          </a:xfrm>
        </p:spPr>
        <p:txBody>
          <a:bodyPr/>
          <a:lstStyle/>
          <a:p>
            <a:pPr>
              <a:lnSpc>
                <a:spcPct val="100000"/>
              </a:lnSpc>
              <a:spcBef>
                <a:spcPts val="600"/>
              </a:spcBef>
              <a:spcAft>
                <a:spcPts val="600"/>
              </a:spcAft>
            </a:pPr>
            <a:r>
              <a:rPr lang="en-US" sz="2800" b="1" dirty="0" smtClean="0">
                <a:solidFill>
                  <a:srgbClr val="0000CC"/>
                </a:solidFill>
                <a:latin typeface="Rockwell" panose="02060603020205020403" pitchFamily="18" charset="0"/>
              </a:rPr>
              <a:t>8.4.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cụ</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&amp;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Thực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hành</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phổ</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biến</a:t>
            </a:r>
            <a:endPar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1" y="1497540"/>
            <a:ext cx="9628496" cy="4821002"/>
          </a:xfrm>
        </p:spPr>
        <p:txBody>
          <a:bodyPr/>
          <a:lstStyle/>
          <a:p>
            <a:pPr marL="0" indent="0">
              <a:buNone/>
            </a:pPr>
            <a:r>
              <a:rPr lang="vi-VN" sz="2600" b="1" dirty="0">
                <a:solidFill>
                  <a:srgbClr val="0000CC"/>
                </a:solidFill>
                <a:latin typeface="Rockwell" panose="02060603020205020403" pitchFamily="18" charset="0"/>
                <a:ea typeface="+mj-ea"/>
                <a:cs typeface="+mj-cs"/>
              </a:rPr>
              <a:t>Quản lý phụ thuộc &amp; thành phần mã nguồn mở </a:t>
            </a:r>
            <a:r>
              <a:rPr lang="en-US" sz="2600" b="1" dirty="0" smtClean="0">
                <a:solidFill>
                  <a:srgbClr val="0000CC"/>
                </a:solidFill>
                <a:latin typeface="Rockwell" panose="02060603020205020403" pitchFamily="18" charset="0"/>
                <a:ea typeface="+mj-ea"/>
                <a:cs typeface="+mj-cs"/>
              </a:rPr>
              <a:t/>
            </a:r>
            <a:br>
              <a:rPr lang="en-US" sz="2600" b="1" dirty="0" smtClean="0">
                <a:solidFill>
                  <a:srgbClr val="0000CC"/>
                </a:solidFill>
                <a:latin typeface="Rockwell" panose="02060603020205020403" pitchFamily="18" charset="0"/>
                <a:ea typeface="+mj-ea"/>
                <a:cs typeface="+mj-cs"/>
              </a:rPr>
            </a:br>
            <a:r>
              <a:rPr lang="vi-VN" sz="2600" b="1" dirty="0" smtClean="0">
                <a:solidFill>
                  <a:srgbClr val="0000CC"/>
                </a:solidFill>
                <a:latin typeface="Rockwell" panose="02060603020205020403" pitchFamily="18" charset="0"/>
                <a:ea typeface="+mj-ea"/>
                <a:cs typeface="+mj-cs"/>
              </a:rPr>
              <a:t>(</a:t>
            </a:r>
            <a:r>
              <a:rPr lang="vi-VN" sz="2600" b="1" dirty="0">
                <a:solidFill>
                  <a:srgbClr val="0000CC"/>
                </a:solidFill>
                <a:latin typeface="Rockwell" panose="02060603020205020403" pitchFamily="18" charset="0"/>
                <a:ea typeface="+mj-ea"/>
                <a:cs typeface="+mj-cs"/>
              </a:rPr>
              <a:t>SCA - Software Composition Analysis):</a:t>
            </a:r>
          </a:p>
          <a:p>
            <a:pPr marL="0" lvl="1" indent="0">
              <a:spcBef>
                <a:spcPts val="600"/>
              </a:spcBef>
              <a:spcAft>
                <a:spcPts val="600"/>
              </a:spcAft>
              <a:buNone/>
            </a:pPr>
            <a:r>
              <a:rPr lang="vi-VN" sz="2600" b="1" dirty="0">
                <a:solidFill>
                  <a:srgbClr val="0000CC"/>
                </a:solidFill>
                <a:latin typeface="Rockwell" panose="02060603020205020403" pitchFamily="18" charset="0"/>
                <a:ea typeface="+mj-ea"/>
                <a:cs typeface="+mj-cs"/>
              </a:rPr>
              <a:t>Công cụ phổ biến:</a:t>
            </a:r>
          </a:p>
          <a:p>
            <a:pPr marL="573088" lvl="1">
              <a:spcBef>
                <a:spcPts val="600"/>
              </a:spcBef>
              <a:spcAft>
                <a:spcPts val="600"/>
              </a:spcAft>
            </a:pPr>
            <a:r>
              <a:rPr lang="vi-VN" sz="2600" dirty="0">
                <a:solidFill>
                  <a:srgbClr val="0000CC"/>
                </a:solidFill>
                <a:latin typeface="Rockwell" panose="02060603020205020403" pitchFamily="18" charset="0"/>
                <a:ea typeface="+mj-ea"/>
                <a:cs typeface="+mj-cs"/>
              </a:rPr>
              <a:t>OWASP Dependency-Check: Phát hiện các thư viện có lỗ hổng dựa trên Cơ sở dữ liệu CVE.</a:t>
            </a:r>
          </a:p>
          <a:p>
            <a:pPr marL="573088" lvl="1">
              <a:spcBef>
                <a:spcPts val="600"/>
              </a:spcBef>
              <a:spcAft>
                <a:spcPts val="600"/>
              </a:spcAft>
            </a:pPr>
            <a:r>
              <a:rPr lang="vi-VN" sz="2600" dirty="0">
                <a:solidFill>
                  <a:srgbClr val="0000CC"/>
                </a:solidFill>
                <a:latin typeface="Rockwell" panose="02060603020205020403" pitchFamily="18" charset="0"/>
                <a:ea typeface="+mj-ea"/>
                <a:cs typeface="+mj-cs"/>
              </a:rPr>
              <a:t>Snyk: Kiểm tra bảo mật phụ thuộc, container, IaC.</a:t>
            </a:r>
          </a:p>
          <a:p>
            <a:pPr marL="573088" lvl="1">
              <a:spcBef>
                <a:spcPts val="600"/>
              </a:spcBef>
              <a:spcAft>
                <a:spcPts val="600"/>
              </a:spcAft>
            </a:pPr>
            <a:r>
              <a:rPr lang="vi-VN" sz="2600" dirty="0">
                <a:solidFill>
                  <a:srgbClr val="0000CC"/>
                </a:solidFill>
                <a:latin typeface="Rockwell" panose="02060603020205020403" pitchFamily="18" charset="0"/>
                <a:ea typeface="+mj-ea"/>
                <a:cs typeface="+mj-cs"/>
              </a:rPr>
              <a:t>WhiteSource (nay là Mend.io): Quản lý license, theo dõi lỗ hổng bảo mật trong thành phần nguồn mở.</a:t>
            </a:r>
          </a:p>
          <a:p>
            <a:pPr marL="53975" lvl="1" indent="0" algn="just">
              <a:spcBef>
                <a:spcPts val="1800"/>
              </a:spcBef>
              <a:spcAft>
                <a:spcPts val="600"/>
              </a:spcAft>
              <a:buNone/>
            </a:pPr>
            <a:r>
              <a:rPr lang="vi-VN" sz="2600" dirty="0" smtClean="0">
                <a:solidFill>
                  <a:srgbClr val="FF00FF"/>
                </a:solidFill>
                <a:latin typeface="Rockwell" panose="02060603020205020403" pitchFamily="18" charset="0"/>
                <a:ea typeface="+mj-ea"/>
                <a:cs typeface="+mj-cs"/>
              </a:rPr>
              <a:t>Tích </a:t>
            </a:r>
            <a:r>
              <a:rPr lang="vi-VN" sz="2600" dirty="0">
                <a:solidFill>
                  <a:srgbClr val="FF00FF"/>
                </a:solidFill>
                <a:latin typeface="Rockwell" panose="02060603020205020403" pitchFamily="18" charset="0"/>
                <a:ea typeface="+mj-ea"/>
                <a:cs typeface="+mj-cs"/>
              </a:rPr>
              <a:t>hợp SCA vào CI/CD pipeline giúp phát hiện sớm và tự động cảnh báo khi có thư viện dễ bị tấn công.</a:t>
            </a:r>
            <a:endParaRPr lang="en-US" sz="2600" dirty="0" smtClean="0">
              <a:solidFill>
                <a:srgbClr val="FF00FF"/>
              </a:solidFill>
              <a:latin typeface="Rockwell" panose="02060603020205020403" pitchFamily="18" charset="0"/>
              <a:ea typeface="+mj-ea"/>
              <a:cs typeface="+mj-cs"/>
            </a:endParaRPr>
          </a:p>
        </p:txBody>
      </p:sp>
    </p:spTree>
    <p:extLst>
      <p:ext uri="{BB962C8B-B14F-4D97-AF65-F5344CB8AC3E}">
        <p14:creationId xmlns:p14="http://schemas.microsoft.com/office/powerpoint/2010/main" val="3450548591"/>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57952" y="914868"/>
            <a:ext cx="10242645" cy="528851"/>
          </a:xfrm>
        </p:spPr>
        <p:txBody>
          <a:bodyPr/>
          <a:lstStyle/>
          <a:p>
            <a:pPr>
              <a:lnSpc>
                <a:spcPct val="100000"/>
              </a:lnSpc>
              <a:spcBef>
                <a:spcPts val="600"/>
              </a:spcBef>
              <a:spcAft>
                <a:spcPts val="600"/>
              </a:spcAft>
            </a:pPr>
            <a:r>
              <a:rPr lang="en-US" sz="2800" b="1" dirty="0" smtClean="0">
                <a:solidFill>
                  <a:srgbClr val="0000CC"/>
                </a:solidFill>
                <a:latin typeface="Rockwell" panose="02060603020205020403" pitchFamily="18" charset="0"/>
              </a:rPr>
              <a:t>8.4.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cụ</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&amp;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Thực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hành</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phổ</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biến</a:t>
            </a:r>
            <a:endPar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40277" y="1497540"/>
            <a:ext cx="5430768" cy="5251277"/>
          </a:xfrm>
        </p:spPr>
      </p:pic>
      <p:sp>
        <p:nvSpPr>
          <p:cNvPr id="4" name="Content Placeholder 2">
            <a:extLst>
              <a:ext uri="{FF2B5EF4-FFF2-40B4-BE49-F238E27FC236}">
                <a16:creationId xmlns:a16="http://schemas.microsoft.com/office/drawing/2014/main" id="{9276B044-A495-4FDE-B341-D8F787F3BAD4}"/>
              </a:ext>
            </a:extLst>
          </p:cNvPr>
          <p:cNvSpPr txBox="1">
            <a:spLocks/>
          </p:cNvSpPr>
          <p:nvPr/>
        </p:nvSpPr>
        <p:spPr>
          <a:xfrm>
            <a:off x="5008728" y="1497540"/>
            <a:ext cx="2941092" cy="4821002"/>
          </a:xfrm>
          <a:prstGeom prst="rect">
            <a:avLst/>
          </a:prstGeom>
        </p:spPr>
        <p:txBody>
          <a:bodyPr vert="horz" lIns="91440" tIns="45720" rIns="91440" bIns="45720" rtlCol="0">
            <a:noAutofit/>
          </a:bodyPr>
          <a:lstStyle>
            <a:lvl1pPr marL="342900" indent="-342900" algn="l" defTabSz="914400" rtl="0" eaLnBrk="1" latinLnBrk="0" hangingPunct="1">
              <a:lnSpc>
                <a:spcPct val="94000"/>
              </a:lnSpc>
              <a:spcBef>
                <a:spcPts val="1000"/>
              </a:spcBef>
              <a:spcAft>
                <a:spcPts val="200"/>
              </a:spcAft>
              <a:buFont typeface="Arial" panose="020B0604020202020204" pitchFamily="34" charset="0"/>
              <a:buChar char="•"/>
              <a:defRPr sz="2400" kern="1200" baseline="0">
                <a:solidFill>
                  <a:schemeClr val="tx2"/>
                </a:solidFill>
                <a:latin typeface="+mn-lt"/>
                <a:ea typeface="+mn-ea"/>
                <a:cs typeface="+mn-cs"/>
              </a:defRPr>
            </a:lvl1pPr>
            <a:lvl2pPr marL="873252" indent="-342900" algn="l" defTabSz="914400" rtl="0" eaLnBrk="1" latinLnBrk="0" hangingPunct="1">
              <a:lnSpc>
                <a:spcPct val="94000"/>
              </a:lnSpc>
              <a:spcBef>
                <a:spcPts val="500"/>
              </a:spcBef>
              <a:spcAft>
                <a:spcPts val="200"/>
              </a:spcAft>
              <a:buFont typeface="Arial" panose="020B0604020202020204" pitchFamily="34" charset="0"/>
              <a:buChar char="•"/>
              <a:defRPr sz="2400" i="1" kern="1200" baseline="0">
                <a:solidFill>
                  <a:schemeClr val="tx2"/>
                </a:solidFill>
                <a:latin typeface="+mn-lt"/>
                <a:ea typeface="+mn-ea"/>
                <a:cs typeface="+mn-cs"/>
              </a:defRPr>
            </a:lvl2pPr>
            <a:lvl3pPr marL="1330452" indent="-342900" algn="l" defTabSz="914400" rtl="0" eaLnBrk="1" latinLnBrk="0" hangingPunct="1">
              <a:lnSpc>
                <a:spcPct val="94000"/>
              </a:lnSpc>
              <a:spcBef>
                <a:spcPts val="500"/>
              </a:spcBef>
              <a:spcAft>
                <a:spcPts val="200"/>
              </a:spcAft>
              <a:buFont typeface="Arial" panose="020B0604020202020204" pitchFamily="34" charset="0"/>
              <a:buChar char="•"/>
              <a:defRPr sz="2000" kern="1200" baseline="0">
                <a:solidFill>
                  <a:schemeClr val="tx2"/>
                </a:solidFill>
                <a:latin typeface="+mn-lt"/>
                <a:ea typeface="+mn-ea"/>
                <a:cs typeface="+mn-cs"/>
              </a:defRPr>
            </a:lvl3pPr>
            <a:lvl4pPr marL="1787652" indent="-342900" algn="l" defTabSz="914400" rtl="0" eaLnBrk="1" latinLnBrk="0" hangingPunct="1">
              <a:lnSpc>
                <a:spcPct val="94000"/>
              </a:lnSpc>
              <a:spcBef>
                <a:spcPts val="500"/>
              </a:spcBef>
              <a:spcAft>
                <a:spcPts val="200"/>
              </a:spcAft>
              <a:buFont typeface="Arial" panose="020B0604020202020204" pitchFamily="34" charset="0"/>
              <a:buChar char="•"/>
              <a:defRPr sz="2000" i="1" kern="1200" baseline="0">
                <a:solidFill>
                  <a:schemeClr val="tx2"/>
                </a:solidFill>
                <a:latin typeface="+mn-lt"/>
                <a:ea typeface="+mn-ea"/>
                <a:cs typeface="+mn-cs"/>
              </a:defRPr>
            </a:lvl4pPr>
            <a:lvl5pPr marL="2187702" indent="-285750" algn="l" defTabSz="914400" rtl="0" eaLnBrk="1" latinLnBrk="0" hangingPunct="1">
              <a:lnSpc>
                <a:spcPct val="94000"/>
              </a:lnSpc>
              <a:spcBef>
                <a:spcPts val="500"/>
              </a:spcBef>
              <a:spcAft>
                <a:spcPts val="200"/>
              </a:spcAft>
              <a:buFont typeface="Arial" panose="020B0604020202020204" pitchFamily="34" charset="0"/>
              <a:buChar char="•"/>
              <a:defRPr sz="18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indent="0">
              <a:buFont typeface="Arial" panose="020B0604020202020204" pitchFamily="34" charset="0"/>
              <a:buNone/>
            </a:pPr>
            <a:endParaRPr lang="en-US" sz="2600" dirty="0" smtClean="0">
              <a:solidFill>
                <a:srgbClr val="FF00FF"/>
              </a:solidFill>
              <a:latin typeface="Rockwell" panose="02060603020205020403" pitchFamily="18" charset="0"/>
              <a:ea typeface="+mj-ea"/>
              <a:cs typeface="+mj-cs"/>
            </a:endParaRPr>
          </a:p>
        </p:txBody>
      </p:sp>
    </p:spTree>
    <p:extLst>
      <p:ext uri="{BB962C8B-B14F-4D97-AF65-F5344CB8AC3E}">
        <p14:creationId xmlns:p14="http://schemas.microsoft.com/office/powerpoint/2010/main" val="2816168773"/>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57952" y="914868"/>
            <a:ext cx="10242645" cy="528851"/>
          </a:xfrm>
        </p:spPr>
        <p:txBody>
          <a:bodyPr/>
          <a:lstStyle/>
          <a:p>
            <a:pPr>
              <a:lnSpc>
                <a:spcPct val="100000"/>
              </a:lnSpc>
              <a:spcBef>
                <a:spcPts val="600"/>
              </a:spcBef>
              <a:spcAft>
                <a:spcPts val="600"/>
              </a:spcAft>
            </a:pPr>
            <a:r>
              <a:rPr lang="en-US" sz="2800" b="1" dirty="0" smtClean="0">
                <a:solidFill>
                  <a:srgbClr val="0000CC"/>
                </a:solidFill>
                <a:latin typeface="Rockwell" panose="02060603020205020403" pitchFamily="18" charset="0"/>
              </a:rPr>
              <a:t>8.5.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Đánh</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giá</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&amp;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Kết</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luận</a:t>
            </a:r>
            <a:endPar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1" y="1497540"/>
            <a:ext cx="9369188" cy="4821002"/>
          </a:xfrm>
        </p:spPr>
        <p:txBody>
          <a:bodyPr/>
          <a:lstStyle/>
          <a:p>
            <a:pPr marL="0" indent="0">
              <a:buNone/>
            </a:pPr>
            <a:r>
              <a:rPr lang="vi-VN" sz="2600" b="1" dirty="0">
                <a:solidFill>
                  <a:srgbClr val="0000CC"/>
                </a:solidFill>
                <a:latin typeface="Rockwell" panose="02060603020205020403" pitchFamily="18" charset="0"/>
                <a:ea typeface="+mj-ea"/>
                <a:cs typeface="+mj-cs"/>
              </a:rPr>
              <a:t>Nhận định:</a:t>
            </a:r>
          </a:p>
          <a:p>
            <a:pPr lvl="1"/>
            <a:r>
              <a:rPr lang="vi-VN" sz="2600" dirty="0" smtClean="0">
                <a:solidFill>
                  <a:srgbClr val="0000CC"/>
                </a:solidFill>
                <a:latin typeface="Rockwell" panose="02060603020205020403" pitchFamily="18" charset="0"/>
                <a:ea typeface="+mj-ea"/>
                <a:cs typeface="+mj-cs"/>
              </a:rPr>
              <a:t>Secure </a:t>
            </a:r>
            <a:r>
              <a:rPr lang="vi-VN" sz="2600" dirty="0">
                <a:solidFill>
                  <a:srgbClr val="0000CC"/>
                </a:solidFill>
                <a:latin typeface="Rockwell" panose="02060603020205020403" pitchFamily="18" charset="0"/>
                <a:ea typeface="+mj-ea"/>
                <a:cs typeface="+mj-cs"/>
              </a:rPr>
              <a:t>Software Development Lifecycle (SSDLC) là cách tiếp cận tích hợp bảo mật xuyên suốt vòng đời phát triển phần mềm, thay vì chỉ bổ sung bảo mật ở cuối.</a:t>
            </a:r>
          </a:p>
          <a:p>
            <a:pPr marL="0" indent="0">
              <a:buNone/>
            </a:pPr>
            <a:r>
              <a:rPr lang="vi-VN" sz="2600" b="1" dirty="0" smtClean="0">
                <a:solidFill>
                  <a:srgbClr val="0000CC"/>
                </a:solidFill>
                <a:latin typeface="Rockwell" panose="02060603020205020403" pitchFamily="18" charset="0"/>
                <a:ea typeface="+mj-ea"/>
                <a:cs typeface="+mj-cs"/>
              </a:rPr>
              <a:t>Đánh </a:t>
            </a:r>
            <a:r>
              <a:rPr lang="vi-VN" sz="2600" b="1" dirty="0">
                <a:solidFill>
                  <a:srgbClr val="0000CC"/>
                </a:solidFill>
                <a:latin typeface="Rockwell" panose="02060603020205020403" pitchFamily="18" charset="0"/>
                <a:ea typeface="+mj-ea"/>
                <a:cs typeface="+mj-cs"/>
              </a:rPr>
              <a:t>giá hiệu quả:</a:t>
            </a:r>
          </a:p>
          <a:p>
            <a:pPr lvl="1"/>
            <a:r>
              <a:rPr lang="vi-VN" sz="2600" dirty="0">
                <a:solidFill>
                  <a:srgbClr val="0000CC"/>
                </a:solidFill>
                <a:latin typeface="Rockwell" panose="02060603020205020403" pitchFamily="18" charset="0"/>
                <a:ea typeface="+mj-ea"/>
                <a:cs typeface="+mj-cs"/>
              </a:rPr>
              <a:t>Giúp phát hiện và xử lý rủi ro sớm, giúp giảm chi phí khắc phục về sau.</a:t>
            </a:r>
          </a:p>
          <a:p>
            <a:pPr lvl="1"/>
            <a:r>
              <a:rPr lang="vi-VN" sz="2600" dirty="0">
                <a:solidFill>
                  <a:srgbClr val="0000CC"/>
                </a:solidFill>
                <a:latin typeface="Rockwell" panose="02060603020205020403" pitchFamily="18" charset="0"/>
                <a:ea typeface="+mj-ea"/>
                <a:cs typeface="+mj-cs"/>
              </a:rPr>
              <a:t>Nâng cao chất lượng và độ tin cậy của phần mềm.</a:t>
            </a:r>
          </a:p>
          <a:p>
            <a:pPr lvl="1"/>
            <a:r>
              <a:rPr lang="vi-VN" sz="2600" dirty="0">
                <a:solidFill>
                  <a:srgbClr val="0000CC"/>
                </a:solidFill>
                <a:latin typeface="Rockwell" panose="02060603020205020403" pitchFamily="18" charset="0"/>
                <a:ea typeface="+mj-ea"/>
                <a:cs typeface="+mj-cs"/>
              </a:rPr>
              <a:t>Đáp ứng các yêu cầu pháp lý, chuẩn quốc tế (ISO, OWASP, GDPR…).</a:t>
            </a:r>
          </a:p>
          <a:p>
            <a:pPr lvl="1"/>
            <a:r>
              <a:rPr lang="vi-VN" sz="2600" dirty="0">
                <a:solidFill>
                  <a:srgbClr val="0000CC"/>
                </a:solidFill>
                <a:latin typeface="Rockwell" panose="02060603020205020403" pitchFamily="18" charset="0"/>
                <a:ea typeface="+mj-ea"/>
                <a:cs typeface="+mj-cs"/>
              </a:rPr>
              <a:t>Giảm nguy cơ bị khai thác lỗ hổng trong vận hành.</a:t>
            </a:r>
            <a:endParaRPr lang="en-US" sz="2600" dirty="0">
              <a:solidFill>
                <a:srgbClr val="0000CC"/>
              </a:solidFill>
              <a:latin typeface="Rockwell" panose="02060603020205020403" pitchFamily="18" charset="0"/>
              <a:ea typeface="+mj-ea"/>
              <a:cs typeface="+mj-cs"/>
            </a:endParaRPr>
          </a:p>
        </p:txBody>
      </p:sp>
    </p:spTree>
    <p:extLst>
      <p:ext uri="{BB962C8B-B14F-4D97-AF65-F5344CB8AC3E}">
        <p14:creationId xmlns:p14="http://schemas.microsoft.com/office/powerpoint/2010/main" val="1643801963"/>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57952" y="914868"/>
            <a:ext cx="10242645" cy="528851"/>
          </a:xfrm>
        </p:spPr>
        <p:txBody>
          <a:bodyPr/>
          <a:lstStyle/>
          <a:p>
            <a:pPr>
              <a:lnSpc>
                <a:spcPct val="100000"/>
              </a:lnSpc>
              <a:spcBef>
                <a:spcPts val="600"/>
              </a:spcBef>
              <a:spcAft>
                <a:spcPts val="600"/>
              </a:spcAft>
            </a:pPr>
            <a:r>
              <a:rPr lang="en-US" sz="2800" b="1" dirty="0" smtClean="0">
                <a:solidFill>
                  <a:srgbClr val="0000CC"/>
                </a:solidFill>
                <a:latin typeface="Rockwell" panose="02060603020205020403" pitchFamily="18" charset="0"/>
              </a:rPr>
              <a:t>8.5.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Đánh</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giá</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&amp;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Kết</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luận</a:t>
            </a:r>
            <a:endPar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1" y="1497540"/>
            <a:ext cx="10228996" cy="4821002"/>
          </a:xfrm>
        </p:spPr>
        <p:txBody>
          <a:bodyPr/>
          <a:lstStyle/>
          <a:p>
            <a:pPr marL="0" indent="0">
              <a:spcBef>
                <a:spcPts val="1200"/>
              </a:spcBef>
              <a:spcAft>
                <a:spcPts val="600"/>
              </a:spcAft>
              <a:buNone/>
            </a:pPr>
            <a:r>
              <a:rPr lang="vi-VN" sz="2600" b="1" dirty="0">
                <a:solidFill>
                  <a:srgbClr val="0000CC"/>
                </a:solidFill>
                <a:latin typeface="Rockwell" panose="02060603020205020403" pitchFamily="18" charset="0"/>
                <a:ea typeface="+mj-ea"/>
                <a:cs typeface="+mj-cs"/>
              </a:rPr>
              <a:t>Kết luận:</a:t>
            </a:r>
          </a:p>
          <a:p>
            <a:pPr lvl="1">
              <a:spcBef>
                <a:spcPts val="1200"/>
              </a:spcBef>
              <a:spcAft>
                <a:spcPts val="600"/>
              </a:spcAft>
            </a:pPr>
            <a:r>
              <a:rPr lang="vi-VN" sz="2600" dirty="0">
                <a:solidFill>
                  <a:srgbClr val="0000CC"/>
                </a:solidFill>
                <a:latin typeface="Rockwell" panose="02060603020205020403" pitchFamily="18" charset="0"/>
                <a:ea typeface="+mj-ea"/>
                <a:cs typeface="+mj-cs"/>
              </a:rPr>
              <a:t>SSDLC không chỉ là khung quy trình kỹ thuật, mà còn là </a:t>
            </a:r>
            <a:r>
              <a:rPr lang="en-US" sz="2600" dirty="0" err="1" smtClean="0">
                <a:solidFill>
                  <a:srgbClr val="0000CC"/>
                </a:solidFill>
                <a:latin typeface="Rockwell" panose="02060603020205020403" pitchFamily="18" charset="0"/>
                <a:ea typeface="+mj-ea"/>
                <a:cs typeface="+mj-cs"/>
              </a:rPr>
              <a:t>yêu</a:t>
            </a:r>
            <a:r>
              <a:rPr lang="en-US" sz="2600" dirty="0" smtClean="0">
                <a:solidFill>
                  <a:srgbClr val="0000CC"/>
                </a:solidFill>
                <a:latin typeface="Rockwell" panose="02060603020205020403" pitchFamily="18" charset="0"/>
                <a:ea typeface="+mj-ea"/>
                <a:cs typeface="+mj-cs"/>
              </a:rPr>
              <a:t> </a:t>
            </a:r>
            <a:r>
              <a:rPr lang="en-US" sz="2600" dirty="0" err="1" smtClean="0">
                <a:solidFill>
                  <a:srgbClr val="0000CC"/>
                </a:solidFill>
                <a:latin typeface="Rockwell" panose="02060603020205020403" pitchFamily="18" charset="0"/>
                <a:ea typeface="+mj-ea"/>
                <a:cs typeface="+mj-cs"/>
              </a:rPr>
              <a:t>cầu</a:t>
            </a:r>
            <a:r>
              <a:rPr lang="vi-VN" sz="2600" dirty="0" smtClean="0">
                <a:solidFill>
                  <a:srgbClr val="0000CC"/>
                </a:solidFill>
                <a:latin typeface="Rockwell" panose="02060603020205020403" pitchFamily="18" charset="0"/>
                <a:ea typeface="+mj-ea"/>
                <a:cs typeface="+mj-cs"/>
              </a:rPr>
              <a:t> </a:t>
            </a:r>
            <a:r>
              <a:rPr lang="vi-VN" sz="2600" dirty="0">
                <a:solidFill>
                  <a:srgbClr val="0000CC"/>
                </a:solidFill>
                <a:latin typeface="Rockwell" panose="02060603020205020403" pitchFamily="18" charset="0"/>
                <a:ea typeface="+mj-ea"/>
                <a:cs typeface="+mj-cs"/>
              </a:rPr>
              <a:t>phát triển phần mềm an toàn.</a:t>
            </a:r>
          </a:p>
          <a:p>
            <a:pPr lvl="1">
              <a:spcBef>
                <a:spcPts val="1200"/>
              </a:spcBef>
              <a:spcAft>
                <a:spcPts val="600"/>
              </a:spcAft>
            </a:pPr>
            <a:r>
              <a:rPr lang="vi-VN" sz="2600" dirty="0">
                <a:solidFill>
                  <a:srgbClr val="0000CC"/>
                </a:solidFill>
                <a:latin typeface="Rockwell" panose="02060603020205020403" pitchFamily="18" charset="0"/>
                <a:ea typeface="+mj-ea"/>
                <a:cs typeface="+mj-cs"/>
              </a:rPr>
              <a:t>Thành công đòi hỏi sự phối hợp của nhiều bên: </a:t>
            </a:r>
            <a:r>
              <a:rPr lang="en-US" sz="2600" dirty="0" smtClean="0">
                <a:solidFill>
                  <a:srgbClr val="0000CC"/>
                </a:solidFill>
                <a:latin typeface="Rockwell" panose="02060603020205020403" pitchFamily="18" charset="0"/>
                <a:ea typeface="+mj-ea"/>
                <a:cs typeface="+mj-cs"/>
              </a:rPr>
              <a:t>N</a:t>
            </a:r>
            <a:r>
              <a:rPr lang="vi-VN" sz="2600" dirty="0" smtClean="0">
                <a:solidFill>
                  <a:srgbClr val="0000CC"/>
                </a:solidFill>
                <a:latin typeface="Rockwell" panose="02060603020205020403" pitchFamily="18" charset="0"/>
                <a:ea typeface="+mj-ea"/>
                <a:cs typeface="+mj-cs"/>
              </a:rPr>
              <a:t>hà </a:t>
            </a:r>
            <a:r>
              <a:rPr lang="vi-VN" sz="2600" dirty="0">
                <a:solidFill>
                  <a:srgbClr val="0000CC"/>
                </a:solidFill>
                <a:latin typeface="Rockwell" panose="02060603020205020403" pitchFamily="18" charset="0"/>
                <a:ea typeface="+mj-ea"/>
                <a:cs typeface="+mj-cs"/>
              </a:rPr>
              <a:t>phát triển, kiểm thử, bảo mật, quản lý và khách hàng.</a:t>
            </a:r>
          </a:p>
          <a:p>
            <a:pPr lvl="1">
              <a:spcBef>
                <a:spcPts val="1200"/>
              </a:spcBef>
              <a:spcAft>
                <a:spcPts val="600"/>
              </a:spcAft>
            </a:pPr>
            <a:r>
              <a:rPr lang="vi-VN" sz="2600" dirty="0">
                <a:solidFill>
                  <a:srgbClr val="0000CC"/>
                </a:solidFill>
                <a:latin typeface="Rockwell" panose="02060603020205020403" pitchFamily="18" charset="0"/>
                <a:ea typeface="+mj-ea"/>
                <a:cs typeface="+mj-cs"/>
              </a:rPr>
              <a:t>Xu hướng hiện nay: Kết hợp DevSecOps, tự động hóa kiểm thử bảo mật, đánh giá định kỳ để duy trì an toàn bền vững.</a:t>
            </a:r>
            <a:endParaRPr lang="en-US" sz="2600" dirty="0">
              <a:solidFill>
                <a:srgbClr val="0000CC"/>
              </a:solidFill>
              <a:latin typeface="Rockwell" panose="02060603020205020403" pitchFamily="18" charset="0"/>
              <a:ea typeface="+mj-ea"/>
              <a:cs typeface="+mj-cs"/>
            </a:endParaRPr>
          </a:p>
        </p:txBody>
      </p:sp>
    </p:spTree>
    <p:extLst>
      <p:ext uri="{BB962C8B-B14F-4D97-AF65-F5344CB8AC3E}">
        <p14:creationId xmlns:p14="http://schemas.microsoft.com/office/powerpoint/2010/main" val="1894277750"/>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600" y="792030"/>
            <a:ext cx="10242645" cy="528851"/>
          </a:xfrm>
        </p:spPr>
        <p:txBody>
          <a:bodyPr/>
          <a:lstStyle/>
          <a:p>
            <a:pPr>
              <a:lnSpc>
                <a:spcPct val="100000"/>
              </a:lnSpc>
              <a:spcBef>
                <a:spcPts val="600"/>
              </a:spcBef>
              <a:spcAft>
                <a:spcPts val="600"/>
              </a:spcAft>
            </a:pPr>
            <a:r>
              <a:rPr lang="en-US" sz="2800" b="1" dirty="0" smtClean="0">
                <a:solidFill>
                  <a:srgbClr val="0000CC"/>
                </a:solidFill>
                <a:latin typeface="Rockwell" panose="02060603020205020403" pitchFamily="18" charset="0"/>
              </a:rPr>
              <a:t>8.6. </a:t>
            </a:r>
            <a:r>
              <a:rPr lang="en-US" sz="2800" b="1" dirty="0" err="1" smtClean="0">
                <a:solidFill>
                  <a:srgbClr val="0000CC"/>
                </a:solidFill>
                <a:latin typeface="Rockwell" panose="02060603020205020403" pitchFamily="18" charset="0"/>
              </a:rPr>
              <a:t>Thảo</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luận</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về</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DepOps</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và</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DepSecOps</a:t>
            </a:r>
            <a:endPar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sp>
        <p:nvSpPr>
          <p:cNvPr id="5" name="Content Placeholder 4"/>
          <p:cNvSpPr>
            <a:spLocks noGrp="1"/>
          </p:cNvSpPr>
          <p:nvPr>
            <p:ph idx="1"/>
          </p:nvPr>
        </p:nvSpPr>
        <p:spPr/>
        <p:txBody>
          <a:bodyPr/>
          <a:lstStyle/>
          <a:p>
            <a:pPr marL="0" indent="0">
              <a:buNone/>
            </a:pPr>
            <a:r>
              <a:rPr lang="en-US" b="1" dirty="0" smtClean="0">
                <a:solidFill>
                  <a:srgbClr val="0000CC"/>
                </a:solidFill>
                <a:latin typeface="Rockwell" panose="02060603020205020403" pitchFamily="18" charset="0"/>
                <a:ea typeface="+mj-ea"/>
                <a:cs typeface="+mj-cs"/>
              </a:rPr>
              <a:t>a) </a:t>
            </a:r>
            <a:r>
              <a:rPr lang="vi-VN" b="1" dirty="0" smtClean="0">
                <a:solidFill>
                  <a:srgbClr val="0000CC"/>
                </a:solidFill>
                <a:latin typeface="Rockwell" panose="02060603020205020403" pitchFamily="18" charset="0"/>
                <a:ea typeface="+mj-ea"/>
                <a:cs typeface="+mj-cs"/>
              </a:rPr>
              <a:t>DevOps</a:t>
            </a:r>
            <a:r>
              <a:rPr lang="en-US" b="1" dirty="0" smtClean="0">
                <a:solidFill>
                  <a:srgbClr val="0000CC"/>
                </a:solidFill>
                <a:latin typeface="Rockwell" panose="02060603020205020403" pitchFamily="18" charset="0"/>
                <a:ea typeface="+mj-ea"/>
                <a:cs typeface="+mj-cs"/>
              </a:rPr>
              <a:t>:</a:t>
            </a:r>
            <a:endParaRPr lang="vi-VN" b="1" dirty="0">
              <a:solidFill>
                <a:srgbClr val="0000CC"/>
              </a:solidFill>
              <a:latin typeface="Rockwell" panose="02060603020205020403" pitchFamily="18" charset="0"/>
              <a:ea typeface="+mj-ea"/>
              <a:cs typeface="+mj-cs"/>
            </a:endParaRPr>
          </a:p>
          <a:p>
            <a:r>
              <a:rPr lang="vi-VN" dirty="0">
                <a:solidFill>
                  <a:srgbClr val="0000CC"/>
                </a:solidFill>
                <a:latin typeface="Rockwell" panose="02060603020205020403" pitchFamily="18" charset="0"/>
                <a:ea typeface="+mj-ea"/>
                <a:cs typeface="+mj-cs"/>
              </a:rPr>
              <a:t>Mô hình kết hợp Development (Dev) và Operations (Ops).</a:t>
            </a:r>
          </a:p>
          <a:p>
            <a:r>
              <a:rPr lang="vi-VN" dirty="0">
                <a:solidFill>
                  <a:srgbClr val="0000CC"/>
                </a:solidFill>
                <a:latin typeface="Rockwell" panose="02060603020205020403" pitchFamily="18" charset="0"/>
                <a:ea typeface="+mj-ea"/>
                <a:cs typeface="+mj-cs"/>
              </a:rPr>
              <a:t>Mục tiêu: tự động hóa, rút ngắn chu kỳ phát triển, triển khai nhanh chóng và liên tục (CI/CD).</a:t>
            </a:r>
          </a:p>
          <a:p>
            <a:r>
              <a:rPr lang="vi-VN" dirty="0">
                <a:solidFill>
                  <a:srgbClr val="0000CC"/>
                </a:solidFill>
                <a:latin typeface="Rockwell" panose="02060603020205020403" pitchFamily="18" charset="0"/>
                <a:ea typeface="+mj-ea"/>
                <a:cs typeface="+mj-cs"/>
              </a:rPr>
              <a:t>Hạn chế của DevOps truyền thống:</a:t>
            </a:r>
          </a:p>
          <a:p>
            <a:r>
              <a:rPr lang="vi-VN" dirty="0">
                <a:solidFill>
                  <a:srgbClr val="0000CC"/>
                </a:solidFill>
                <a:latin typeface="Rockwell" panose="02060603020205020403" pitchFamily="18" charset="0"/>
                <a:ea typeface="+mj-ea"/>
                <a:cs typeface="+mj-cs"/>
              </a:rPr>
              <a:t>Tập trung vào tốc độ, nhưng ít chú trọng đến bảo mật.</a:t>
            </a:r>
          </a:p>
          <a:p>
            <a:r>
              <a:rPr lang="vi-VN" dirty="0">
                <a:solidFill>
                  <a:srgbClr val="0000CC"/>
                </a:solidFill>
                <a:latin typeface="Rockwell" panose="02060603020205020403" pitchFamily="18" charset="0"/>
                <a:ea typeface="+mj-ea"/>
                <a:cs typeface="+mj-cs"/>
              </a:rPr>
              <a:t>Lỗ hổng bảo mật thường bị phát hiện muộn, chi phí xử lý cao.</a:t>
            </a:r>
            <a:endParaRPr lang="en-US" dirty="0">
              <a:solidFill>
                <a:srgbClr val="0000CC"/>
              </a:solidFill>
              <a:latin typeface="Rockwell" panose="02060603020205020403" pitchFamily="18" charset="0"/>
              <a:ea typeface="+mj-ea"/>
              <a:cs typeface="+mj-cs"/>
            </a:endParaRPr>
          </a:p>
        </p:txBody>
      </p:sp>
    </p:spTree>
    <p:extLst>
      <p:ext uri="{BB962C8B-B14F-4D97-AF65-F5344CB8AC3E}">
        <p14:creationId xmlns:p14="http://schemas.microsoft.com/office/powerpoint/2010/main" val="1661287955"/>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600" y="792030"/>
            <a:ext cx="10242645" cy="528851"/>
          </a:xfrm>
        </p:spPr>
        <p:txBody>
          <a:bodyPr/>
          <a:lstStyle/>
          <a:p>
            <a:pPr>
              <a:lnSpc>
                <a:spcPct val="100000"/>
              </a:lnSpc>
              <a:spcBef>
                <a:spcPts val="600"/>
              </a:spcBef>
              <a:spcAft>
                <a:spcPts val="600"/>
              </a:spcAft>
            </a:pPr>
            <a:r>
              <a:rPr lang="en-US" sz="2800" b="1" dirty="0" smtClean="0">
                <a:solidFill>
                  <a:srgbClr val="0000CC"/>
                </a:solidFill>
                <a:latin typeface="Rockwell" panose="02060603020205020403" pitchFamily="18" charset="0"/>
              </a:rPr>
              <a:t>8.6. </a:t>
            </a:r>
            <a:r>
              <a:rPr lang="en-US" sz="2800" b="1" dirty="0" err="1" smtClean="0">
                <a:solidFill>
                  <a:srgbClr val="0000CC"/>
                </a:solidFill>
                <a:latin typeface="Rockwell" panose="02060603020205020403" pitchFamily="18" charset="0"/>
              </a:rPr>
              <a:t>Thảo</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luận</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về</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DepOps</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và</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DepSecOps</a:t>
            </a:r>
            <a:endPar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sp>
        <p:nvSpPr>
          <p:cNvPr id="5" name="Content Placeholder 4"/>
          <p:cNvSpPr>
            <a:spLocks noGrp="1"/>
          </p:cNvSpPr>
          <p:nvPr>
            <p:ph idx="1"/>
          </p:nvPr>
        </p:nvSpPr>
        <p:spPr/>
        <p:txBody>
          <a:bodyPr/>
          <a:lstStyle/>
          <a:p>
            <a:pPr marL="0" indent="0">
              <a:buNone/>
            </a:pPr>
            <a:r>
              <a:rPr lang="en-US" b="1" dirty="0">
                <a:solidFill>
                  <a:srgbClr val="0000CC"/>
                </a:solidFill>
                <a:latin typeface="Rockwell" panose="02060603020205020403" pitchFamily="18" charset="0"/>
                <a:ea typeface="+mj-ea"/>
                <a:cs typeface="+mj-cs"/>
              </a:rPr>
              <a:t>b</a:t>
            </a:r>
            <a:r>
              <a:rPr lang="en-US" b="1" dirty="0" smtClean="0">
                <a:solidFill>
                  <a:srgbClr val="0000CC"/>
                </a:solidFill>
                <a:latin typeface="Rockwell" panose="02060603020205020403" pitchFamily="18" charset="0"/>
                <a:ea typeface="+mj-ea"/>
                <a:cs typeface="+mj-cs"/>
              </a:rPr>
              <a:t>)</a:t>
            </a:r>
            <a:r>
              <a:rPr lang="vi-VN" b="1" dirty="0" smtClean="0">
                <a:solidFill>
                  <a:srgbClr val="0000CC"/>
                </a:solidFill>
                <a:latin typeface="Rockwell" panose="02060603020205020403" pitchFamily="18" charset="0"/>
                <a:ea typeface="+mj-ea"/>
                <a:cs typeface="+mj-cs"/>
              </a:rPr>
              <a:t> DevSecOps</a:t>
            </a:r>
            <a:r>
              <a:rPr lang="en-US" b="1" dirty="0" smtClean="0">
                <a:solidFill>
                  <a:srgbClr val="0000CC"/>
                </a:solidFill>
                <a:latin typeface="Rockwell" panose="02060603020205020403" pitchFamily="18" charset="0"/>
                <a:ea typeface="+mj-ea"/>
                <a:cs typeface="+mj-cs"/>
              </a:rPr>
              <a:t>:</a:t>
            </a:r>
            <a:endParaRPr lang="vi-VN" b="1" dirty="0">
              <a:solidFill>
                <a:srgbClr val="0000CC"/>
              </a:solidFill>
              <a:latin typeface="Rockwell" panose="02060603020205020403" pitchFamily="18" charset="0"/>
              <a:ea typeface="+mj-ea"/>
              <a:cs typeface="+mj-cs"/>
            </a:endParaRPr>
          </a:p>
          <a:p>
            <a:r>
              <a:rPr lang="vi-VN" dirty="0">
                <a:solidFill>
                  <a:srgbClr val="0000CC"/>
                </a:solidFill>
                <a:latin typeface="Rockwell" panose="02060603020205020403" pitchFamily="18" charset="0"/>
                <a:ea typeface="+mj-ea"/>
                <a:cs typeface="+mj-cs"/>
              </a:rPr>
              <a:t>Mở rộng từ DevOps, tích hợp Security (Sec) vào mọi giai đoạn.</a:t>
            </a:r>
          </a:p>
          <a:p>
            <a:r>
              <a:rPr lang="vi-VN" dirty="0">
                <a:solidFill>
                  <a:srgbClr val="0000CC"/>
                </a:solidFill>
                <a:latin typeface="Rockwell" panose="02060603020205020403" pitchFamily="18" charset="0"/>
                <a:ea typeface="+mj-ea"/>
                <a:cs typeface="+mj-cs"/>
              </a:rPr>
              <a:t>Bảo mật trở thành trách nhiệm chung của toàn bộ nhóm (developer, tester, ops, security).</a:t>
            </a:r>
          </a:p>
          <a:p>
            <a:r>
              <a:rPr lang="vi-VN" dirty="0">
                <a:solidFill>
                  <a:srgbClr val="0000CC"/>
                </a:solidFill>
                <a:latin typeface="Rockwell" panose="02060603020205020403" pitchFamily="18" charset="0"/>
                <a:ea typeface="+mj-ea"/>
                <a:cs typeface="+mj-cs"/>
              </a:rPr>
              <a:t>Nguyên tắc: Shift-left security – kiểm tra bảo mật sớm và liên tục.</a:t>
            </a:r>
          </a:p>
          <a:p>
            <a:r>
              <a:rPr lang="vi-VN" dirty="0">
                <a:solidFill>
                  <a:srgbClr val="0000CC"/>
                </a:solidFill>
                <a:latin typeface="Rockwell" panose="02060603020205020403" pitchFamily="18" charset="0"/>
                <a:ea typeface="+mj-ea"/>
                <a:cs typeface="+mj-cs"/>
              </a:rPr>
              <a:t>Lợi ích của DevSecOps:</a:t>
            </a:r>
          </a:p>
          <a:p>
            <a:pPr lvl="1"/>
            <a:r>
              <a:rPr lang="vi-VN" dirty="0">
                <a:solidFill>
                  <a:srgbClr val="0000CC"/>
                </a:solidFill>
                <a:latin typeface="Rockwell" panose="02060603020205020403" pitchFamily="18" charset="0"/>
                <a:ea typeface="+mj-ea"/>
                <a:cs typeface="+mj-cs"/>
              </a:rPr>
              <a:t>Phát hiện lỗ hổng sớm, giảm rủi ro và chi phí khắc phục.</a:t>
            </a:r>
          </a:p>
          <a:p>
            <a:pPr lvl="1"/>
            <a:r>
              <a:rPr lang="vi-VN" dirty="0">
                <a:solidFill>
                  <a:srgbClr val="0000CC"/>
                </a:solidFill>
                <a:latin typeface="Rockwell" panose="02060603020205020403" pitchFamily="18" charset="0"/>
                <a:ea typeface="+mj-ea"/>
                <a:cs typeface="+mj-cs"/>
              </a:rPr>
              <a:t>Cải thiện niềm tin của khách hàng, đáp ứng yêu cầu tuân thủ.</a:t>
            </a:r>
          </a:p>
          <a:p>
            <a:pPr lvl="1"/>
            <a:r>
              <a:rPr lang="vi-VN" dirty="0">
                <a:solidFill>
                  <a:srgbClr val="0000CC"/>
                </a:solidFill>
                <a:latin typeface="Rockwell" panose="02060603020205020403" pitchFamily="18" charset="0"/>
                <a:ea typeface="+mj-ea"/>
                <a:cs typeface="+mj-cs"/>
              </a:rPr>
              <a:t>Giúp tổ chức duy trì tốc độ triển khai nhanh nhưng an toàn.</a:t>
            </a:r>
            <a:endParaRPr lang="en-US" dirty="0">
              <a:solidFill>
                <a:srgbClr val="0000CC"/>
              </a:solidFill>
              <a:latin typeface="Rockwell" panose="02060603020205020403" pitchFamily="18" charset="0"/>
              <a:ea typeface="+mj-ea"/>
              <a:cs typeface="+mj-cs"/>
            </a:endParaRPr>
          </a:p>
        </p:txBody>
      </p:sp>
    </p:spTree>
    <p:extLst>
      <p:ext uri="{BB962C8B-B14F-4D97-AF65-F5344CB8AC3E}">
        <p14:creationId xmlns:p14="http://schemas.microsoft.com/office/powerpoint/2010/main" val="1201541117"/>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600" y="792030"/>
            <a:ext cx="10242645" cy="528851"/>
          </a:xfrm>
        </p:spPr>
        <p:txBody>
          <a:bodyPr/>
          <a:lstStyle/>
          <a:p>
            <a:pPr>
              <a:lnSpc>
                <a:spcPct val="100000"/>
              </a:lnSpc>
              <a:spcBef>
                <a:spcPts val="600"/>
              </a:spcBef>
              <a:spcAft>
                <a:spcPts val="600"/>
              </a:spcAft>
            </a:pPr>
            <a:r>
              <a:rPr lang="en-US" sz="2800" b="1" dirty="0" smtClean="0">
                <a:solidFill>
                  <a:srgbClr val="0000CC"/>
                </a:solidFill>
                <a:latin typeface="Rockwell" panose="02060603020205020403" pitchFamily="18" charset="0"/>
              </a:rPr>
              <a:t>8.6. </a:t>
            </a:r>
            <a:r>
              <a:rPr lang="en-US" sz="2800" b="1" dirty="0" err="1" smtClean="0">
                <a:solidFill>
                  <a:srgbClr val="0000CC"/>
                </a:solidFill>
                <a:latin typeface="Rockwell" panose="02060603020205020403" pitchFamily="18" charset="0"/>
              </a:rPr>
              <a:t>Thảo</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luận</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về</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DepOps</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và</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DepSecOps</a:t>
            </a:r>
            <a:endPar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sp>
        <p:nvSpPr>
          <p:cNvPr id="5" name="Content Placeholder 4"/>
          <p:cNvSpPr>
            <a:spLocks noGrp="1"/>
          </p:cNvSpPr>
          <p:nvPr>
            <p:ph idx="1"/>
          </p:nvPr>
        </p:nvSpPr>
        <p:spPr>
          <a:xfrm>
            <a:off x="1371599" y="1484671"/>
            <a:ext cx="9833213" cy="4382729"/>
          </a:xfrm>
        </p:spPr>
        <p:txBody>
          <a:bodyPr/>
          <a:lstStyle/>
          <a:p>
            <a:pPr marL="0" indent="0">
              <a:buNone/>
            </a:pPr>
            <a:r>
              <a:rPr lang="en-US" b="1" dirty="0" smtClean="0">
                <a:solidFill>
                  <a:srgbClr val="0000CC"/>
                </a:solidFill>
                <a:latin typeface="Rockwell" panose="02060603020205020403" pitchFamily="18" charset="0"/>
                <a:ea typeface="+mj-ea"/>
                <a:cs typeface="+mj-cs"/>
              </a:rPr>
              <a:t>c) </a:t>
            </a:r>
            <a:r>
              <a:rPr lang="en-US" b="1" dirty="0" err="1">
                <a:solidFill>
                  <a:srgbClr val="0000CC"/>
                </a:solidFill>
                <a:latin typeface="Rockwell" panose="02060603020205020403" pitchFamily="18" charset="0"/>
                <a:ea typeface="+mj-ea"/>
                <a:cs typeface="+mj-cs"/>
              </a:rPr>
              <a:t>Kết</a:t>
            </a:r>
            <a:r>
              <a:rPr lang="en-US" b="1" dirty="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luận</a:t>
            </a:r>
            <a:r>
              <a:rPr lang="en-US" b="1" dirty="0" smtClean="0">
                <a:solidFill>
                  <a:srgbClr val="0000CC"/>
                </a:solidFill>
                <a:latin typeface="Rockwell" panose="02060603020205020403" pitchFamily="18" charset="0"/>
                <a:ea typeface="+mj-ea"/>
                <a:cs typeface="+mj-cs"/>
              </a:rPr>
              <a:t>:</a:t>
            </a:r>
            <a:endParaRPr lang="en-US" b="1" dirty="0">
              <a:solidFill>
                <a:srgbClr val="0000CC"/>
              </a:solidFill>
              <a:latin typeface="Rockwell" panose="02060603020205020403" pitchFamily="18" charset="0"/>
              <a:ea typeface="+mj-ea"/>
              <a:cs typeface="+mj-cs"/>
            </a:endParaRPr>
          </a:p>
          <a:p>
            <a:r>
              <a:rPr lang="en-US" dirty="0">
                <a:solidFill>
                  <a:srgbClr val="0000CC"/>
                </a:solidFill>
                <a:latin typeface="Rockwell" panose="02060603020205020403" pitchFamily="18" charset="0"/>
                <a:ea typeface="+mj-ea"/>
                <a:cs typeface="+mj-cs"/>
              </a:rPr>
              <a:t>DevOps </a:t>
            </a:r>
            <a:r>
              <a:rPr lang="en-US" dirty="0" err="1">
                <a:solidFill>
                  <a:srgbClr val="0000CC"/>
                </a:solidFill>
                <a:latin typeface="Rockwell" panose="02060603020205020403" pitchFamily="18" charset="0"/>
                <a:ea typeface="+mj-ea"/>
                <a:cs typeface="+mj-cs"/>
              </a:rPr>
              <a:t>chú</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trọng</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tốc</a:t>
            </a:r>
            <a:r>
              <a:rPr lang="en-US" dirty="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độ</a:t>
            </a:r>
            <a:r>
              <a:rPr lang="en-US" dirty="0" smtClean="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trong</a:t>
            </a:r>
            <a:r>
              <a:rPr lang="en-US" dirty="0" smtClean="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khi</a:t>
            </a:r>
            <a:r>
              <a:rPr lang="en-US" dirty="0" smtClean="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đó</a:t>
            </a:r>
            <a:r>
              <a:rPr lang="en-US" dirty="0" smtClean="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DevSecOps</a:t>
            </a:r>
            <a:r>
              <a:rPr lang="en-US" dirty="0" smtClean="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cân</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bằng</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giữa</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tốc</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độ</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và</a:t>
            </a:r>
            <a:r>
              <a:rPr lang="en-US" dirty="0">
                <a:solidFill>
                  <a:srgbClr val="0000CC"/>
                </a:solidFill>
                <a:latin typeface="Rockwell" panose="02060603020205020403" pitchFamily="18" charset="0"/>
                <a:ea typeface="+mj-ea"/>
                <a:cs typeface="+mj-cs"/>
              </a:rPr>
              <a:t> an </a:t>
            </a:r>
            <a:r>
              <a:rPr lang="en-US" dirty="0" err="1">
                <a:solidFill>
                  <a:srgbClr val="0000CC"/>
                </a:solidFill>
                <a:latin typeface="Rockwell" panose="02060603020205020403" pitchFamily="18" charset="0"/>
                <a:ea typeface="+mj-ea"/>
                <a:cs typeface="+mj-cs"/>
              </a:rPr>
              <a:t>toàn</a:t>
            </a:r>
            <a:r>
              <a:rPr lang="en-US" dirty="0">
                <a:solidFill>
                  <a:srgbClr val="0000CC"/>
                </a:solidFill>
                <a:latin typeface="Rockwell" panose="02060603020205020403" pitchFamily="18" charset="0"/>
                <a:ea typeface="+mj-ea"/>
                <a:cs typeface="+mj-cs"/>
              </a:rPr>
              <a:t>.</a:t>
            </a:r>
          </a:p>
          <a:p>
            <a:r>
              <a:rPr lang="en-US" dirty="0" err="1" smtClean="0">
                <a:solidFill>
                  <a:srgbClr val="0000CC"/>
                </a:solidFill>
                <a:latin typeface="Rockwell" panose="02060603020205020403" pitchFamily="18" charset="0"/>
                <a:ea typeface="+mj-ea"/>
                <a:cs typeface="+mj-cs"/>
              </a:rPr>
              <a:t>Tích</a:t>
            </a:r>
            <a:r>
              <a:rPr lang="en-US" dirty="0" smtClean="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hợp</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DevSecOps</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không</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chỉ</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là</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công</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cụ</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mà</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còn</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là</a:t>
            </a:r>
            <a:r>
              <a:rPr lang="en-US" dirty="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xu</a:t>
            </a:r>
            <a:r>
              <a:rPr lang="en-US" dirty="0" smtClean="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thế</a:t>
            </a:r>
            <a:r>
              <a:rPr lang="en-US" dirty="0" smtClean="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tất</a:t>
            </a:r>
            <a:r>
              <a:rPr lang="en-US" dirty="0" smtClean="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yêu</a:t>
            </a:r>
            <a:r>
              <a:rPr lang="en-US" dirty="0" smtClean="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về</a:t>
            </a:r>
            <a:r>
              <a:rPr lang="en-US" dirty="0" smtClean="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phát</a:t>
            </a:r>
            <a:r>
              <a:rPr lang="en-US" dirty="0" smtClean="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triển</a:t>
            </a:r>
            <a:r>
              <a:rPr lang="en-US" dirty="0" smtClean="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phần</a:t>
            </a:r>
            <a:r>
              <a:rPr lang="en-US" dirty="0" smtClean="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mềm</a:t>
            </a:r>
            <a:r>
              <a:rPr lang="en-US" dirty="0" smtClean="0">
                <a:solidFill>
                  <a:srgbClr val="0000CC"/>
                </a:solidFill>
                <a:latin typeface="Rockwell" panose="02060603020205020403" pitchFamily="18" charset="0"/>
                <a:ea typeface="+mj-ea"/>
                <a:cs typeface="+mj-cs"/>
              </a:rPr>
              <a:t> an </a:t>
            </a:r>
            <a:r>
              <a:rPr lang="en-US" dirty="0" err="1" smtClean="0">
                <a:solidFill>
                  <a:srgbClr val="0000CC"/>
                </a:solidFill>
                <a:latin typeface="Rockwell" panose="02060603020205020403" pitchFamily="18" charset="0"/>
                <a:ea typeface="+mj-ea"/>
                <a:cs typeface="+mj-cs"/>
              </a:rPr>
              <a:t>toàn</a:t>
            </a:r>
            <a:r>
              <a:rPr lang="en-US" dirty="0" smtClean="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bảo</a:t>
            </a:r>
            <a:r>
              <a:rPr lang="en-US" dirty="0" smtClean="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mật</a:t>
            </a:r>
            <a:r>
              <a:rPr lang="en-US" dirty="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phải</a:t>
            </a:r>
            <a:r>
              <a:rPr lang="en-US" dirty="0" smtClean="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được</a:t>
            </a:r>
            <a:r>
              <a:rPr lang="en-US" dirty="0" smtClean="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chú</a:t>
            </a:r>
            <a:r>
              <a:rPr lang="en-US" dirty="0" smtClean="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trọng</a:t>
            </a:r>
            <a:r>
              <a:rPr lang="en-US" dirty="0" smtClean="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trong</a:t>
            </a:r>
            <a:r>
              <a:rPr lang="en-US" dirty="0" smtClean="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toàn</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bộ</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vòng</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đời</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phần</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mềm</a:t>
            </a:r>
            <a:r>
              <a:rPr lang="en-US" dirty="0">
                <a:solidFill>
                  <a:srgbClr val="0000CC"/>
                </a:solidFill>
                <a:latin typeface="Rockwell" panose="02060603020205020403" pitchFamily="18" charset="0"/>
                <a:ea typeface="+mj-ea"/>
                <a:cs typeface="+mj-cs"/>
              </a:rPr>
              <a:t>.</a:t>
            </a:r>
          </a:p>
        </p:txBody>
      </p:sp>
    </p:spTree>
    <p:extLst>
      <p:ext uri="{BB962C8B-B14F-4D97-AF65-F5344CB8AC3E}">
        <p14:creationId xmlns:p14="http://schemas.microsoft.com/office/powerpoint/2010/main" val="2605064929"/>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57952" y="437188"/>
            <a:ext cx="10242645" cy="528851"/>
          </a:xfrm>
        </p:spPr>
        <p:txBody>
          <a:bodyPr/>
          <a:lstStyle/>
          <a:p>
            <a:pPr>
              <a:lnSpc>
                <a:spcPct val="100000"/>
              </a:lnSpc>
              <a:spcBef>
                <a:spcPts val="600"/>
              </a:spcBef>
              <a:spcAft>
                <a:spcPts val="600"/>
              </a:spcAft>
            </a:pPr>
            <a:r>
              <a:rPr lang="en-US" sz="2800" b="1" dirty="0" smtClean="0">
                <a:solidFill>
                  <a:srgbClr val="0000CC"/>
                </a:solidFill>
                <a:latin typeface="Rockwell" panose="02060603020205020403" pitchFamily="18" charset="0"/>
              </a:rPr>
              <a:t>8.6. </a:t>
            </a:r>
            <a:r>
              <a:rPr lang="en-US" sz="2800" b="1" dirty="0" err="1" smtClean="0">
                <a:solidFill>
                  <a:srgbClr val="0000CC"/>
                </a:solidFill>
                <a:latin typeface="Rockwell" panose="02060603020205020403" pitchFamily="18" charset="0"/>
              </a:rPr>
              <a:t>Thảo</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luận</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về</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DepOps</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và</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DepSecOps</a:t>
            </a:r>
            <a:endPar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305618429"/>
              </p:ext>
            </p:extLst>
          </p:nvPr>
        </p:nvGraphicFramePr>
        <p:xfrm>
          <a:off x="1357951" y="966039"/>
          <a:ext cx="10037930" cy="5380171"/>
        </p:xfrm>
        <a:graphic>
          <a:graphicData uri="http://schemas.openxmlformats.org/drawingml/2006/table">
            <a:tbl>
              <a:tblPr>
                <a:tableStyleId>{35758FB7-9AC5-4552-8A53-C91805E547FA}</a:tableStyleId>
              </a:tblPr>
              <a:tblGrid>
                <a:gridCol w="2010449">
                  <a:extLst>
                    <a:ext uri="{9D8B030D-6E8A-4147-A177-3AD203B41FA5}">
                      <a16:colId xmlns:a16="http://schemas.microsoft.com/office/drawing/2014/main" val="2036328239"/>
                    </a:ext>
                  </a:extLst>
                </a:gridCol>
                <a:gridCol w="3946800">
                  <a:extLst>
                    <a:ext uri="{9D8B030D-6E8A-4147-A177-3AD203B41FA5}">
                      <a16:colId xmlns:a16="http://schemas.microsoft.com/office/drawing/2014/main" val="1264429947"/>
                    </a:ext>
                  </a:extLst>
                </a:gridCol>
                <a:gridCol w="4080681">
                  <a:extLst>
                    <a:ext uri="{9D8B030D-6E8A-4147-A177-3AD203B41FA5}">
                      <a16:colId xmlns:a16="http://schemas.microsoft.com/office/drawing/2014/main" val="2537666754"/>
                    </a:ext>
                  </a:extLst>
                </a:gridCol>
              </a:tblGrid>
              <a:tr h="403541">
                <a:tc>
                  <a:txBody>
                    <a:bodyPr/>
                    <a:lstStyle/>
                    <a:p>
                      <a:pPr algn="ctr"/>
                      <a:r>
                        <a:rPr lang="en-US" sz="2000" b="1" dirty="0" err="1">
                          <a:solidFill>
                            <a:srgbClr val="0000CC"/>
                          </a:solidFill>
                          <a:latin typeface="Rockwell" panose="02060603020205020403" pitchFamily="18" charset="0"/>
                        </a:rPr>
                        <a:t>Tiêu</a:t>
                      </a:r>
                      <a:r>
                        <a:rPr lang="en-US" sz="2000" b="1" dirty="0">
                          <a:solidFill>
                            <a:srgbClr val="0000CC"/>
                          </a:solidFill>
                          <a:latin typeface="Rockwell" panose="02060603020205020403" pitchFamily="18" charset="0"/>
                        </a:rPr>
                        <a:t> </a:t>
                      </a:r>
                      <a:r>
                        <a:rPr lang="en-US" sz="2000" b="1" dirty="0" err="1">
                          <a:solidFill>
                            <a:srgbClr val="0000CC"/>
                          </a:solidFill>
                          <a:latin typeface="Rockwell" panose="02060603020205020403" pitchFamily="18" charset="0"/>
                        </a:rPr>
                        <a:t>chí</a:t>
                      </a:r>
                      <a:endParaRPr lang="en-US" sz="2000" b="1" dirty="0">
                        <a:solidFill>
                          <a:srgbClr val="0000CC"/>
                        </a:solidFill>
                        <a:latin typeface="Rockwell" panose="02060603020205020403" pitchFamily="18" charset="0"/>
                      </a:endParaRPr>
                    </a:p>
                  </a:txBody>
                  <a:tcPr marL="75332" marR="75332" marT="37666" marB="37666" anchor="ctr"/>
                </a:tc>
                <a:tc>
                  <a:txBody>
                    <a:bodyPr/>
                    <a:lstStyle/>
                    <a:p>
                      <a:pPr algn="ctr"/>
                      <a:r>
                        <a:rPr lang="en-US" sz="2000" b="1" dirty="0">
                          <a:solidFill>
                            <a:srgbClr val="0000CC"/>
                          </a:solidFill>
                          <a:latin typeface="Rockwell" panose="02060603020205020403" pitchFamily="18" charset="0"/>
                        </a:rPr>
                        <a:t>DevOps</a:t>
                      </a:r>
                    </a:p>
                  </a:txBody>
                  <a:tcPr marL="75332" marR="75332" marT="37666" marB="37666" anchor="ctr"/>
                </a:tc>
                <a:tc>
                  <a:txBody>
                    <a:bodyPr/>
                    <a:lstStyle/>
                    <a:p>
                      <a:pPr algn="ctr"/>
                      <a:r>
                        <a:rPr lang="en-US" sz="2000" b="1" dirty="0" err="1">
                          <a:solidFill>
                            <a:srgbClr val="0000CC"/>
                          </a:solidFill>
                          <a:latin typeface="Rockwell" panose="02060603020205020403" pitchFamily="18" charset="0"/>
                        </a:rPr>
                        <a:t>DevSecOps</a:t>
                      </a:r>
                      <a:endParaRPr lang="en-US" sz="2000" b="1" dirty="0">
                        <a:solidFill>
                          <a:srgbClr val="0000CC"/>
                        </a:solidFill>
                        <a:latin typeface="Rockwell" panose="02060603020205020403" pitchFamily="18" charset="0"/>
                      </a:endParaRPr>
                    </a:p>
                  </a:txBody>
                  <a:tcPr marL="75332" marR="75332" marT="37666" marB="37666" anchor="ctr"/>
                </a:tc>
                <a:extLst>
                  <a:ext uri="{0D108BD9-81ED-4DB2-BD59-A6C34878D82A}">
                    <a16:rowId xmlns:a16="http://schemas.microsoft.com/office/drawing/2014/main" val="2350816549"/>
                  </a:ext>
                </a:extLst>
              </a:tr>
              <a:tr h="799709">
                <a:tc>
                  <a:txBody>
                    <a:bodyPr/>
                    <a:lstStyle/>
                    <a:p>
                      <a:pPr algn="ctr">
                        <a:spcBef>
                          <a:spcPts val="200"/>
                        </a:spcBef>
                        <a:spcAft>
                          <a:spcPts val="200"/>
                        </a:spcAft>
                      </a:pPr>
                      <a:r>
                        <a:rPr lang="en-US" sz="2000" dirty="0" err="1">
                          <a:solidFill>
                            <a:srgbClr val="0000CC"/>
                          </a:solidFill>
                          <a:latin typeface="Rockwell" panose="02060603020205020403" pitchFamily="18" charset="0"/>
                        </a:rPr>
                        <a:t>Mục</a:t>
                      </a:r>
                      <a:r>
                        <a:rPr lang="en-US" sz="2000" dirty="0">
                          <a:solidFill>
                            <a:srgbClr val="0000CC"/>
                          </a:solidFill>
                          <a:latin typeface="Rockwell" panose="02060603020205020403" pitchFamily="18" charset="0"/>
                        </a:rPr>
                        <a:t> </a:t>
                      </a:r>
                      <a:r>
                        <a:rPr lang="en-US" sz="2000" dirty="0" err="1">
                          <a:solidFill>
                            <a:srgbClr val="0000CC"/>
                          </a:solidFill>
                          <a:latin typeface="Rockwell" panose="02060603020205020403" pitchFamily="18" charset="0"/>
                        </a:rPr>
                        <a:t>tiêu</a:t>
                      </a:r>
                      <a:r>
                        <a:rPr lang="en-US" sz="2000" dirty="0">
                          <a:solidFill>
                            <a:srgbClr val="0000CC"/>
                          </a:solidFill>
                          <a:latin typeface="Rockwell" panose="02060603020205020403" pitchFamily="18" charset="0"/>
                        </a:rPr>
                        <a:t> </a:t>
                      </a:r>
                      <a:r>
                        <a:rPr lang="en-US" sz="2000" dirty="0" err="1">
                          <a:solidFill>
                            <a:srgbClr val="0000CC"/>
                          </a:solidFill>
                          <a:latin typeface="Rockwell" panose="02060603020205020403" pitchFamily="18" charset="0"/>
                        </a:rPr>
                        <a:t>chính</a:t>
                      </a:r>
                      <a:endParaRPr lang="en-US" sz="2000" dirty="0">
                        <a:solidFill>
                          <a:srgbClr val="0000CC"/>
                        </a:solidFill>
                        <a:latin typeface="Rockwell" panose="02060603020205020403" pitchFamily="18" charset="0"/>
                      </a:endParaRPr>
                    </a:p>
                  </a:txBody>
                  <a:tcPr marL="75332" marR="75332" marT="37666" marB="37666" anchor="ctr"/>
                </a:tc>
                <a:tc>
                  <a:txBody>
                    <a:bodyPr/>
                    <a:lstStyle/>
                    <a:p>
                      <a:pPr>
                        <a:spcBef>
                          <a:spcPts val="200"/>
                        </a:spcBef>
                        <a:spcAft>
                          <a:spcPts val="200"/>
                        </a:spcAft>
                      </a:pPr>
                      <a:r>
                        <a:rPr lang="en-US" sz="2000" dirty="0" err="1">
                          <a:solidFill>
                            <a:srgbClr val="0000CC"/>
                          </a:solidFill>
                          <a:latin typeface="Rockwell" panose="02060603020205020403" pitchFamily="18" charset="0"/>
                        </a:rPr>
                        <a:t>Tăng</a:t>
                      </a:r>
                      <a:r>
                        <a:rPr lang="en-US" sz="2000" dirty="0">
                          <a:solidFill>
                            <a:srgbClr val="0000CC"/>
                          </a:solidFill>
                          <a:latin typeface="Rockwell" panose="02060603020205020403" pitchFamily="18" charset="0"/>
                        </a:rPr>
                        <a:t> </a:t>
                      </a:r>
                      <a:r>
                        <a:rPr lang="en-US" sz="2000" dirty="0" err="1">
                          <a:solidFill>
                            <a:srgbClr val="0000CC"/>
                          </a:solidFill>
                          <a:latin typeface="Rockwell" panose="02060603020205020403" pitchFamily="18" charset="0"/>
                        </a:rPr>
                        <a:t>tốc</a:t>
                      </a:r>
                      <a:r>
                        <a:rPr lang="en-US" sz="2000" dirty="0">
                          <a:solidFill>
                            <a:srgbClr val="0000CC"/>
                          </a:solidFill>
                          <a:latin typeface="Rockwell" panose="02060603020205020403" pitchFamily="18" charset="0"/>
                        </a:rPr>
                        <a:t> </a:t>
                      </a:r>
                      <a:r>
                        <a:rPr lang="en-US" sz="2000" dirty="0" err="1">
                          <a:solidFill>
                            <a:srgbClr val="0000CC"/>
                          </a:solidFill>
                          <a:latin typeface="Rockwell" panose="02060603020205020403" pitchFamily="18" charset="0"/>
                        </a:rPr>
                        <a:t>phát</a:t>
                      </a:r>
                      <a:r>
                        <a:rPr lang="en-US" sz="2000" dirty="0">
                          <a:solidFill>
                            <a:srgbClr val="0000CC"/>
                          </a:solidFill>
                          <a:latin typeface="Rockwell" panose="02060603020205020403" pitchFamily="18" charset="0"/>
                        </a:rPr>
                        <a:t> </a:t>
                      </a:r>
                      <a:r>
                        <a:rPr lang="en-US" sz="2000" dirty="0" err="1">
                          <a:solidFill>
                            <a:srgbClr val="0000CC"/>
                          </a:solidFill>
                          <a:latin typeface="Rockwell" panose="02060603020205020403" pitchFamily="18" charset="0"/>
                        </a:rPr>
                        <a:t>triển</a:t>
                      </a:r>
                      <a:r>
                        <a:rPr lang="en-US" sz="2000" dirty="0">
                          <a:solidFill>
                            <a:srgbClr val="0000CC"/>
                          </a:solidFill>
                          <a:latin typeface="Rockwell" panose="02060603020205020403" pitchFamily="18" charset="0"/>
                        </a:rPr>
                        <a:t> &amp; </a:t>
                      </a:r>
                      <a:r>
                        <a:rPr lang="en-US" sz="2000" dirty="0" err="1">
                          <a:solidFill>
                            <a:srgbClr val="0000CC"/>
                          </a:solidFill>
                          <a:latin typeface="Rockwell" panose="02060603020205020403" pitchFamily="18" charset="0"/>
                        </a:rPr>
                        <a:t>triển</a:t>
                      </a:r>
                      <a:r>
                        <a:rPr lang="en-US" sz="2000" dirty="0">
                          <a:solidFill>
                            <a:srgbClr val="0000CC"/>
                          </a:solidFill>
                          <a:latin typeface="Rockwell" panose="02060603020205020403" pitchFamily="18" charset="0"/>
                        </a:rPr>
                        <a:t> </a:t>
                      </a:r>
                      <a:r>
                        <a:rPr lang="en-US" sz="2000" dirty="0" err="1">
                          <a:solidFill>
                            <a:srgbClr val="0000CC"/>
                          </a:solidFill>
                          <a:latin typeface="Rockwell" panose="02060603020205020403" pitchFamily="18" charset="0"/>
                        </a:rPr>
                        <a:t>khai</a:t>
                      </a:r>
                      <a:r>
                        <a:rPr lang="en-US" sz="2000" dirty="0">
                          <a:solidFill>
                            <a:srgbClr val="0000CC"/>
                          </a:solidFill>
                          <a:latin typeface="Rockwell" panose="02060603020205020403" pitchFamily="18" charset="0"/>
                        </a:rPr>
                        <a:t> </a:t>
                      </a:r>
                      <a:r>
                        <a:rPr lang="en-US" sz="2000" dirty="0" err="1">
                          <a:solidFill>
                            <a:srgbClr val="0000CC"/>
                          </a:solidFill>
                          <a:latin typeface="Rockwell" panose="02060603020205020403" pitchFamily="18" charset="0"/>
                        </a:rPr>
                        <a:t>phần</a:t>
                      </a:r>
                      <a:r>
                        <a:rPr lang="en-US" sz="2000" dirty="0">
                          <a:solidFill>
                            <a:srgbClr val="0000CC"/>
                          </a:solidFill>
                          <a:latin typeface="Rockwell" panose="02060603020205020403" pitchFamily="18" charset="0"/>
                        </a:rPr>
                        <a:t> </a:t>
                      </a:r>
                      <a:r>
                        <a:rPr lang="en-US" sz="2000" dirty="0" err="1">
                          <a:solidFill>
                            <a:srgbClr val="0000CC"/>
                          </a:solidFill>
                          <a:latin typeface="Rockwell" panose="02060603020205020403" pitchFamily="18" charset="0"/>
                        </a:rPr>
                        <a:t>mềm</a:t>
                      </a:r>
                      <a:r>
                        <a:rPr lang="en-US" sz="2000" dirty="0">
                          <a:solidFill>
                            <a:srgbClr val="0000CC"/>
                          </a:solidFill>
                          <a:latin typeface="Rockwell" panose="02060603020205020403" pitchFamily="18" charset="0"/>
                        </a:rPr>
                        <a:t> (</a:t>
                      </a:r>
                      <a:r>
                        <a:rPr lang="en-US" sz="2000" dirty="0" err="1">
                          <a:solidFill>
                            <a:srgbClr val="0000CC"/>
                          </a:solidFill>
                          <a:latin typeface="Rockwell" panose="02060603020205020403" pitchFamily="18" charset="0"/>
                        </a:rPr>
                        <a:t>tự</a:t>
                      </a:r>
                      <a:r>
                        <a:rPr lang="en-US" sz="2000" dirty="0">
                          <a:solidFill>
                            <a:srgbClr val="0000CC"/>
                          </a:solidFill>
                          <a:latin typeface="Rockwell" panose="02060603020205020403" pitchFamily="18" charset="0"/>
                        </a:rPr>
                        <a:t> </a:t>
                      </a:r>
                      <a:r>
                        <a:rPr lang="en-US" sz="2000" dirty="0" err="1">
                          <a:solidFill>
                            <a:srgbClr val="0000CC"/>
                          </a:solidFill>
                          <a:latin typeface="Rockwell" panose="02060603020205020403" pitchFamily="18" charset="0"/>
                        </a:rPr>
                        <a:t>động</a:t>
                      </a:r>
                      <a:r>
                        <a:rPr lang="en-US" sz="2000" dirty="0">
                          <a:solidFill>
                            <a:srgbClr val="0000CC"/>
                          </a:solidFill>
                          <a:latin typeface="Rockwell" panose="02060603020205020403" pitchFamily="18" charset="0"/>
                        </a:rPr>
                        <a:t> </a:t>
                      </a:r>
                      <a:r>
                        <a:rPr lang="en-US" sz="2000" dirty="0" err="1">
                          <a:solidFill>
                            <a:srgbClr val="0000CC"/>
                          </a:solidFill>
                          <a:latin typeface="Rockwell" panose="02060603020205020403" pitchFamily="18" charset="0"/>
                        </a:rPr>
                        <a:t>hóa</a:t>
                      </a:r>
                      <a:r>
                        <a:rPr lang="en-US" sz="2000" dirty="0">
                          <a:solidFill>
                            <a:srgbClr val="0000CC"/>
                          </a:solidFill>
                          <a:latin typeface="Rockwell" panose="02060603020205020403" pitchFamily="18" charset="0"/>
                        </a:rPr>
                        <a:t>, CI/CD).</a:t>
                      </a:r>
                    </a:p>
                  </a:txBody>
                  <a:tcPr marL="75332" marR="75332" marT="37666" marB="37666" anchor="ctr"/>
                </a:tc>
                <a:tc>
                  <a:txBody>
                    <a:bodyPr/>
                    <a:lstStyle/>
                    <a:p>
                      <a:pPr>
                        <a:spcBef>
                          <a:spcPts val="200"/>
                        </a:spcBef>
                        <a:spcAft>
                          <a:spcPts val="200"/>
                        </a:spcAft>
                      </a:pPr>
                      <a:r>
                        <a:rPr lang="en-US" sz="2000" kern="1200" dirty="0" err="1">
                          <a:solidFill>
                            <a:srgbClr val="0000CC"/>
                          </a:solidFill>
                          <a:latin typeface="Rockwell" panose="02060603020205020403" pitchFamily="18" charset="0"/>
                          <a:ea typeface="+mn-ea"/>
                          <a:cs typeface="+mn-cs"/>
                        </a:rPr>
                        <a:t>Tích</a:t>
                      </a:r>
                      <a:r>
                        <a:rPr lang="en-US" sz="2000" kern="1200" dirty="0">
                          <a:solidFill>
                            <a:srgbClr val="0000CC"/>
                          </a:solidFill>
                          <a:latin typeface="Rockwell" panose="02060603020205020403" pitchFamily="18" charset="0"/>
                          <a:ea typeface="+mn-ea"/>
                          <a:cs typeface="+mn-cs"/>
                        </a:rPr>
                        <a:t> </a:t>
                      </a:r>
                      <a:r>
                        <a:rPr lang="en-US" sz="2000" kern="1200" dirty="0" err="1">
                          <a:solidFill>
                            <a:srgbClr val="0000CC"/>
                          </a:solidFill>
                          <a:latin typeface="Rockwell" panose="02060603020205020403" pitchFamily="18" charset="0"/>
                          <a:ea typeface="+mn-ea"/>
                          <a:cs typeface="+mn-cs"/>
                        </a:rPr>
                        <a:t>hợp</a:t>
                      </a:r>
                      <a:r>
                        <a:rPr lang="en-US" sz="2000" kern="1200" dirty="0">
                          <a:solidFill>
                            <a:srgbClr val="0000CC"/>
                          </a:solidFill>
                          <a:latin typeface="Rockwell" panose="02060603020205020403" pitchFamily="18" charset="0"/>
                          <a:ea typeface="+mn-ea"/>
                          <a:cs typeface="+mn-cs"/>
                        </a:rPr>
                        <a:t> </a:t>
                      </a:r>
                      <a:r>
                        <a:rPr lang="en-US" sz="2000" kern="1200" dirty="0" err="1">
                          <a:solidFill>
                            <a:srgbClr val="0000CC"/>
                          </a:solidFill>
                          <a:latin typeface="Rockwell" panose="02060603020205020403" pitchFamily="18" charset="0"/>
                          <a:ea typeface="+mn-ea"/>
                          <a:cs typeface="+mn-cs"/>
                        </a:rPr>
                        <a:t>bảo</a:t>
                      </a:r>
                      <a:r>
                        <a:rPr lang="en-US" sz="2000" kern="1200" dirty="0">
                          <a:solidFill>
                            <a:srgbClr val="0000CC"/>
                          </a:solidFill>
                          <a:latin typeface="Rockwell" panose="02060603020205020403" pitchFamily="18" charset="0"/>
                          <a:ea typeface="+mn-ea"/>
                          <a:cs typeface="+mn-cs"/>
                        </a:rPr>
                        <a:t> </a:t>
                      </a:r>
                      <a:r>
                        <a:rPr lang="en-US" sz="2000" kern="1200" dirty="0" err="1">
                          <a:solidFill>
                            <a:srgbClr val="0000CC"/>
                          </a:solidFill>
                          <a:latin typeface="Rockwell" panose="02060603020205020403" pitchFamily="18" charset="0"/>
                          <a:ea typeface="+mn-ea"/>
                          <a:cs typeface="+mn-cs"/>
                        </a:rPr>
                        <a:t>mật</a:t>
                      </a:r>
                      <a:r>
                        <a:rPr lang="en-US" sz="2000" kern="1200" dirty="0">
                          <a:solidFill>
                            <a:srgbClr val="0000CC"/>
                          </a:solidFill>
                          <a:latin typeface="Rockwell" panose="02060603020205020403" pitchFamily="18" charset="0"/>
                          <a:ea typeface="+mn-ea"/>
                          <a:cs typeface="+mn-cs"/>
                        </a:rPr>
                        <a:t> </a:t>
                      </a:r>
                      <a:r>
                        <a:rPr lang="en-US" sz="2000" kern="1200" dirty="0" err="1">
                          <a:solidFill>
                            <a:srgbClr val="0000CC"/>
                          </a:solidFill>
                          <a:latin typeface="Rockwell" panose="02060603020205020403" pitchFamily="18" charset="0"/>
                          <a:ea typeface="+mn-ea"/>
                          <a:cs typeface="+mn-cs"/>
                        </a:rPr>
                        <a:t>ngay</a:t>
                      </a:r>
                      <a:r>
                        <a:rPr lang="en-US" sz="2000" kern="1200" dirty="0">
                          <a:solidFill>
                            <a:srgbClr val="0000CC"/>
                          </a:solidFill>
                          <a:latin typeface="Rockwell" panose="02060603020205020403" pitchFamily="18" charset="0"/>
                          <a:ea typeface="+mn-ea"/>
                          <a:cs typeface="+mn-cs"/>
                        </a:rPr>
                        <a:t> </a:t>
                      </a:r>
                      <a:r>
                        <a:rPr lang="en-US" sz="2000" kern="1200" dirty="0" err="1">
                          <a:solidFill>
                            <a:srgbClr val="0000CC"/>
                          </a:solidFill>
                          <a:latin typeface="Rockwell" panose="02060603020205020403" pitchFamily="18" charset="0"/>
                          <a:ea typeface="+mn-ea"/>
                          <a:cs typeface="+mn-cs"/>
                        </a:rPr>
                        <a:t>từ</a:t>
                      </a:r>
                      <a:r>
                        <a:rPr lang="en-US" sz="2000" kern="1200" dirty="0">
                          <a:solidFill>
                            <a:srgbClr val="0000CC"/>
                          </a:solidFill>
                          <a:latin typeface="Rockwell" panose="02060603020205020403" pitchFamily="18" charset="0"/>
                          <a:ea typeface="+mn-ea"/>
                          <a:cs typeface="+mn-cs"/>
                        </a:rPr>
                        <a:t> </a:t>
                      </a:r>
                      <a:r>
                        <a:rPr lang="en-US" sz="2000" kern="1200" dirty="0" err="1">
                          <a:solidFill>
                            <a:srgbClr val="0000CC"/>
                          </a:solidFill>
                          <a:latin typeface="Rockwell" panose="02060603020205020403" pitchFamily="18" charset="0"/>
                          <a:ea typeface="+mn-ea"/>
                          <a:cs typeface="+mn-cs"/>
                        </a:rPr>
                        <a:t>đầu</a:t>
                      </a:r>
                      <a:r>
                        <a:rPr lang="en-US" sz="2000" kern="1200" dirty="0">
                          <a:solidFill>
                            <a:srgbClr val="0000CC"/>
                          </a:solidFill>
                          <a:latin typeface="Rockwell" panose="02060603020205020403" pitchFamily="18" charset="0"/>
                          <a:ea typeface="+mn-ea"/>
                          <a:cs typeface="+mn-cs"/>
                        </a:rPr>
                        <a:t> </a:t>
                      </a:r>
                      <a:r>
                        <a:rPr lang="en-US" sz="2000" kern="1200" dirty="0" err="1">
                          <a:solidFill>
                            <a:srgbClr val="0000CC"/>
                          </a:solidFill>
                          <a:latin typeface="Rockwell" panose="02060603020205020403" pitchFamily="18" charset="0"/>
                          <a:ea typeface="+mn-ea"/>
                          <a:cs typeface="+mn-cs"/>
                        </a:rPr>
                        <a:t>vào</a:t>
                      </a:r>
                      <a:r>
                        <a:rPr lang="en-US" sz="2000" kern="1200" dirty="0">
                          <a:solidFill>
                            <a:srgbClr val="0000CC"/>
                          </a:solidFill>
                          <a:latin typeface="Rockwell" panose="02060603020205020403" pitchFamily="18" charset="0"/>
                          <a:ea typeface="+mn-ea"/>
                          <a:cs typeface="+mn-cs"/>
                        </a:rPr>
                        <a:t> </a:t>
                      </a:r>
                      <a:r>
                        <a:rPr lang="en-US" sz="2000" kern="1200" dirty="0" err="1">
                          <a:solidFill>
                            <a:srgbClr val="0000CC"/>
                          </a:solidFill>
                          <a:latin typeface="Rockwell" panose="02060603020205020403" pitchFamily="18" charset="0"/>
                          <a:ea typeface="+mn-ea"/>
                          <a:cs typeface="+mn-cs"/>
                        </a:rPr>
                        <a:t>toàn</a:t>
                      </a:r>
                      <a:r>
                        <a:rPr lang="en-US" sz="2000" kern="1200" dirty="0">
                          <a:solidFill>
                            <a:srgbClr val="0000CC"/>
                          </a:solidFill>
                          <a:latin typeface="Rockwell" panose="02060603020205020403" pitchFamily="18" charset="0"/>
                          <a:ea typeface="+mn-ea"/>
                          <a:cs typeface="+mn-cs"/>
                        </a:rPr>
                        <a:t> </a:t>
                      </a:r>
                      <a:r>
                        <a:rPr lang="en-US" sz="2000" kern="1200" dirty="0" err="1">
                          <a:solidFill>
                            <a:srgbClr val="0000CC"/>
                          </a:solidFill>
                          <a:latin typeface="Rockwell" panose="02060603020205020403" pitchFamily="18" charset="0"/>
                          <a:ea typeface="+mn-ea"/>
                          <a:cs typeface="+mn-cs"/>
                        </a:rPr>
                        <a:t>bộ</a:t>
                      </a:r>
                      <a:r>
                        <a:rPr lang="en-US" sz="2000" kern="1200" dirty="0">
                          <a:solidFill>
                            <a:srgbClr val="0000CC"/>
                          </a:solidFill>
                          <a:latin typeface="Rockwell" panose="02060603020205020403" pitchFamily="18" charset="0"/>
                          <a:ea typeface="+mn-ea"/>
                          <a:cs typeface="+mn-cs"/>
                        </a:rPr>
                        <a:t> </a:t>
                      </a:r>
                      <a:r>
                        <a:rPr lang="en-US" sz="2000" kern="1200" dirty="0" err="1">
                          <a:solidFill>
                            <a:srgbClr val="0000CC"/>
                          </a:solidFill>
                          <a:latin typeface="Rockwell" panose="02060603020205020403" pitchFamily="18" charset="0"/>
                          <a:ea typeface="+mn-ea"/>
                          <a:cs typeface="+mn-cs"/>
                        </a:rPr>
                        <a:t>quy</a:t>
                      </a:r>
                      <a:r>
                        <a:rPr lang="en-US" sz="2000" kern="1200" dirty="0">
                          <a:solidFill>
                            <a:srgbClr val="0000CC"/>
                          </a:solidFill>
                          <a:latin typeface="Rockwell" panose="02060603020205020403" pitchFamily="18" charset="0"/>
                          <a:ea typeface="+mn-ea"/>
                          <a:cs typeface="+mn-cs"/>
                        </a:rPr>
                        <a:t> </a:t>
                      </a:r>
                      <a:r>
                        <a:rPr lang="en-US" sz="2000" kern="1200" dirty="0" err="1">
                          <a:solidFill>
                            <a:srgbClr val="0000CC"/>
                          </a:solidFill>
                          <a:latin typeface="Rockwell" panose="02060603020205020403" pitchFamily="18" charset="0"/>
                          <a:ea typeface="+mn-ea"/>
                          <a:cs typeface="+mn-cs"/>
                        </a:rPr>
                        <a:t>trình</a:t>
                      </a:r>
                      <a:r>
                        <a:rPr lang="en-US" sz="2000" kern="1200" dirty="0">
                          <a:solidFill>
                            <a:srgbClr val="0000CC"/>
                          </a:solidFill>
                          <a:latin typeface="Rockwell" panose="02060603020205020403" pitchFamily="18" charset="0"/>
                          <a:ea typeface="+mn-ea"/>
                          <a:cs typeface="+mn-cs"/>
                        </a:rPr>
                        <a:t> DevOps.</a:t>
                      </a:r>
                    </a:p>
                  </a:txBody>
                  <a:tcPr marL="75332" marR="75332" marT="37666" marB="37666" anchor="ctr"/>
                </a:tc>
                <a:extLst>
                  <a:ext uri="{0D108BD9-81ED-4DB2-BD59-A6C34878D82A}">
                    <a16:rowId xmlns:a16="http://schemas.microsoft.com/office/drawing/2014/main" val="2681418577"/>
                  </a:ext>
                </a:extLst>
              </a:tr>
              <a:tr h="799709">
                <a:tc>
                  <a:txBody>
                    <a:bodyPr/>
                    <a:lstStyle/>
                    <a:p>
                      <a:pPr algn="ctr">
                        <a:spcBef>
                          <a:spcPts val="200"/>
                        </a:spcBef>
                        <a:spcAft>
                          <a:spcPts val="200"/>
                        </a:spcAft>
                      </a:pPr>
                      <a:r>
                        <a:rPr lang="en-US" sz="2000" kern="1200" dirty="0" err="1">
                          <a:solidFill>
                            <a:srgbClr val="0000CC"/>
                          </a:solidFill>
                          <a:latin typeface="Rockwell" panose="02060603020205020403" pitchFamily="18" charset="0"/>
                          <a:ea typeface="+mn-ea"/>
                          <a:cs typeface="+mn-cs"/>
                        </a:rPr>
                        <a:t>Trọng</a:t>
                      </a:r>
                      <a:r>
                        <a:rPr lang="en-US" sz="2000" kern="1200" dirty="0">
                          <a:solidFill>
                            <a:srgbClr val="0000CC"/>
                          </a:solidFill>
                          <a:latin typeface="Rockwell" panose="02060603020205020403" pitchFamily="18" charset="0"/>
                          <a:ea typeface="+mn-ea"/>
                          <a:cs typeface="+mn-cs"/>
                        </a:rPr>
                        <a:t> </a:t>
                      </a:r>
                      <a:r>
                        <a:rPr lang="en-US" sz="2000" kern="1200" dirty="0" err="1">
                          <a:solidFill>
                            <a:srgbClr val="0000CC"/>
                          </a:solidFill>
                          <a:latin typeface="Rockwell" panose="02060603020205020403" pitchFamily="18" charset="0"/>
                          <a:ea typeface="+mn-ea"/>
                          <a:cs typeface="+mn-cs"/>
                        </a:rPr>
                        <a:t>tâm</a:t>
                      </a:r>
                      <a:endParaRPr lang="en-US" sz="2000" kern="1200" dirty="0">
                        <a:solidFill>
                          <a:srgbClr val="0000CC"/>
                        </a:solidFill>
                        <a:latin typeface="Rockwell" panose="02060603020205020403" pitchFamily="18" charset="0"/>
                        <a:ea typeface="+mn-ea"/>
                        <a:cs typeface="+mn-cs"/>
                      </a:endParaRPr>
                    </a:p>
                  </a:txBody>
                  <a:tcPr marL="75332" marR="75332" marT="37666" marB="37666" anchor="ctr"/>
                </a:tc>
                <a:tc>
                  <a:txBody>
                    <a:bodyPr/>
                    <a:lstStyle/>
                    <a:p>
                      <a:pPr>
                        <a:spcBef>
                          <a:spcPts val="200"/>
                        </a:spcBef>
                        <a:spcAft>
                          <a:spcPts val="200"/>
                        </a:spcAft>
                      </a:pPr>
                      <a:r>
                        <a:rPr lang="vi-VN" sz="2000" kern="1200" dirty="0">
                          <a:solidFill>
                            <a:srgbClr val="0000CC"/>
                          </a:solidFill>
                          <a:latin typeface="Rockwell" panose="02060603020205020403" pitchFamily="18" charset="0"/>
                          <a:ea typeface="+mn-ea"/>
                          <a:cs typeface="+mn-cs"/>
                        </a:rPr>
                        <a:t>Tối ưu hóa sự phối hợp giữa Dev (phát triển) và Ops (vận hành).</a:t>
                      </a:r>
                    </a:p>
                  </a:txBody>
                  <a:tcPr marL="75332" marR="75332" marT="37666" marB="37666" anchor="ctr"/>
                </a:tc>
                <a:tc>
                  <a:txBody>
                    <a:bodyPr/>
                    <a:lstStyle/>
                    <a:p>
                      <a:pPr>
                        <a:spcBef>
                          <a:spcPts val="200"/>
                        </a:spcBef>
                        <a:spcAft>
                          <a:spcPts val="200"/>
                        </a:spcAft>
                      </a:pPr>
                      <a:r>
                        <a:rPr lang="en-US" sz="2000" kern="1200" dirty="0" err="1">
                          <a:solidFill>
                            <a:srgbClr val="0000CC"/>
                          </a:solidFill>
                          <a:latin typeface="Rockwell" panose="02060603020205020403" pitchFamily="18" charset="0"/>
                          <a:ea typeface="+mn-ea"/>
                          <a:cs typeface="+mn-cs"/>
                        </a:rPr>
                        <a:t>Thêm</a:t>
                      </a:r>
                      <a:r>
                        <a:rPr lang="en-US" sz="2000" kern="1200" dirty="0">
                          <a:solidFill>
                            <a:srgbClr val="0000CC"/>
                          </a:solidFill>
                          <a:latin typeface="Rockwell" panose="02060603020205020403" pitchFamily="18" charset="0"/>
                          <a:ea typeface="+mn-ea"/>
                          <a:cs typeface="+mn-cs"/>
                        </a:rPr>
                        <a:t> Security </a:t>
                      </a:r>
                      <a:r>
                        <a:rPr lang="en-US" sz="2000" kern="1200" dirty="0" err="1">
                          <a:solidFill>
                            <a:srgbClr val="0000CC"/>
                          </a:solidFill>
                          <a:latin typeface="Rockwell" panose="02060603020205020403" pitchFamily="18" charset="0"/>
                          <a:ea typeface="+mn-ea"/>
                          <a:cs typeface="+mn-cs"/>
                        </a:rPr>
                        <a:t>vào</a:t>
                      </a:r>
                      <a:r>
                        <a:rPr lang="en-US" sz="2000" kern="1200" dirty="0">
                          <a:solidFill>
                            <a:srgbClr val="0000CC"/>
                          </a:solidFill>
                          <a:latin typeface="Rockwell" panose="02060603020205020403" pitchFamily="18" charset="0"/>
                          <a:ea typeface="+mn-ea"/>
                          <a:cs typeface="+mn-cs"/>
                        </a:rPr>
                        <a:t> </a:t>
                      </a:r>
                      <a:r>
                        <a:rPr lang="en-US" sz="2000" kern="1200" dirty="0" err="1">
                          <a:solidFill>
                            <a:srgbClr val="0000CC"/>
                          </a:solidFill>
                          <a:latin typeface="Rockwell" panose="02060603020205020403" pitchFamily="18" charset="0"/>
                          <a:ea typeface="+mn-ea"/>
                          <a:cs typeface="+mn-cs"/>
                        </a:rPr>
                        <a:t>quy</a:t>
                      </a:r>
                      <a:r>
                        <a:rPr lang="en-US" sz="2000" kern="1200" dirty="0">
                          <a:solidFill>
                            <a:srgbClr val="0000CC"/>
                          </a:solidFill>
                          <a:latin typeface="Rockwell" panose="02060603020205020403" pitchFamily="18" charset="0"/>
                          <a:ea typeface="+mn-ea"/>
                          <a:cs typeface="+mn-cs"/>
                        </a:rPr>
                        <a:t> </a:t>
                      </a:r>
                      <a:r>
                        <a:rPr lang="en-US" sz="2000" kern="1200" dirty="0" err="1">
                          <a:solidFill>
                            <a:srgbClr val="0000CC"/>
                          </a:solidFill>
                          <a:latin typeface="Rockwell" panose="02060603020205020403" pitchFamily="18" charset="0"/>
                          <a:ea typeface="+mn-ea"/>
                          <a:cs typeface="+mn-cs"/>
                        </a:rPr>
                        <a:t>trình</a:t>
                      </a:r>
                      <a:r>
                        <a:rPr lang="en-US" sz="2000" kern="1200" dirty="0">
                          <a:solidFill>
                            <a:srgbClr val="0000CC"/>
                          </a:solidFill>
                          <a:latin typeface="Rockwell" panose="02060603020205020403" pitchFamily="18" charset="0"/>
                          <a:ea typeface="+mn-ea"/>
                          <a:cs typeface="+mn-cs"/>
                        </a:rPr>
                        <a:t>: Dev + Sec + Ops.</a:t>
                      </a:r>
                    </a:p>
                  </a:txBody>
                  <a:tcPr marL="75332" marR="75332" marT="37666" marB="37666" anchor="ctr"/>
                </a:tc>
                <a:extLst>
                  <a:ext uri="{0D108BD9-81ED-4DB2-BD59-A6C34878D82A}">
                    <a16:rowId xmlns:a16="http://schemas.microsoft.com/office/drawing/2014/main" val="2152875478"/>
                  </a:ext>
                </a:extLst>
              </a:tr>
              <a:tr h="727111">
                <a:tc>
                  <a:txBody>
                    <a:bodyPr/>
                    <a:lstStyle/>
                    <a:p>
                      <a:pPr algn="ctr">
                        <a:spcBef>
                          <a:spcPts val="200"/>
                        </a:spcBef>
                        <a:spcAft>
                          <a:spcPts val="200"/>
                        </a:spcAft>
                      </a:pPr>
                      <a:r>
                        <a:rPr lang="en-US" sz="2000" kern="1200" dirty="0" err="1">
                          <a:solidFill>
                            <a:srgbClr val="0000CC"/>
                          </a:solidFill>
                          <a:latin typeface="Rockwell" panose="02060603020205020403" pitchFamily="18" charset="0"/>
                          <a:ea typeface="+mn-ea"/>
                          <a:cs typeface="+mn-cs"/>
                        </a:rPr>
                        <a:t>Bảo</a:t>
                      </a:r>
                      <a:r>
                        <a:rPr lang="en-US" sz="2000" kern="1200" dirty="0">
                          <a:solidFill>
                            <a:srgbClr val="0000CC"/>
                          </a:solidFill>
                          <a:latin typeface="Rockwell" panose="02060603020205020403" pitchFamily="18" charset="0"/>
                          <a:ea typeface="+mn-ea"/>
                          <a:cs typeface="+mn-cs"/>
                        </a:rPr>
                        <a:t> </a:t>
                      </a:r>
                      <a:r>
                        <a:rPr lang="en-US" sz="2000" kern="1200" dirty="0" err="1">
                          <a:solidFill>
                            <a:srgbClr val="0000CC"/>
                          </a:solidFill>
                          <a:latin typeface="Rockwell" panose="02060603020205020403" pitchFamily="18" charset="0"/>
                          <a:ea typeface="+mn-ea"/>
                          <a:cs typeface="+mn-cs"/>
                        </a:rPr>
                        <a:t>mật</a:t>
                      </a:r>
                      <a:endParaRPr lang="en-US" sz="2000" kern="1200" dirty="0">
                        <a:solidFill>
                          <a:srgbClr val="0000CC"/>
                        </a:solidFill>
                        <a:latin typeface="Rockwell" panose="02060603020205020403" pitchFamily="18" charset="0"/>
                        <a:ea typeface="+mn-ea"/>
                        <a:cs typeface="+mn-cs"/>
                      </a:endParaRPr>
                    </a:p>
                  </a:txBody>
                  <a:tcPr marL="75332" marR="75332" marT="37666" marB="37666" anchor="ctr"/>
                </a:tc>
                <a:tc>
                  <a:txBody>
                    <a:bodyPr/>
                    <a:lstStyle/>
                    <a:p>
                      <a:pPr>
                        <a:spcBef>
                          <a:spcPts val="200"/>
                        </a:spcBef>
                        <a:spcAft>
                          <a:spcPts val="200"/>
                        </a:spcAft>
                      </a:pPr>
                      <a:r>
                        <a:rPr lang="vi-VN" sz="2000" kern="1200" dirty="0">
                          <a:solidFill>
                            <a:srgbClr val="0000CC"/>
                          </a:solidFill>
                          <a:latin typeface="Rockwell" panose="02060603020205020403" pitchFamily="18" charset="0"/>
                          <a:ea typeface="+mn-ea"/>
                          <a:cs typeface="+mn-cs"/>
                        </a:rPr>
                        <a:t>Thường xử lý ở cuối vòng đời (sau khi phát triển xong).</a:t>
                      </a:r>
                    </a:p>
                  </a:txBody>
                  <a:tcPr marL="75332" marR="75332" marT="37666" marB="37666" anchor="ctr"/>
                </a:tc>
                <a:tc>
                  <a:txBody>
                    <a:bodyPr/>
                    <a:lstStyle/>
                    <a:p>
                      <a:pPr>
                        <a:spcBef>
                          <a:spcPts val="200"/>
                        </a:spcBef>
                        <a:spcAft>
                          <a:spcPts val="200"/>
                        </a:spcAft>
                      </a:pPr>
                      <a:r>
                        <a:rPr lang="vi-VN" sz="2000" kern="1200" dirty="0">
                          <a:solidFill>
                            <a:srgbClr val="0000CC"/>
                          </a:solidFill>
                          <a:latin typeface="Rockwell" panose="02060603020205020403" pitchFamily="18" charset="0"/>
                          <a:ea typeface="+mn-ea"/>
                          <a:cs typeface="+mn-cs"/>
                        </a:rPr>
                        <a:t>Được tích hợp xuyên suốt (shift-left security).</a:t>
                      </a:r>
                    </a:p>
                  </a:txBody>
                  <a:tcPr marL="75332" marR="75332" marT="37666" marB="37666" anchor="ctr"/>
                </a:tc>
                <a:extLst>
                  <a:ext uri="{0D108BD9-81ED-4DB2-BD59-A6C34878D82A}">
                    <a16:rowId xmlns:a16="http://schemas.microsoft.com/office/drawing/2014/main" val="2846186463"/>
                  </a:ext>
                </a:extLst>
              </a:tr>
              <a:tr h="1050683">
                <a:tc>
                  <a:txBody>
                    <a:bodyPr/>
                    <a:lstStyle/>
                    <a:p>
                      <a:pPr algn="ctr">
                        <a:spcBef>
                          <a:spcPts val="200"/>
                        </a:spcBef>
                        <a:spcAft>
                          <a:spcPts val="200"/>
                        </a:spcAft>
                      </a:pPr>
                      <a:r>
                        <a:rPr lang="en-US" sz="2000" kern="1200" dirty="0" err="1">
                          <a:solidFill>
                            <a:srgbClr val="0000CC"/>
                          </a:solidFill>
                          <a:latin typeface="Rockwell" panose="02060603020205020403" pitchFamily="18" charset="0"/>
                          <a:ea typeface="+mn-ea"/>
                          <a:cs typeface="+mn-cs"/>
                        </a:rPr>
                        <a:t>Công</a:t>
                      </a:r>
                      <a:r>
                        <a:rPr lang="en-US" sz="2000" kern="1200" dirty="0">
                          <a:solidFill>
                            <a:srgbClr val="0000CC"/>
                          </a:solidFill>
                          <a:latin typeface="Rockwell" panose="02060603020205020403" pitchFamily="18" charset="0"/>
                          <a:ea typeface="+mn-ea"/>
                          <a:cs typeface="+mn-cs"/>
                        </a:rPr>
                        <a:t> </a:t>
                      </a:r>
                      <a:r>
                        <a:rPr lang="en-US" sz="2000" kern="1200" dirty="0" err="1">
                          <a:solidFill>
                            <a:srgbClr val="0000CC"/>
                          </a:solidFill>
                          <a:latin typeface="Rockwell" panose="02060603020205020403" pitchFamily="18" charset="0"/>
                          <a:ea typeface="+mn-ea"/>
                          <a:cs typeface="+mn-cs"/>
                        </a:rPr>
                        <a:t>cụ</a:t>
                      </a:r>
                      <a:endParaRPr lang="en-US" sz="2000" kern="1200" dirty="0">
                        <a:solidFill>
                          <a:srgbClr val="0000CC"/>
                        </a:solidFill>
                        <a:latin typeface="Rockwell" panose="02060603020205020403" pitchFamily="18" charset="0"/>
                        <a:ea typeface="+mn-ea"/>
                        <a:cs typeface="+mn-cs"/>
                      </a:endParaRPr>
                    </a:p>
                  </a:txBody>
                  <a:tcPr marL="75332" marR="75332" marT="37666" marB="37666" anchor="ctr"/>
                </a:tc>
                <a:tc>
                  <a:txBody>
                    <a:bodyPr/>
                    <a:lstStyle/>
                    <a:p>
                      <a:pPr>
                        <a:spcBef>
                          <a:spcPts val="200"/>
                        </a:spcBef>
                        <a:spcAft>
                          <a:spcPts val="200"/>
                        </a:spcAft>
                      </a:pPr>
                      <a:r>
                        <a:rPr lang="en-US" sz="2000" dirty="0">
                          <a:solidFill>
                            <a:srgbClr val="0000CC"/>
                          </a:solidFill>
                          <a:latin typeface="Rockwell" panose="02060603020205020403" pitchFamily="18" charset="0"/>
                        </a:rPr>
                        <a:t>Jenkins, Docker, Kubernetes, </a:t>
                      </a:r>
                      <a:r>
                        <a:rPr lang="en-US" sz="2000" dirty="0" err="1">
                          <a:solidFill>
                            <a:srgbClr val="0000CC"/>
                          </a:solidFill>
                          <a:latin typeface="Rockwell" panose="02060603020205020403" pitchFamily="18" charset="0"/>
                        </a:rPr>
                        <a:t>Ansible</a:t>
                      </a:r>
                      <a:r>
                        <a:rPr lang="en-US" sz="2000" dirty="0">
                          <a:solidFill>
                            <a:srgbClr val="0000CC"/>
                          </a:solidFill>
                          <a:latin typeface="Rockwell" panose="02060603020205020403" pitchFamily="18" charset="0"/>
                        </a:rPr>
                        <a:t>, Terraform...</a:t>
                      </a:r>
                    </a:p>
                  </a:txBody>
                  <a:tcPr marL="75332" marR="75332" marT="37666" marB="37666" anchor="ctr"/>
                </a:tc>
                <a:tc>
                  <a:txBody>
                    <a:bodyPr/>
                    <a:lstStyle/>
                    <a:p>
                      <a:pPr>
                        <a:spcBef>
                          <a:spcPts val="200"/>
                        </a:spcBef>
                        <a:spcAft>
                          <a:spcPts val="200"/>
                        </a:spcAft>
                      </a:pPr>
                      <a:r>
                        <a:rPr lang="en-US" sz="2000" kern="1200" dirty="0" err="1">
                          <a:solidFill>
                            <a:srgbClr val="0000CC"/>
                          </a:solidFill>
                          <a:latin typeface="Rockwell" panose="02060603020205020403" pitchFamily="18" charset="0"/>
                          <a:ea typeface="+mn-ea"/>
                          <a:cs typeface="+mn-cs"/>
                        </a:rPr>
                        <a:t>Thêm</a:t>
                      </a:r>
                      <a:r>
                        <a:rPr lang="en-US" sz="2000" kern="1200" dirty="0">
                          <a:solidFill>
                            <a:srgbClr val="0000CC"/>
                          </a:solidFill>
                          <a:latin typeface="Rockwell" panose="02060603020205020403" pitchFamily="18" charset="0"/>
                          <a:ea typeface="+mn-ea"/>
                          <a:cs typeface="+mn-cs"/>
                        </a:rPr>
                        <a:t> </a:t>
                      </a:r>
                      <a:r>
                        <a:rPr lang="en-US" sz="2000" kern="1200" dirty="0" err="1">
                          <a:solidFill>
                            <a:srgbClr val="0000CC"/>
                          </a:solidFill>
                          <a:latin typeface="Rockwell" panose="02060603020205020403" pitchFamily="18" charset="0"/>
                          <a:ea typeface="+mn-ea"/>
                          <a:cs typeface="+mn-cs"/>
                        </a:rPr>
                        <a:t>công</a:t>
                      </a:r>
                      <a:r>
                        <a:rPr lang="en-US" sz="2000" kern="1200" dirty="0">
                          <a:solidFill>
                            <a:srgbClr val="0000CC"/>
                          </a:solidFill>
                          <a:latin typeface="Rockwell" panose="02060603020205020403" pitchFamily="18" charset="0"/>
                          <a:ea typeface="+mn-ea"/>
                          <a:cs typeface="+mn-cs"/>
                        </a:rPr>
                        <a:t> </a:t>
                      </a:r>
                      <a:r>
                        <a:rPr lang="en-US" sz="2000" kern="1200" dirty="0" err="1">
                          <a:solidFill>
                            <a:srgbClr val="0000CC"/>
                          </a:solidFill>
                          <a:latin typeface="Rockwell" panose="02060603020205020403" pitchFamily="18" charset="0"/>
                          <a:ea typeface="+mn-ea"/>
                          <a:cs typeface="+mn-cs"/>
                        </a:rPr>
                        <a:t>cụ</a:t>
                      </a:r>
                      <a:r>
                        <a:rPr lang="en-US" sz="2000" kern="1200" dirty="0">
                          <a:solidFill>
                            <a:srgbClr val="0000CC"/>
                          </a:solidFill>
                          <a:latin typeface="Rockwell" panose="02060603020205020403" pitchFamily="18" charset="0"/>
                          <a:ea typeface="+mn-ea"/>
                          <a:cs typeface="+mn-cs"/>
                        </a:rPr>
                        <a:t> </a:t>
                      </a:r>
                      <a:r>
                        <a:rPr lang="en-US" sz="2000" kern="1200" dirty="0" err="1">
                          <a:solidFill>
                            <a:srgbClr val="0000CC"/>
                          </a:solidFill>
                          <a:latin typeface="Rockwell" panose="02060603020205020403" pitchFamily="18" charset="0"/>
                          <a:ea typeface="+mn-ea"/>
                          <a:cs typeface="+mn-cs"/>
                        </a:rPr>
                        <a:t>bảo</a:t>
                      </a:r>
                      <a:r>
                        <a:rPr lang="en-US" sz="2000" kern="1200" dirty="0">
                          <a:solidFill>
                            <a:srgbClr val="0000CC"/>
                          </a:solidFill>
                          <a:latin typeface="Rockwell" panose="02060603020205020403" pitchFamily="18" charset="0"/>
                          <a:ea typeface="+mn-ea"/>
                          <a:cs typeface="+mn-cs"/>
                        </a:rPr>
                        <a:t> </a:t>
                      </a:r>
                      <a:r>
                        <a:rPr lang="en-US" sz="2000" kern="1200" dirty="0" err="1">
                          <a:solidFill>
                            <a:srgbClr val="0000CC"/>
                          </a:solidFill>
                          <a:latin typeface="Rockwell" panose="02060603020205020403" pitchFamily="18" charset="0"/>
                          <a:ea typeface="+mn-ea"/>
                          <a:cs typeface="+mn-cs"/>
                        </a:rPr>
                        <a:t>mật</a:t>
                      </a:r>
                      <a:r>
                        <a:rPr lang="en-US" sz="2000" kern="1200" dirty="0">
                          <a:solidFill>
                            <a:srgbClr val="0000CC"/>
                          </a:solidFill>
                          <a:latin typeface="Rockwell" panose="02060603020205020403" pitchFamily="18" charset="0"/>
                          <a:ea typeface="+mn-ea"/>
                          <a:cs typeface="+mn-cs"/>
                        </a:rPr>
                        <a:t>: </a:t>
                      </a:r>
                      <a:r>
                        <a:rPr lang="en-US" sz="2000" kern="1200" dirty="0" err="1">
                          <a:solidFill>
                            <a:srgbClr val="0000CC"/>
                          </a:solidFill>
                          <a:latin typeface="Rockwell" panose="02060603020205020403" pitchFamily="18" charset="0"/>
                          <a:ea typeface="+mn-ea"/>
                          <a:cs typeface="+mn-cs"/>
                        </a:rPr>
                        <a:t>SAST</a:t>
                      </a:r>
                      <a:r>
                        <a:rPr lang="en-US" sz="2000" kern="1200" dirty="0">
                          <a:solidFill>
                            <a:srgbClr val="0000CC"/>
                          </a:solidFill>
                          <a:latin typeface="Rockwell" panose="02060603020205020403" pitchFamily="18" charset="0"/>
                          <a:ea typeface="+mn-ea"/>
                          <a:cs typeface="+mn-cs"/>
                        </a:rPr>
                        <a:t>, </a:t>
                      </a:r>
                      <a:r>
                        <a:rPr lang="en-US" sz="2000" kern="1200" dirty="0" err="1">
                          <a:solidFill>
                            <a:srgbClr val="0000CC"/>
                          </a:solidFill>
                          <a:latin typeface="Rockwell" panose="02060603020205020403" pitchFamily="18" charset="0"/>
                          <a:ea typeface="+mn-ea"/>
                          <a:cs typeface="+mn-cs"/>
                        </a:rPr>
                        <a:t>DAST</a:t>
                      </a:r>
                      <a:r>
                        <a:rPr lang="en-US" sz="2000" kern="1200" dirty="0">
                          <a:solidFill>
                            <a:srgbClr val="0000CC"/>
                          </a:solidFill>
                          <a:latin typeface="Rockwell" panose="02060603020205020403" pitchFamily="18" charset="0"/>
                          <a:ea typeface="+mn-ea"/>
                          <a:cs typeface="+mn-cs"/>
                        </a:rPr>
                        <a:t>, </a:t>
                      </a:r>
                      <a:r>
                        <a:rPr lang="en-US" sz="2000" kern="1200" dirty="0" err="1">
                          <a:solidFill>
                            <a:srgbClr val="0000CC"/>
                          </a:solidFill>
                          <a:latin typeface="Rockwell" panose="02060603020205020403" pitchFamily="18" charset="0"/>
                          <a:ea typeface="+mn-ea"/>
                          <a:cs typeface="+mn-cs"/>
                        </a:rPr>
                        <a:t>SCA</a:t>
                      </a:r>
                      <a:r>
                        <a:rPr lang="en-US" sz="2000" kern="1200" dirty="0">
                          <a:solidFill>
                            <a:srgbClr val="0000CC"/>
                          </a:solidFill>
                          <a:latin typeface="Rockwell" panose="02060603020205020403" pitchFamily="18" charset="0"/>
                          <a:ea typeface="+mn-ea"/>
                          <a:cs typeface="+mn-cs"/>
                        </a:rPr>
                        <a:t> (Dependency-Check, </a:t>
                      </a:r>
                      <a:r>
                        <a:rPr lang="en-US" sz="2000" kern="1200" dirty="0" err="1">
                          <a:solidFill>
                            <a:srgbClr val="0000CC"/>
                          </a:solidFill>
                          <a:latin typeface="Rockwell" panose="02060603020205020403" pitchFamily="18" charset="0"/>
                          <a:ea typeface="+mn-ea"/>
                          <a:cs typeface="+mn-cs"/>
                        </a:rPr>
                        <a:t>Snyk</a:t>
                      </a:r>
                      <a:r>
                        <a:rPr lang="en-US" sz="2000" kern="1200" dirty="0">
                          <a:solidFill>
                            <a:srgbClr val="0000CC"/>
                          </a:solidFill>
                          <a:latin typeface="Rockwell" panose="02060603020205020403" pitchFamily="18" charset="0"/>
                          <a:ea typeface="+mn-ea"/>
                          <a:cs typeface="+mn-cs"/>
                        </a:rPr>
                        <a:t>...), Secret scanning...</a:t>
                      </a:r>
                    </a:p>
                  </a:txBody>
                  <a:tcPr marL="75332" marR="75332" marT="37666" marB="37666" anchor="ctr"/>
                </a:tc>
                <a:extLst>
                  <a:ext uri="{0D108BD9-81ED-4DB2-BD59-A6C34878D82A}">
                    <a16:rowId xmlns:a16="http://schemas.microsoft.com/office/drawing/2014/main" val="3421433335"/>
                  </a:ext>
                </a:extLst>
              </a:tr>
              <a:tr h="799709">
                <a:tc>
                  <a:txBody>
                    <a:bodyPr/>
                    <a:lstStyle/>
                    <a:p>
                      <a:pPr algn="ctr">
                        <a:spcBef>
                          <a:spcPts val="200"/>
                        </a:spcBef>
                        <a:spcAft>
                          <a:spcPts val="200"/>
                        </a:spcAft>
                      </a:pPr>
                      <a:r>
                        <a:rPr lang="en-US" sz="2000" kern="1200" dirty="0" err="1" smtClean="0">
                          <a:solidFill>
                            <a:srgbClr val="0000CC"/>
                          </a:solidFill>
                          <a:latin typeface="Rockwell" panose="02060603020205020403" pitchFamily="18" charset="0"/>
                          <a:ea typeface="+mn-ea"/>
                          <a:cs typeface="+mn-cs"/>
                        </a:rPr>
                        <a:t>Tương</a:t>
                      </a:r>
                      <a:r>
                        <a:rPr lang="en-US" sz="2000" kern="1200" dirty="0" smtClean="0">
                          <a:solidFill>
                            <a:srgbClr val="0000CC"/>
                          </a:solidFill>
                          <a:latin typeface="Rockwell" panose="02060603020205020403" pitchFamily="18" charset="0"/>
                          <a:ea typeface="+mn-ea"/>
                          <a:cs typeface="+mn-cs"/>
                        </a:rPr>
                        <a:t> </a:t>
                      </a:r>
                      <a:r>
                        <a:rPr lang="en-US" sz="2000" kern="1200" dirty="0" err="1" smtClean="0">
                          <a:solidFill>
                            <a:srgbClr val="0000CC"/>
                          </a:solidFill>
                          <a:latin typeface="Rockwell" panose="02060603020205020403" pitchFamily="18" charset="0"/>
                          <a:ea typeface="+mn-ea"/>
                          <a:cs typeface="+mn-cs"/>
                        </a:rPr>
                        <a:t>tác</a:t>
                      </a:r>
                      <a:endParaRPr lang="en-US" sz="2000" kern="1200" dirty="0">
                        <a:solidFill>
                          <a:srgbClr val="0000CC"/>
                        </a:solidFill>
                        <a:latin typeface="Rockwell" panose="02060603020205020403" pitchFamily="18" charset="0"/>
                        <a:ea typeface="+mn-ea"/>
                        <a:cs typeface="+mn-cs"/>
                      </a:endParaRPr>
                    </a:p>
                  </a:txBody>
                  <a:tcPr marL="75332" marR="75332" marT="37666" marB="37666" anchor="ctr"/>
                </a:tc>
                <a:tc>
                  <a:txBody>
                    <a:bodyPr/>
                    <a:lstStyle/>
                    <a:p>
                      <a:pPr>
                        <a:spcBef>
                          <a:spcPts val="200"/>
                        </a:spcBef>
                        <a:spcAft>
                          <a:spcPts val="200"/>
                        </a:spcAft>
                      </a:pPr>
                      <a:r>
                        <a:rPr lang="en-US" sz="2000" dirty="0" err="1" smtClean="0">
                          <a:solidFill>
                            <a:srgbClr val="0000CC"/>
                          </a:solidFill>
                          <a:latin typeface="Rockwell" panose="02060603020205020403" pitchFamily="18" charset="0"/>
                        </a:rPr>
                        <a:t>Tương</a:t>
                      </a:r>
                      <a:r>
                        <a:rPr lang="en-US" sz="2000" dirty="0" smtClean="0">
                          <a:solidFill>
                            <a:srgbClr val="0000CC"/>
                          </a:solidFill>
                          <a:latin typeface="Rockwell" panose="02060603020205020403" pitchFamily="18" charset="0"/>
                        </a:rPr>
                        <a:t> </a:t>
                      </a:r>
                      <a:r>
                        <a:rPr lang="en-US" sz="2000" dirty="0" err="1">
                          <a:solidFill>
                            <a:srgbClr val="0000CC"/>
                          </a:solidFill>
                          <a:latin typeface="Rockwell" panose="02060603020205020403" pitchFamily="18" charset="0"/>
                        </a:rPr>
                        <a:t>tác</a:t>
                      </a:r>
                      <a:r>
                        <a:rPr lang="en-US" sz="2000" dirty="0">
                          <a:solidFill>
                            <a:srgbClr val="0000CC"/>
                          </a:solidFill>
                          <a:latin typeface="Rockwell" panose="02060603020205020403" pitchFamily="18" charset="0"/>
                        </a:rPr>
                        <a:t> </a:t>
                      </a:r>
                      <a:r>
                        <a:rPr lang="en-US" sz="2000" dirty="0" err="1">
                          <a:solidFill>
                            <a:srgbClr val="0000CC"/>
                          </a:solidFill>
                          <a:latin typeface="Rockwell" panose="02060603020205020403" pitchFamily="18" charset="0"/>
                        </a:rPr>
                        <a:t>giữa</a:t>
                      </a:r>
                      <a:r>
                        <a:rPr lang="en-US" sz="2000" dirty="0">
                          <a:solidFill>
                            <a:srgbClr val="0000CC"/>
                          </a:solidFill>
                          <a:latin typeface="Rockwell" panose="02060603020205020403" pitchFamily="18" charset="0"/>
                        </a:rPr>
                        <a:t> Dev </a:t>
                      </a:r>
                      <a:r>
                        <a:rPr lang="en-US" sz="2000" dirty="0" err="1">
                          <a:solidFill>
                            <a:srgbClr val="0000CC"/>
                          </a:solidFill>
                          <a:latin typeface="Rockwell" panose="02060603020205020403" pitchFamily="18" charset="0"/>
                        </a:rPr>
                        <a:t>và</a:t>
                      </a:r>
                      <a:r>
                        <a:rPr lang="en-US" sz="2000" dirty="0">
                          <a:solidFill>
                            <a:srgbClr val="0000CC"/>
                          </a:solidFill>
                          <a:latin typeface="Rockwell" panose="02060603020205020403" pitchFamily="18" charset="0"/>
                        </a:rPr>
                        <a:t> Ops, </a:t>
                      </a:r>
                      <a:r>
                        <a:rPr lang="en-US" sz="2000" dirty="0" err="1">
                          <a:solidFill>
                            <a:srgbClr val="0000CC"/>
                          </a:solidFill>
                          <a:latin typeface="Rockwell" panose="02060603020205020403" pitchFamily="18" charset="0"/>
                        </a:rPr>
                        <a:t>tự</a:t>
                      </a:r>
                      <a:r>
                        <a:rPr lang="en-US" sz="2000" dirty="0">
                          <a:solidFill>
                            <a:srgbClr val="0000CC"/>
                          </a:solidFill>
                          <a:latin typeface="Rockwell" panose="02060603020205020403" pitchFamily="18" charset="0"/>
                        </a:rPr>
                        <a:t> </a:t>
                      </a:r>
                      <a:r>
                        <a:rPr lang="en-US" sz="2000" dirty="0" err="1">
                          <a:solidFill>
                            <a:srgbClr val="0000CC"/>
                          </a:solidFill>
                          <a:latin typeface="Rockwell" panose="02060603020205020403" pitchFamily="18" charset="0"/>
                        </a:rPr>
                        <a:t>động</a:t>
                      </a:r>
                      <a:r>
                        <a:rPr lang="en-US" sz="2000" dirty="0">
                          <a:solidFill>
                            <a:srgbClr val="0000CC"/>
                          </a:solidFill>
                          <a:latin typeface="Rockwell" panose="02060603020205020403" pitchFamily="18" charset="0"/>
                        </a:rPr>
                        <a:t> </a:t>
                      </a:r>
                      <a:r>
                        <a:rPr lang="en-US" sz="2000" dirty="0" err="1">
                          <a:solidFill>
                            <a:srgbClr val="0000CC"/>
                          </a:solidFill>
                          <a:latin typeface="Rockwell" panose="02060603020205020403" pitchFamily="18" charset="0"/>
                        </a:rPr>
                        <a:t>hóa</a:t>
                      </a:r>
                      <a:r>
                        <a:rPr lang="en-US" sz="2000" dirty="0">
                          <a:solidFill>
                            <a:srgbClr val="0000CC"/>
                          </a:solidFill>
                          <a:latin typeface="Rockwell" panose="02060603020205020403" pitchFamily="18" charset="0"/>
                        </a:rPr>
                        <a:t>, </a:t>
                      </a:r>
                      <a:r>
                        <a:rPr lang="en-US" sz="2000" dirty="0" err="1">
                          <a:solidFill>
                            <a:srgbClr val="0000CC"/>
                          </a:solidFill>
                          <a:latin typeface="Rockwell" panose="02060603020205020403" pitchFamily="18" charset="0"/>
                        </a:rPr>
                        <a:t>phản</a:t>
                      </a:r>
                      <a:r>
                        <a:rPr lang="en-US" sz="2000" dirty="0">
                          <a:solidFill>
                            <a:srgbClr val="0000CC"/>
                          </a:solidFill>
                          <a:latin typeface="Rockwell" panose="02060603020205020403" pitchFamily="18" charset="0"/>
                        </a:rPr>
                        <a:t> </a:t>
                      </a:r>
                      <a:r>
                        <a:rPr lang="en-US" sz="2000" dirty="0" err="1">
                          <a:solidFill>
                            <a:srgbClr val="0000CC"/>
                          </a:solidFill>
                          <a:latin typeface="Rockwell" panose="02060603020205020403" pitchFamily="18" charset="0"/>
                        </a:rPr>
                        <a:t>hồi</a:t>
                      </a:r>
                      <a:r>
                        <a:rPr lang="en-US" sz="2000" dirty="0">
                          <a:solidFill>
                            <a:srgbClr val="0000CC"/>
                          </a:solidFill>
                          <a:latin typeface="Rockwell" panose="02060603020205020403" pitchFamily="18" charset="0"/>
                        </a:rPr>
                        <a:t> </a:t>
                      </a:r>
                      <a:r>
                        <a:rPr lang="en-US" sz="2000" dirty="0" err="1">
                          <a:solidFill>
                            <a:srgbClr val="0000CC"/>
                          </a:solidFill>
                          <a:latin typeface="Rockwell" panose="02060603020205020403" pitchFamily="18" charset="0"/>
                        </a:rPr>
                        <a:t>nhanh</a:t>
                      </a:r>
                      <a:r>
                        <a:rPr lang="en-US" sz="2000" dirty="0">
                          <a:solidFill>
                            <a:srgbClr val="0000CC"/>
                          </a:solidFill>
                          <a:latin typeface="Rockwell" panose="02060603020205020403" pitchFamily="18" charset="0"/>
                        </a:rPr>
                        <a:t>.</a:t>
                      </a:r>
                    </a:p>
                  </a:txBody>
                  <a:tcPr marL="75332" marR="75332" marT="37666" marB="37666" anchor="ctr"/>
                </a:tc>
                <a:tc>
                  <a:txBody>
                    <a:bodyPr/>
                    <a:lstStyle/>
                    <a:p>
                      <a:pPr>
                        <a:spcBef>
                          <a:spcPts val="200"/>
                        </a:spcBef>
                        <a:spcAft>
                          <a:spcPts val="200"/>
                        </a:spcAft>
                      </a:pPr>
                      <a:r>
                        <a:rPr lang="en-US" sz="2000" kern="1200" dirty="0" smtClean="0">
                          <a:solidFill>
                            <a:srgbClr val="0000CC"/>
                          </a:solidFill>
                          <a:latin typeface="Rockwell" panose="02060603020205020403" pitchFamily="18" charset="0"/>
                          <a:ea typeface="+mn-ea"/>
                          <a:cs typeface="+mn-cs"/>
                        </a:rPr>
                        <a:t>T/</a:t>
                      </a:r>
                      <a:r>
                        <a:rPr lang="en-US" sz="2000" kern="1200" dirty="0" err="1" smtClean="0">
                          <a:solidFill>
                            <a:srgbClr val="0000CC"/>
                          </a:solidFill>
                          <a:latin typeface="Rockwell" panose="02060603020205020403" pitchFamily="18" charset="0"/>
                          <a:ea typeface="+mn-ea"/>
                          <a:cs typeface="+mn-cs"/>
                        </a:rPr>
                        <a:t>tác</a:t>
                      </a:r>
                      <a:r>
                        <a:rPr lang="en-US" sz="2000" kern="1200" dirty="0" smtClean="0">
                          <a:solidFill>
                            <a:srgbClr val="0000CC"/>
                          </a:solidFill>
                          <a:latin typeface="Rockwell" panose="02060603020205020403" pitchFamily="18" charset="0"/>
                          <a:ea typeface="+mn-ea"/>
                          <a:cs typeface="+mn-cs"/>
                        </a:rPr>
                        <a:t> </a:t>
                      </a:r>
                      <a:r>
                        <a:rPr lang="en-US" sz="2000" kern="1200" dirty="0" err="1">
                          <a:solidFill>
                            <a:srgbClr val="0000CC"/>
                          </a:solidFill>
                          <a:latin typeface="Rockwell" panose="02060603020205020403" pitchFamily="18" charset="0"/>
                          <a:ea typeface="+mn-ea"/>
                          <a:cs typeface="+mn-cs"/>
                        </a:rPr>
                        <a:t>mở</a:t>
                      </a:r>
                      <a:r>
                        <a:rPr lang="en-US" sz="2000" kern="1200" dirty="0">
                          <a:solidFill>
                            <a:srgbClr val="0000CC"/>
                          </a:solidFill>
                          <a:latin typeface="Rockwell" panose="02060603020205020403" pitchFamily="18" charset="0"/>
                          <a:ea typeface="+mn-ea"/>
                          <a:cs typeface="+mn-cs"/>
                        </a:rPr>
                        <a:t> </a:t>
                      </a:r>
                      <a:r>
                        <a:rPr lang="en-US" sz="2000" kern="1200" dirty="0" err="1">
                          <a:solidFill>
                            <a:srgbClr val="0000CC"/>
                          </a:solidFill>
                          <a:latin typeface="Rockwell" panose="02060603020205020403" pitchFamily="18" charset="0"/>
                          <a:ea typeface="+mn-ea"/>
                          <a:cs typeface="+mn-cs"/>
                        </a:rPr>
                        <a:t>rộng</a:t>
                      </a:r>
                      <a:r>
                        <a:rPr lang="en-US" sz="2000" kern="1200" dirty="0">
                          <a:solidFill>
                            <a:srgbClr val="0000CC"/>
                          </a:solidFill>
                          <a:latin typeface="Rockwell" panose="02060603020205020403" pitchFamily="18" charset="0"/>
                          <a:ea typeface="+mn-ea"/>
                          <a:cs typeface="+mn-cs"/>
                        </a:rPr>
                        <a:t>: Dev + Sec + Ops, </a:t>
                      </a:r>
                      <a:r>
                        <a:rPr lang="en-US" sz="2000" kern="1200" dirty="0" err="1">
                          <a:solidFill>
                            <a:srgbClr val="0000CC"/>
                          </a:solidFill>
                          <a:latin typeface="Rockwell" panose="02060603020205020403" pitchFamily="18" charset="0"/>
                          <a:ea typeface="+mn-ea"/>
                          <a:cs typeface="+mn-cs"/>
                        </a:rPr>
                        <a:t>coi</a:t>
                      </a:r>
                      <a:r>
                        <a:rPr lang="en-US" sz="2000" kern="1200" dirty="0">
                          <a:solidFill>
                            <a:srgbClr val="0000CC"/>
                          </a:solidFill>
                          <a:latin typeface="Rockwell" panose="02060603020205020403" pitchFamily="18" charset="0"/>
                          <a:ea typeface="+mn-ea"/>
                          <a:cs typeface="+mn-cs"/>
                        </a:rPr>
                        <a:t> </a:t>
                      </a:r>
                      <a:r>
                        <a:rPr lang="en-US" sz="2000" kern="1200" dirty="0" err="1">
                          <a:solidFill>
                            <a:srgbClr val="0000CC"/>
                          </a:solidFill>
                          <a:latin typeface="Rockwell" panose="02060603020205020403" pitchFamily="18" charset="0"/>
                          <a:ea typeface="+mn-ea"/>
                          <a:cs typeface="+mn-cs"/>
                        </a:rPr>
                        <a:t>bảo</a:t>
                      </a:r>
                      <a:r>
                        <a:rPr lang="en-US" sz="2000" kern="1200" dirty="0">
                          <a:solidFill>
                            <a:srgbClr val="0000CC"/>
                          </a:solidFill>
                          <a:latin typeface="Rockwell" panose="02060603020205020403" pitchFamily="18" charset="0"/>
                          <a:ea typeface="+mn-ea"/>
                          <a:cs typeface="+mn-cs"/>
                        </a:rPr>
                        <a:t> </a:t>
                      </a:r>
                      <a:r>
                        <a:rPr lang="en-US" sz="2000" kern="1200" dirty="0" err="1">
                          <a:solidFill>
                            <a:srgbClr val="0000CC"/>
                          </a:solidFill>
                          <a:latin typeface="Rockwell" panose="02060603020205020403" pitchFamily="18" charset="0"/>
                          <a:ea typeface="+mn-ea"/>
                          <a:cs typeface="+mn-cs"/>
                        </a:rPr>
                        <a:t>mật</a:t>
                      </a:r>
                      <a:r>
                        <a:rPr lang="en-US" sz="2000" kern="1200" dirty="0">
                          <a:solidFill>
                            <a:srgbClr val="0000CC"/>
                          </a:solidFill>
                          <a:latin typeface="Rockwell" panose="02060603020205020403" pitchFamily="18" charset="0"/>
                          <a:ea typeface="+mn-ea"/>
                          <a:cs typeface="+mn-cs"/>
                        </a:rPr>
                        <a:t> </a:t>
                      </a:r>
                      <a:r>
                        <a:rPr lang="en-US" sz="2000" kern="1200" dirty="0" err="1">
                          <a:solidFill>
                            <a:srgbClr val="0000CC"/>
                          </a:solidFill>
                          <a:latin typeface="Rockwell" panose="02060603020205020403" pitchFamily="18" charset="0"/>
                          <a:ea typeface="+mn-ea"/>
                          <a:cs typeface="+mn-cs"/>
                        </a:rPr>
                        <a:t>là</a:t>
                      </a:r>
                      <a:r>
                        <a:rPr lang="en-US" sz="2000" kern="1200" dirty="0">
                          <a:solidFill>
                            <a:srgbClr val="0000CC"/>
                          </a:solidFill>
                          <a:latin typeface="Rockwell" panose="02060603020205020403" pitchFamily="18" charset="0"/>
                          <a:ea typeface="+mn-ea"/>
                          <a:cs typeface="+mn-cs"/>
                        </a:rPr>
                        <a:t> </a:t>
                      </a:r>
                      <a:r>
                        <a:rPr lang="en-US" sz="2000" kern="1200" dirty="0" err="1">
                          <a:solidFill>
                            <a:srgbClr val="0000CC"/>
                          </a:solidFill>
                          <a:latin typeface="Rockwell" panose="02060603020205020403" pitchFamily="18" charset="0"/>
                          <a:ea typeface="+mn-ea"/>
                          <a:cs typeface="+mn-cs"/>
                        </a:rPr>
                        <a:t>trách</a:t>
                      </a:r>
                      <a:r>
                        <a:rPr lang="en-US" sz="2000" kern="1200" dirty="0">
                          <a:solidFill>
                            <a:srgbClr val="0000CC"/>
                          </a:solidFill>
                          <a:latin typeface="Rockwell" panose="02060603020205020403" pitchFamily="18" charset="0"/>
                          <a:ea typeface="+mn-ea"/>
                          <a:cs typeface="+mn-cs"/>
                        </a:rPr>
                        <a:t> </a:t>
                      </a:r>
                      <a:r>
                        <a:rPr lang="en-US" sz="2000" kern="1200" dirty="0" err="1">
                          <a:solidFill>
                            <a:srgbClr val="0000CC"/>
                          </a:solidFill>
                          <a:latin typeface="Rockwell" panose="02060603020205020403" pitchFamily="18" charset="0"/>
                          <a:ea typeface="+mn-ea"/>
                          <a:cs typeface="+mn-cs"/>
                        </a:rPr>
                        <a:t>nhiệm</a:t>
                      </a:r>
                      <a:r>
                        <a:rPr lang="en-US" sz="2000" kern="1200" dirty="0">
                          <a:solidFill>
                            <a:srgbClr val="0000CC"/>
                          </a:solidFill>
                          <a:latin typeface="Rockwell" panose="02060603020205020403" pitchFamily="18" charset="0"/>
                          <a:ea typeface="+mn-ea"/>
                          <a:cs typeface="+mn-cs"/>
                        </a:rPr>
                        <a:t> </a:t>
                      </a:r>
                      <a:r>
                        <a:rPr lang="en-US" sz="2000" kern="1200" dirty="0" err="1">
                          <a:solidFill>
                            <a:srgbClr val="0000CC"/>
                          </a:solidFill>
                          <a:latin typeface="Rockwell" panose="02060603020205020403" pitchFamily="18" charset="0"/>
                          <a:ea typeface="+mn-ea"/>
                          <a:cs typeface="+mn-cs"/>
                        </a:rPr>
                        <a:t>chung</a:t>
                      </a:r>
                      <a:r>
                        <a:rPr lang="en-US" sz="2000" kern="1200" dirty="0">
                          <a:solidFill>
                            <a:srgbClr val="0000CC"/>
                          </a:solidFill>
                          <a:latin typeface="Rockwell" panose="02060603020205020403" pitchFamily="18" charset="0"/>
                          <a:ea typeface="+mn-ea"/>
                          <a:cs typeface="+mn-cs"/>
                        </a:rPr>
                        <a:t>.</a:t>
                      </a:r>
                    </a:p>
                  </a:txBody>
                  <a:tcPr marL="75332" marR="75332" marT="37666" marB="37666" anchor="ctr"/>
                </a:tc>
                <a:extLst>
                  <a:ext uri="{0D108BD9-81ED-4DB2-BD59-A6C34878D82A}">
                    <a16:rowId xmlns:a16="http://schemas.microsoft.com/office/drawing/2014/main" val="3882798824"/>
                  </a:ext>
                </a:extLst>
              </a:tr>
              <a:tr h="799709">
                <a:tc>
                  <a:txBody>
                    <a:bodyPr/>
                    <a:lstStyle/>
                    <a:p>
                      <a:pPr algn="ctr">
                        <a:spcBef>
                          <a:spcPts val="200"/>
                        </a:spcBef>
                        <a:spcAft>
                          <a:spcPts val="200"/>
                        </a:spcAft>
                      </a:pPr>
                      <a:r>
                        <a:rPr lang="en-US" sz="2000" kern="1200" dirty="0" err="1">
                          <a:solidFill>
                            <a:srgbClr val="0000CC"/>
                          </a:solidFill>
                          <a:latin typeface="Rockwell" panose="02060603020205020403" pitchFamily="18" charset="0"/>
                          <a:ea typeface="+mn-ea"/>
                          <a:cs typeface="+mn-cs"/>
                        </a:rPr>
                        <a:t>Kết</a:t>
                      </a:r>
                      <a:r>
                        <a:rPr lang="en-US" sz="2000" kern="1200" dirty="0">
                          <a:solidFill>
                            <a:srgbClr val="0000CC"/>
                          </a:solidFill>
                          <a:latin typeface="Rockwell" panose="02060603020205020403" pitchFamily="18" charset="0"/>
                          <a:ea typeface="+mn-ea"/>
                          <a:cs typeface="+mn-cs"/>
                        </a:rPr>
                        <a:t> </a:t>
                      </a:r>
                      <a:r>
                        <a:rPr lang="en-US" sz="2000" kern="1200" dirty="0" err="1">
                          <a:solidFill>
                            <a:srgbClr val="0000CC"/>
                          </a:solidFill>
                          <a:latin typeface="Rockwell" panose="02060603020205020403" pitchFamily="18" charset="0"/>
                          <a:ea typeface="+mn-ea"/>
                          <a:cs typeface="+mn-cs"/>
                        </a:rPr>
                        <a:t>quả</a:t>
                      </a:r>
                      <a:endParaRPr lang="en-US" sz="2000" kern="1200" dirty="0">
                        <a:solidFill>
                          <a:srgbClr val="0000CC"/>
                        </a:solidFill>
                        <a:latin typeface="Rockwell" panose="02060603020205020403" pitchFamily="18" charset="0"/>
                        <a:ea typeface="+mn-ea"/>
                        <a:cs typeface="+mn-cs"/>
                      </a:endParaRPr>
                    </a:p>
                  </a:txBody>
                  <a:tcPr marL="75332" marR="75332" marT="37666" marB="37666" anchor="ctr"/>
                </a:tc>
                <a:tc>
                  <a:txBody>
                    <a:bodyPr/>
                    <a:lstStyle/>
                    <a:p>
                      <a:pPr>
                        <a:spcBef>
                          <a:spcPts val="200"/>
                        </a:spcBef>
                        <a:spcAft>
                          <a:spcPts val="200"/>
                        </a:spcAft>
                      </a:pPr>
                      <a:r>
                        <a:rPr lang="en-US" sz="2000" dirty="0" err="1">
                          <a:solidFill>
                            <a:srgbClr val="0000CC"/>
                          </a:solidFill>
                          <a:latin typeface="Rockwell" panose="02060603020205020403" pitchFamily="18" charset="0"/>
                        </a:rPr>
                        <a:t>Ứng</a:t>
                      </a:r>
                      <a:r>
                        <a:rPr lang="en-US" sz="2000" dirty="0">
                          <a:solidFill>
                            <a:srgbClr val="0000CC"/>
                          </a:solidFill>
                          <a:latin typeface="Rockwell" panose="02060603020205020403" pitchFamily="18" charset="0"/>
                        </a:rPr>
                        <a:t> </a:t>
                      </a:r>
                      <a:r>
                        <a:rPr lang="en-US" sz="2000" dirty="0" err="1">
                          <a:solidFill>
                            <a:srgbClr val="0000CC"/>
                          </a:solidFill>
                          <a:latin typeface="Rockwell" panose="02060603020205020403" pitchFamily="18" charset="0"/>
                        </a:rPr>
                        <a:t>dụng</a:t>
                      </a:r>
                      <a:r>
                        <a:rPr lang="en-US" sz="2000" dirty="0">
                          <a:solidFill>
                            <a:srgbClr val="0000CC"/>
                          </a:solidFill>
                          <a:latin typeface="Rockwell" panose="02060603020205020403" pitchFamily="18" charset="0"/>
                        </a:rPr>
                        <a:t> </a:t>
                      </a:r>
                      <a:r>
                        <a:rPr lang="en-US" sz="2000" dirty="0" err="1">
                          <a:solidFill>
                            <a:srgbClr val="0000CC"/>
                          </a:solidFill>
                          <a:latin typeface="Rockwell" panose="02060603020205020403" pitchFamily="18" charset="0"/>
                        </a:rPr>
                        <a:t>triển</a:t>
                      </a:r>
                      <a:r>
                        <a:rPr lang="en-US" sz="2000" dirty="0">
                          <a:solidFill>
                            <a:srgbClr val="0000CC"/>
                          </a:solidFill>
                          <a:latin typeface="Rockwell" panose="02060603020205020403" pitchFamily="18" charset="0"/>
                        </a:rPr>
                        <a:t> </a:t>
                      </a:r>
                      <a:r>
                        <a:rPr lang="en-US" sz="2000" dirty="0" err="1">
                          <a:solidFill>
                            <a:srgbClr val="0000CC"/>
                          </a:solidFill>
                          <a:latin typeface="Rockwell" panose="02060603020205020403" pitchFamily="18" charset="0"/>
                        </a:rPr>
                        <a:t>khai</a:t>
                      </a:r>
                      <a:r>
                        <a:rPr lang="en-US" sz="2000" dirty="0">
                          <a:solidFill>
                            <a:srgbClr val="0000CC"/>
                          </a:solidFill>
                          <a:latin typeface="Rockwell" panose="02060603020205020403" pitchFamily="18" charset="0"/>
                        </a:rPr>
                        <a:t> </a:t>
                      </a:r>
                      <a:r>
                        <a:rPr lang="en-US" sz="2000" dirty="0" err="1">
                          <a:solidFill>
                            <a:srgbClr val="0000CC"/>
                          </a:solidFill>
                          <a:latin typeface="Rockwell" panose="02060603020205020403" pitchFamily="18" charset="0"/>
                        </a:rPr>
                        <a:t>nhanh</a:t>
                      </a:r>
                      <a:r>
                        <a:rPr lang="en-US" sz="2000" dirty="0">
                          <a:solidFill>
                            <a:srgbClr val="0000CC"/>
                          </a:solidFill>
                          <a:latin typeface="Rockwell" panose="02060603020205020403" pitchFamily="18" charset="0"/>
                        </a:rPr>
                        <a:t>, </a:t>
                      </a:r>
                      <a:r>
                        <a:rPr lang="en-US" sz="2000" dirty="0" err="1">
                          <a:solidFill>
                            <a:srgbClr val="0000CC"/>
                          </a:solidFill>
                          <a:latin typeface="Rockwell" panose="02060603020205020403" pitchFamily="18" charset="0"/>
                        </a:rPr>
                        <a:t>ổn</a:t>
                      </a:r>
                      <a:r>
                        <a:rPr lang="en-US" sz="2000" dirty="0">
                          <a:solidFill>
                            <a:srgbClr val="0000CC"/>
                          </a:solidFill>
                          <a:latin typeface="Rockwell" panose="02060603020205020403" pitchFamily="18" charset="0"/>
                        </a:rPr>
                        <a:t> </a:t>
                      </a:r>
                      <a:r>
                        <a:rPr lang="en-US" sz="2000" dirty="0" err="1">
                          <a:solidFill>
                            <a:srgbClr val="0000CC"/>
                          </a:solidFill>
                          <a:latin typeface="Rockwell" panose="02060603020205020403" pitchFamily="18" charset="0"/>
                        </a:rPr>
                        <a:t>định</a:t>
                      </a:r>
                      <a:r>
                        <a:rPr lang="en-US" sz="2000" dirty="0">
                          <a:solidFill>
                            <a:srgbClr val="0000CC"/>
                          </a:solidFill>
                          <a:latin typeface="Rockwell" panose="02060603020205020403" pitchFamily="18" charset="0"/>
                        </a:rPr>
                        <a:t>.</a:t>
                      </a:r>
                    </a:p>
                  </a:txBody>
                  <a:tcPr marL="75332" marR="75332" marT="37666" marB="37666" anchor="ctr"/>
                </a:tc>
                <a:tc>
                  <a:txBody>
                    <a:bodyPr/>
                    <a:lstStyle/>
                    <a:p>
                      <a:pPr>
                        <a:spcBef>
                          <a:spcPts val="200"/>
                        </a:spcBef>
                        <a:spcAft>
                          <a:spcPts val="200"/>
                        </a:spcAft>
                      </a:pPr>
                      <a:r>
                        <a:rPr lang="en-US" sz="2000" kern="1200" dirty="0" err="1">
                          <a:solidFill>
                            <a:srgbClr val="0000CC"/>
                          </a:solidFill>
                          <a:latin typeface="Rockwell" panose="02060603020205020403" pitchFamily="18" charset="0"/>
                          <a:ea typeface="+mn-ea"/>
                          <a:cs typeface="+mn-cs"/>
                        </a:rPr>
                        <a:t>Ứng</a:t>
                      </a:r>
                      <a:r>
                        <a:rPr lang="en-US" sz="2000" kern="1200" dirty="0">
                          <a:solidFill>
                            <a:srgbClr val="0000CC"/>
                          </a:solidFill>
                          <a:latin typeface="Rockwell" panose="02060603020205020403" pitchFamily="18" charset="0"/>
                          <a:ea typeface="+mn-ea"/>
                          <a:cs typeface="+mn-cs"/>
                        </a:rPr>
                        <a:t> </a:t>
                      </a:r>
                      <a:r>
                        <a:rPr lang="en-US" sz="2000" kern="1200" dirty="0" err="1">
                          <a:solidFill>
                            <a:srgbClr val="0000CC"/>
                          </a:solidFill>
                          <a:latin typeface="Rockwell" panose="02060603020205020403" pitchFamily="18" charset="0"/>
                          <a:ea typeface="+mn-ea"/>
                          <a:cs typeface="+mn-cs"/>
                        </a:rPr>
                        <a:t>dụng</a:t>
                      </a:r>
                      <a:r>
                        <a:rPr lang="en-US" sz="2000" kern="1200" dirty="0">
                          <a:solidFill>
                            <a:srgbClr val="0000CC"/>
                          </a:solidFill>
                          <a:latin typeface="Rockwell" panose="02060603020205020403" pitchFamily="18" charset="0"/>
                          <a:ea typeface="+mn-ea"/>
                          <a:cs typeface="+mn-cs"/>
                        </a:rPr>
                        <a:t> </a:t>
                      </a:r>
                      <a:r>
                        <a:rPr lang="en-US" sz="2000" kern="1200" dirty="0" err="1">
                          <a:solidFill>
                            <a:srgbClr val="0000CC"/>
                          </a:solidFill>
                          <a:latin typeface="Rockwell" panose="02060603020205020403" pitchFamily="18" charset="0"/>
                          <a:ea typeface="+mn-ea"/>
                          <a:cs typeface="+mn-cs"/>
                        </a:rPr>
                        <a:t>triển</a:t>
                      </a:r>
                      <a:r>
                        <a:rPr lang="en-US" sz="2000" kern="1200" dirty="0">
                          <a:solidFill>
                            <a:srgbClr val="0000CC"/>
                          </a:solidFill>
                          <a:latin typeface="Rockwell" panose="02060603020205020403" pitchFamily="18" charset="0"/>
                          <a:ea typeface="+mn-ea"/>
                          <a:cs typeface="+mn-cs"/>
                        </a:rPr>
                        <a:t> </a:t>
                      </a:r>
                      <a:r>
                        <a:rPr lang="en-US" sz="2000" kern="1200" dirty="0" err="1">
                          <a:solidFill>
                            <a:srgbClr val="0000CC"/>
                          </a:solidFill>
                          <a:latin typeface="Rockwell" panose="02060603020205020403" pitchFamily="18" charset="0"/>
                          <a:ea typeface="+mn-ea"/>
                          <a:cs typeface="+mn-cs"/>
                        </a:rPr>
                        <a:t>khai</a:t>
                      </a:r>
                      <a:r>
                        <a:rPr lang="en-US" sz="2000" kern="1200" dirty="0">
                          <a:solidFill>
                            <a:srgbClr val="0000CC"/>
                          </a:solidFill>
                          <a:latin typeface="Rockwell" panose="02060603020205020403" pitchFamily="18" charset="0"/>
                          <a:ea typeface="+mn-ea"/>
                          <a:cs typeface="+mn-cs"/>
                        </a:rPr>
                        <a:t> </a:t>
                      </a:r>
                      <a:r>
                        <a:rPr lang="en-US" sz="2000" kern="1200" dirty="0" err="1">
                          <a:solidFill>
                            <a:srgbClr val="0000CC"/>
                          </a:solidFill>
                          <a:latin typeface="Rockwell" panose="02060603020205020403" pitchFamily="18" charset="0"/>
                          <a:ea typeface="+mn-ea"/>
                          <a:cs typeface="+mn-cs"/>
                        </a:rPr>
                        <a:t>nhanh</a:t>
                      </a:r>
                      <a:r>
                        <a:rPr lang="en-US" sz="2000" kern="1200" dirty="0">
                          <a:solidFill>
                            <a:srgbClr val="0000CC"/>
                          </a:solidFill>
                          <a:latin typeface="Rockwell" panose="02060603020205020403" pitchFamily="18" charset="0"/>
                          <a:ea typeface="+mn-ea"/>
                          <a:cs typeface="+mn-cs"/>
                        </a:rPr>
                        <a:t>, an </a:t>
                      </a:r>
                      <a:r>
                        <a:rPr lang="en-US" sz="2000" kern="1200" dirty="0" err="1">
                          <a:solidFill>
                            <a:srgbClr val="0000CC"/>
                          </a:solidFill>
                          <a:latin typeface="Rockwell" panose="02060603020205020403" pitchFamily="18" charset="0"/>
                          <a:ea typeface="+mn-ea"/>
                          <a:cs typeface="+mn-cs"/>
                        </a:rPr>
                        <a:t>toàn</a:t>
                      </a:r>
                      <a:r>
                        <a:rPr lang="en-US" sz="2000" kern="1200" dirty="0">
                          <a:solidFill>
                            <a:srgbClr val="0000CC"/>
                          </a:solidFill>
                          <a:latin typeface="Rockwell" panose="02060603020205020403" pitchFamily="18" charset="0"/>
                          <a:ea typeface="+mn-ea"/>
                          <a:cs typeface="+mn-cs"/>
                        </a:rPr>
                        <a:t> </a:t>
                      </a:r>
                      <a:r>
                        <a:rPr lang="en-US" sz="2000" kern="1200" dirty="0" err="1">
                          <a:solidFill>
                            <a:srgbClr val="0000CC"/>
                          </a:solidFill>
                          <a:latin typeface="Rockwell" panose="02060603020205020403" pitchFamily="18" charset="0"/>
                          <a:ea typeface="+mn-ea"/>
                          <a:cs typeface="+mn-cs"/>
                        </a:rPr>
                        <a:t>và</a:t>
                      </a:r>
                      <a:r>
                        <a:rPr lang="en-US" sz="2000" kern="1200" dirty="0">
                          <a:solidFill>
                            <a:srgbClr val="0000CC"/>
                          </a:solidFill>
                          <a:latin typeface="Rockwell" panose="02060603020205020403" pitchFamily="18" charset="0"/>
                          <a:ea typeface="+mn-ea"/>
                          <a:cs typeface="+mn-cs"/>
                        </a:rPr>
                        <a:t> </a:t>
                      </a:r>
                      <a:r>
                        <a:rPr lang="en-US" sz="2000" kern="1200" dirty="0" err="1">
                          <a:solidFill>
                            <a:srgbClr val="0000CC"/>
                          </a:solidFill>
                          <a:latin typeface="Rockwell" panose="02060603020205020403" pitchFamily="18" charset="0"/>
                          <a:ea typeface="+mn-ea"/>
                          <a:cs typeface="+mn-cs"/>
                        </a:rPr>
                        <a:t>tuân</a:t>
                      </a:r>
                      <a:r>
                        <a:rPr lang="en-US" sz="2000" kern="1200" dirty="0">
                          <a:solidFill>
                            <a:srgbClr val="0000CC"/>
                          </a:solidFill>
                          <a:latin typeface="Rockwell" panose="02060603020205020403" pitchFamily="18" charset="0"/>
                          <a:ea typeface="+mn-ea"/>
                          <a:cs typeface="+mn-cs"/>
                        </a:rPr>
                        <a:t> </a:t>
                      </a:r>
                      <a:r>
                        <a:rPr lang="en-US" sz="2000" kern="1200" dirty="0" err="1">
                          <a:solidFill>
                            <a:srgbClr val="0000CC"/>
                          </a:solidFill>
                          <a:latin typeface="Rockwell" panose="02060603020205020403" pitchFamily="18" charset="0"/>
                          <a:ea typeface="+mn-ea"/>
                          <a:cs typeface="+mn-cs"/>
                        </a:rPr>
                        <a:t>thủ</a:t>
                      </a:r>
                      <a:r>
                        <a:rPr lang="en-US" sz="2000" kern="1200" dirty="0">
                          <a:solidFill>
                            <a:srgbClr val="0000CC"/>
                          </a:solidFill>
                          <a:latin typeface="Rockwell" panose="02060603020205020403" pitchFamily="18" charset="0"/>
                          <a:ea typeface="+mn-ea"/>
                          <a:cs typeface="+mn-cs"/>
                        </a:rPr>
                        <a:t> </a:t>
                      </a:r>
                      <a:r>
                        <a:rPr lang="en-US" sz="2000" kern="1200" dirty="0" err="1">
                          <a:solidFill>
                            <a:srgbClr val="0000CC"/>
                          </a:solidFill>
                          <a:latin typeface="Rockwell" panose="02060603020205020403" pitchFamily="18" charset="0"/>
                          <a:ea typeface="+mn-ea"/>
                          <a:cs typeface="+mn-cs"/>
                        </a:rPr>
                        <a:t>chuẩn</a:t>
                      </a:r>
                      <a:r>
                        <a:rPr lang="en-US" sz="2000" kern="1200" dirty="0">
                          <a:solidFill>
                            <a:srgbClr val="0000CC"/>
                          </a:solidFill>
                          <a:latin typeface="Rockwell" panose="02060603020205020403" pitchFamily="18" charset="0"/>
                          <a:ea typeface="+mn-ea"/>
                          <a:cs typeface="+mn-cs"/>
                        </a:rPr>
                        <a:t> </a:t>
                      </a:r>
                      <a:r>
                        <a:rPr lang="en-US" sz="2000" kern="1200" dirty="0" err="1">
                          <a:solidFill>
                            <a:srgbClr val="0000CC"/>
                          </a:solidFill>
                          <a:latin typeface="Rockwell" panose="02060603020205020403" pitchFamily="18" charset="0"/>
                          <a:ea typeface="+mn-ea"/>
                          <a:cs typeface="+mn-cs"/>
                        </a:rPr>
                        <a:t>bảo</a:t>
                      </a:r>
                      <a:r>
                        <a:rPr lang="en-US" sz="2000" kern="1200" dirty="0">
                          <a:solidFill>
                            <a:srgbClr val="0000CC"/>
                          </a:solidFill>
                          <a:latin typeface="Rockwell" panose="02060603020205020403" pitchFamily="18" charset="0"/>
                          <a:ea typeface="+mn-ea"/>
                          <a:cs typeface="+mn-cs"/>
                        </a:rPr>
                        <a:t> </a:t>
                      </a:r>
                      <a:r>
                        <a:rPr lang="en-US" sz="2000" kern="1200" dirty="0" err="1">
                          <a:solidFill>
                            <a:srgbClr val="0000CC"/>
                          </a:solidFill>
                          <a:latin typeface="Rockwell" panose="02060603020205020403" pitchFamily="18" charset="0"/>
                          <a:ea typeface="+mn-ea"/>
                          <a:cs typeface="+mn-cs"/>
                        </a:rPr>
                        <a:t>mật</a:t>
                      </a:r>
                      <a:r>
                        <a:rPr lang="en-US" sz="2000" kern="1200" dirty="0">
                          <a:solidFill>
                            <a:srgbClr val="0000CC"/>
                          </a:solidFill>
                          <a:latin typeface="Rockwell" panose="02060603020205020403" pitchFamily="18" charset="0"/>
                          <a:ea typeface="+mn-ea"/>
                          <a:cs typeface="+mn-cs"/>
                        </a:rPr>
                        <a:t>.</a:t>
                      </a:r>
                    </a:p>
                  </a:txBody>
                  <a:tcPr marL="75332" marR="75332" marT="37666" marB="37666" anchor="ctr"/>
                </a:tc>
                <a:extLst>
                  <a:ext uri="{0D108BD9-81ED-4DB2-BD59-A6C34878D82A}">
                    <a16:rowId xmlns:a16="http://schemas.microsoft.com/office/drawing/2014/main" val="47368990"/>
                  </a:ext>
                </a:extLst>
              </a:tr>
            </a:tbl>
          </a:graphicData>
        </a:graphic>
      </p:graphicFrame>
    </p:spTree>
    <p:extLst>
      <p:ext uri="{BB962C8B-B14F-4D97-AF65-F5344CB8AC3E}">
        <p14:creationId xmlns:p14="http://schemas.microsoft.com/office/powerpoint/2010/main" val="3025653910"/>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accent5">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B5F415-7490-4054-85B4-10F7AE6D3385}"/>
              </a:ext>
            </a:extLst>
          </p:cNvPr>
          <p:cNvSpPr>
            <a:spLocks noGrp="1"/>
          </p:cNvSpPr>
          <p:nvPr>
            <p:ph type="ctrTitle"/>
          </p:nvPr>
        </p:nvSpPr>
        <p:spPr>
          <a:xfrm>
            <a:off x="1624084" y="-134337"/>
            <a:ext cx="9403307" cy="944020"/>
          </a:xfrm>
        </p:spPr>
        <p:txBody>
          <a:bodyPr>
            <a:normAutofit/>
          </a:bodyPr>
          <a:lstStyle/>
          <a:p>
            <a:pPr algn="l"/>
            <a:r>
              <a:rPr lang="en-US" sz="3000" dirty="0" err="1" smtClean="0">
                <a:solidFill>
                  <a:schemeClr val="bg1"/>
                </a:solidFill>
                <a:latin typeface="Rockwell" panose="02060603020205020403" pitchFamily="18" charset="0"/>
              </a:rPr>
              <a:t>Những</a:t>
            </a:r>
            <a:r>
              <a:rPr lang="en-US" sz="3000" dirty="0" smtClean="0">
                <a:solidFill>
                  <a:schemeClr val="bg1"/>
                </a:solidFill>
                <a:latin typeface="Rockwell" panose="02060603020205020403" pitchFamily="18" charset="0"/>
              </a:rPr>
              <a:t> </a:t>
            </a:r>
            <a:r>
              <a:rPr lang="en-US" sz="3000" dirty="0" err="1" smtClean="0">
                <a:solidFill>
                  <a:schemeClr val="bg1"/>
                </a:solidFill>
                <a:latin typeface="Rockwell" panose="02060603020205020403" pitchFamily="18" charset="0"/>
              </a:rPr>
              <a:t>nội</a:t>
            </a:r>
            <a:r>
              <a:rPr lang="en-US" sz="3000" dirty="0" smtClean="0">
                <a:solidFill>
                  <a:schemeClr val="bg1"/>
                </a:solidFill>
                <a:latin typeface="Rockwell" panose="02060603020205020403" pitchFamily="18" charset="0"/>
              </a:rPr>
              <a:t> dung </a:t>
            </a:r>
            <a:r>
              <a:rPr lang="en-US" sz="3000" dirty="0" err="1" smtClean="0">
                <a:solidFill>
                  <a:schemeClr val="bg1"/>
                </a:solidFill>
                <a:latin typeface="Rockwell" panose="02060603020205020403" pitchFamily="18" charset="0"/>
              </a:rPr>
              <a:t>cần</a:t>
            </a:r>
            <a:r>
              <a:rPr lang="en-US" sz="3000" dirty="0" smtClean="0">
                <a:solidFill>
                  <a:schemeClr val="bg1"/>
                </a:solidFill>
                <a:latin typeface="Rockwell" panose="02060603020205020403" pitchFamily="18" charset="0"/>
              </a:rPr>
              <a:t> </a:t>
            </a:r>
            <a:r>
              <a:rPr lang="en-US" sz="3000" dirty="0" err="1" smtClean="0">
                <a:solidFill>
                  <a:schemeClr val="bg1"/>
                </a:solidFill>
                <a:latin typeface="Rockwell" panose="02060603020205020403" pitchFamily="18" charset="0"/>
              </a:rPr>
              <a:t>lưu</a:t>
            </a:r>
            <a:r>
              <a:rPr lang="en-US" sz="3000" dirty="0" smtClean="0">
                <a:solidFill>
                  <a:schemeClr val="bg1"/>
                </a:solidFill>
                <a:latin typeface="Rockwell" panose="02060603020205020403" pitchFamily="18" charset="0"/>
              </a:rPr>
              <a:t> </a:t>
            </a:r>
            <a:r>
              <a:rPr lang="en-US" sz="3000" dirty="0" smtClean="0">
                <a:solidFill>
                  <a:schemeClr val="bg1"/>
                </a:solidFill>
                <a:latin typeface="Rockwell" panose="02060603020205020403" pitchFamily="18" charset="0"/>
              </a:rPr>
              <a:t>ý:</a:t>
            </a:r>
            <a:endParaRPr lang="en-US" sz="3000" dirty="0">
              <a:solidFill>
                <a:schemeClr val="bg1"/>
              </a:solidFill>
              <a:latin typeface="Rockwell" panose="02060603020205020403" pitchFamily="18" charset="0"/>
            </a:endParaRPr>
          </a:p>
        </p:txBody>
      </p:sp>
      <p:sp>
        <p:nvSpPr>
          <p:cNvPr id="3" name="Subtitle 2">
            <a:extLst>
              <a:ext uri="{FF2B5EF4-FFF2-40B4-BE49-F238E27FC236}">
                <a16:creationId xmlns:a16="http://schemas.microsoft.com/office/drawing/2014/main" id="{D05F6415-1E7C-453D-B6B7-DBF76BDA691B}"/>
              </a:ext>
            </a:extLst>
          </p:cNvPr>
          <p:cNvSpPr>
            <a:spLocks noGrp="1"/>
          </p:cNvSpPr>
          <p:nvPr>
            <p:ph type="subTitle" idx="1"/>
          </p:nvPr>
        </p:nvSpPr>
        <p:spPr>
          <a:xfrm>
            <a:off x="1624084" y="809683"/>
            <a:ext cx="10222173" cy="4372169"/>
          </a:xfrm>
        </p:spPr>
        <p:txBody>
          <a:bodyPr>
            <a:noAutofit/>
          </a:bodyPr>
          <a:lstStyle/>
          <a:p>
            <a:pPr algn="l">
              <a:spcBef>
                <a:spcPts val="600"/>
              </a:spcBef>
              <a:spcAft>
                <a:spcPts val="600"/>
              </a:spcAft>
            </a:pPr>
            <a:r>
              <a:rPr lang="en-US" sz="2600" dirty="0" smtClean="0">
                <a:solidFill>
                  <a:schemeClr val="bg1"/>
                </a:solidFill>
                <a:latin typeface="Rockwell" panose="02060603020205020403" pitchFamily="18" charset="0"/>
                <a:ea typeface="+mj-ea"/>
                <a:cs typeface="+mj-cs"/>
              </a:rPr>
              <a:t>- </a:t>
            </a:r>
            <a:r>
              <a:rPr lang="vi-VN" sz="2600" dirty="0" smtClean="0">
                <a:solidFill>
                  <a:schemeClr val="bg1"/>
                </a:solidFill>
                <a:latin typeface="Rockwell" panose="02060603020205020403" pitchFamily="18" charset="0"/>
                <a:ea typeface="+mj-ea"/>
                <a:cs typeface="+mj-cs"/>
              </a:rPr>
              <a:t>SSDLC </a:t>
            </a:r>
            <a:r>
              <a:rPr lang="vi-VN" sz="2600" dirty="0">
                <a:solidFill>
                  <a:schemeClr val="bg1"/>
                </a:solidFill>
                <a:latin typeface="Rockwell" panose="02060603020205020403" pitchFamily="18" charset="0"/>
                <a:ea typeface="+mj-ea"/>
                <a:cs typeface="+mj-cs"/>
              </a:rPr>
              <a:t>là tất yếu: Bảo mật phải được tích hợp xuyên suốt vòng đời phát triển phần mềm.</a:t>
            </a:r>
          </a:p>
          <a:p>
            <a:pPr algn="l">
              <a:spcBef>
                <a:spcPts val="600"/>
              </a:spcBef>
              <a:spcAft>
                <a:spcPts val="600"/>
              </a:spcAft>
            </a:pPr>
            <a:r>
              <a:rPr lang="en-US" sz="2600" dirty="0" smtClean="0">
                <a:solidFill>
                  <a:schemeClr val="bg1"/>
                </a:solidFill>
                <a:latin typeface="Rockwell" panose="02060603020205020403" pitchFamily="18" charset="0"/>
                <a:ea typeface="+mj-ea"/>
                <a:cs typeface="+mj-cs"/>
              </a:rPr>
              <a:t>- </a:t>
            </a:r>
            <a:r>
              <a:rPr lang="vi-VN" sz="2600" dirty="0" smtClean="0">
                <a:solidFill>
                  <a:schemeClr val="bg1"/>
                </a:solidFill>
                <a:latin typeface="Rockwell" panose="02060603020205020403" pitchFamily="18" charset="0"/>
                <a:ea typeface="+mj-ea"/>
                <a:cs typeface="+mj-cs"/>
              </a:rPr>
              <a:t>Nguyên </a:t>
            </a:r>
            <a:r>
              <a:rPr lang="vi-VN" sz="2600" dirty="0">
                <a:solidFill>
                  <a:schemeClr val="bg1"/>
                </a:solidFill>
                <a:latin typeface="Rockwell" panose="02060603020205020403" pitchFamily="18" charset="0"/>
                <a:ea typeface="+mj-ea"/>
                <a:cs typeface="+mj-cs"/>
              </a:rPr>
              <a:t>tắc cốt lõi: Security by Design, Defense in Depth, Least Privilege, Shift-left Security.</a:t>
            </a:r>
          </a:p>
          <a:p>
            <a:pPr algn="l">
              <a:spcBef>
                <a:spcPts val="600"/>
              </a:spcBef>
              <a:spcAft>
                <a:spcPts val="600"/>
              </a:spcAft>
            </a:pPr>
            <a:r>
              <a:rPr lang="en-US" sz="2600" dirty="0" smtClean="0">
                <a:solidFill>
                  <a:schemeClr val="bg1"/>
                </a:solidFill>
                <a:latin typeface="Rockwell" panose="02060603020205020403" pitchFamily="18" charset="0"/>
                <a:ea typeface="+mj-ea"/>
                <a:cs typeface="+mj-cs"/>
              </a:rPr>
              <a:t>- </a:t>
            </a:r>
            <a:r>
              <a:rPr lang="vi-VN" sz="2600" dirty="0" smtClean="0">
                <a:solidFill>
                  <a:schemeClr val="bg1"/>
                </a:solidFill>
                <a:latin typeface="Rockwell" panose="02060603020205020403" pitchFamily="18" charset="0"/>
                <a:ea typeface="+mj-ea"/>
                <a:cs typeface="+mj-cs"/>
              </a:rPr>
              <a:t>Quy </a:t>
            </a:r>
            <a:r>
              <a:rPr lang="vi-VN" sz="2600" dirty="0">
                <a:solidFill>
                  <a:schemeClr val="bg1"/>
                </a:solidFill>
                <a:latin typeface="Rockwell" panose="02060603020205020403" pitchFamily="18" charset="0"/>
                <a:ea typeface="+mj-ea"/>
                <a:cs typeface="+mj-cs"/>
              </a:rPr>
              <a:t>trình 6 giai đoạn: Yêu cầu → Thiết kế → Lập trình → Kiểm thử → Triển khai → Vận hành.</a:t>
            </a:r>
          </a:p>
          <a:p>
            <a:pPr algn="l">
              <a:spcBef>
                <a:spcPts val="600"/>
              </a:spcBef>
              <a:spcAft>
                <a:spcPts val="600"/>
              </a:spcAft>
            </a:pPr>
            <a:r>
              <a:rPr lang="en-US" sz="2600" dirty="0" smtClean="0">
                <a:solidFill>
                  <a:schemeClr val="bg1"/>
                </a:solidFill>
                <a:latin typeface="Rockwell" panose="02060603020205020403" pitchFamily="18" charset="0"/>
                <a:ea typeface="+mj-ea"/>
                <a:cs typeface="+mj-cs"/>
              </a:rPr>
              <a:t>- </a:t>
            </a:r>
            <a:r>
              <a:rPr lang="vi-VN" sz="2600" dirty="0" smtClean="0">
                <a:solidFill>
                  <a:schemeClr val="bg1"/>
                </a:solidFill>
                <a:latin typeface="Rockwell" panose="02060603020205020403" pitchFamily="18" charset="0"/>
                <a:ea typeface="+mj-ea"/>
                <a:cs typeface="+mj-cs"/>
              </a:rPr>
              <a:t>Công </a:t>
            </a:r>
            <a:r>
              <a:rPr lang="vi-VN" sz="2600" dirty="0">
                <a:solidFill>
                  <a:schemeClr val="bg1"/>
                </a:solidFill>
                <a:latin typeface="Rockwell" panose="02060603020205020403" pitchFamily="18" charset="0"/>
                <a:ea typeface="+mj-ea"/>
                <a:cs typeface="+mj-cs"/>
              </a:rPr>
              <a:t>cụ hỗ trợ: SAST, DAST, SCA, CI/CD an toàn, logging &amp; monitoring.</a:t>
            </a:r>
          </a:p>
          <a:p>
            <a:pPr algn="l">
              <a:spcBef>
                <a:spcPts val="600"/>
              </a:spcBef>
              <a:spcAft>
                <a:spcPts val="600"/>
              </a:spcAft>
            </a:pPr>
            <a:r>
              <a:rPr lang="en-US" sz="2600" dirty="0" smtClean="0">
                <a:solidFill>
                  <a:schemeClr val="bg1"/>
                </a:solidFill>
                <a:latin typeface="Rockwell" panose="02060603020205020403" pitchFamily="18" charset="0"/>
                <a:ea typeface="+mj-ea"/>
                <a:cs typeface="+mj-cs"/>
              </a:rPr>
              <a:t>- </a:t>
            </a:r>
            <a:r>
              <a:rPr lang="vi-VN" sz="2600" dirty="0" smtClean="0">
                <a:solidFill>
                  <a:schemeClr val="bg1"/>
                </a:solidFill>
                <a:latin typeface="Rockwell" panose="02060603020205020403" pitchFamily="18" charset="0"/>
                <a:ea typeface="+mj-ea"/>
                <a:cs typeface="+mj-cs"/>
              </a:rPr>
              <a:t>DevOps </a:t>
            </a:r>
            <a:r>
              <a:rPr lang="vi-VN" sz="2600" dirty="0">
                <a:solidFill>
                  <a:schemeClr val="bg1"/>
                </a:solidFill>
                <a:latin typeface="Rockwell" panose="02060603020205020403" pitchFamily="18" charset="0"/>
                <a:ea typeface="+mj-ea"/>
                <a:cs typeface="+mj-cs"/>
              </a:rPr>
              <a:t>vs. DevSecOps: Từ chỉ tập trung tốc độ → sang vừa nhanh vừa an toàn.</a:t>
            </a:r>
          </a:p>
          <a:p>
            <a:pPr algn="l">
              <a:spcBef>
                <a:spcPts val="600"/>
              </a:spcBef>
              <a:spcAft>
                <a:spcPts val="600"/>
              </a:spcAft>
            </a:pPr>
            <a:r>
              <a:rPr lang="en-US" sz="2600" dirty="0" smtClean="0">
                <a:solidFill>
                  <a:schemeClr val="bg1"/>
                </a:solidFill>
                <a:latin typeface="Rockwell" panose="02060603020205020403" pitchFamily="18" charset="0"/>
                <a:ea typeface="+mj-ea"/>
                <a:cs typeface="+mj-cs"/>
              </a:rPr>
              <a:t>- </a:t>
            </a:r>
            <a:r>
              <a:rPr lang="vi-VN" sz="2600" dirty="0" smtClean="0">
                <a:solidFill>
                  <a:schemeClr val="bg1"/>
                </a:solidFill>
                <a:latin typeface="Rockwell" panose="02060603020205020403" pitchFamily="18" charset="0"/>
                <a:ea typeface="+mj-ea"/>
                <a:cs typeface="+mj-cs"/>
              </a:rPr>
              <a:t>Bảo </a:t>
            </a:r>
            <a:r>
              <a:rPr lang="vi-VN" sz="2600" dirty="0">
                <a:solidFill>
                  <a:schemeClr val="bg1"/>
                </a:solidFill>
                <a:latin typeface="Rockwell" panose="02060603020205020403" pitchFamily="18" charset="0"/>
                <a:ea typeface="+mj-ea"/>
                <a:cs typeface="+mj-cs"/>
              </a:rPr>
              <a:t>mật là trách nhiệm chung của toàn bộ đội ngũ phát triển, vận hành và an ninh.</a:t>
            </a:r>
            <a:endParaRPr lang="en-US" sz="2600" dirty="0">
              <a:solidFill>
                <a:schemeClr val="bg1"/>
              </a:solidFill>
              <a:latin typeface="Rockwell" panose="02060603020205020403" pitchFamily="18" charset="0"/>
              <a:ea typeface="+mj-ea"/>
              <a:cs typeface="+mj-cs"/>
            </a:endParaRPr>
          </a:p>
        </p:txBody>
      </p:sp>
      <p:pic>
        <p:nvPicPr>
          <p:cNvPr id="15" name="Graphic 14" descr="Clipboard">
            <a:extLst>
              <a:ext uri="{FF2B5EF4-FFF2-40B4-BE49-F238E27FC236}">
                <a16:creationId xmlns:a16="http://schemas.microsoft.com/office/drawing/2014/main" id="{2A123BD8-A09C-49C0-98E8-54B55610A92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 xmlns:asvg="http://schemas.microsoft.com/office/drawing/2016/SVG/main" r:embed="rId3"/>
              </a:ext>
            </a:extLst>
          </a:blip>
          <a:stretch>
            <a:fillRect/>
          </a:stretch>
        </p:blipFill>
        <p:spPr>
          <a:xfrm rot="20625611">
            <a:off x="7854217" y="4251463"/>
            <a:ext cx="2678761" cy="2678761"/>
          </a:xfrm>
          <a:prstGeom prst="rect">
            <a:avLst/>
          </a:prstGeom>
        </p:spPr>
      </p:pic>
      <p:pic>
        <p:nvPicPr>
          <p:cNvPr id="11" name="Graphic 10" descr="Microscope">
            <a:extLst>
              <a:ext uri="{FF2B5EF4-FFF2-40B4-BE49-F238E27FC236}">
                <a16:creationId xmlns:a16="http://schemas.microsoft.com/office/drawing/2014/main" id="{3CB00449-E308-4DF3-9CFD-9A7D30B672D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 xmlns:asvg="http://schemas.microsoft.com/office/drawing/2016/SVG/main" r:embed="rId5"/>
              </a:ext>
            </a:extLst>
          </a:blip>
          <a:stretch>
            <a:fillRect/>
          </a:stretch>
        </p:blipFill>
        <p:spPr>
          <a:xfrm rot="1338607" flipH="1">
            <a:off x="-148800" y="161130"/>
            <a:ext cx="2684499" cy="2684499"/>
          </a:xfrm>
          <a:prstGeom prst="rect">
            <a:avLst/>
          </a:prstGeom>
        </p:spPr>
      </p:pic>
      <p:pic>
        <p:nvPicPr>
          <p:cNvPr id="7" name="Graphic 6" descr="Beaker">
            <a:extLst>
              <a:ext uri="{FF2B5EF4-FFF2-40B4-BE49-F238E27FC236}">
                <a16:creationId xmlns:a16="http://schemas.microsoft.com/office/drawing/2014/main" id="{88D22565-F42F-439B-A6A4-CF161165E6B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 xmlns:asvg="http://schemas.microsoft.com/office/drawing/2016/SVG/main" r:embed="rId9"/>
              </a:ext>
            </a:extLst>
          </a:blip>
          <a:stretch>
            <a:fillRect/>
          </a:stretch>
        </p:blipFill>
        <p:spPr>
          <a:xfrm rot="1213697">
            <a:off x="-187116" y="4214343"/>
            <a:ext cx="2610148" cy="2610148"/>
          </a:xfrm>
          <a:prstGeom prst="rect">
            <a:avLst/>
          </a:prstGeom>
        </p:spPr>
      </p:pic>
      <p:pic>
        <p:nvPicPr>
          <p:cNvPr id="9" name="Graphic 8" descr="Flask">
            <a:extLst>
              <a:ext uri="{FF2B5EF4-FFF2-40B4-BE49-F238E27FC236}">
                <a16:creationId xmlns:a16="http://schemas.microsoft.com/office/drawing/2014/main" id="{B46E3E84-D1E6-4422-AA93-3EE98A821B98}"/>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 xmlns:asvg="http://schemas.microsoft.com/office/drawing/2016/SVG/main" r:embed="rId11"/>
              </a:ext>
            </a:extLst>
          </a:blip>
          <a:stretch>
            <a:fillRect/>
          </a:stretch>
        </p:blipFill>
        <p:spPr>
          <a:xfrm rot="20451125">
            <a:off x="3057223" y="4330202"/>
            <a:ext cx="2521285" cy="2521285"/>
          </a:xfrm>
          <a:prstGeom prst="rect">
            <a:avLst/>
          </a:prstGeom>
        </p:spPr>
      </p:pic>
      <p:pic>
        <p:nvPicPr>
          <p:cNvPr id="19" name="Graphic 18" descr="Ruler">
            <a:extLst>
              <a:ext uri="{FF2B5EF4-FFF2-40B4-BE49-F238E27FC236}">
                <a16:creationId xmlns:a16="http://schemas.microsoft.com/office/drawing/2014/main" id="{39130E3C-1E93-4315-AE76-13C55147DCF2}"/>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 xmlns:asvg="http://schemas.microsoft.com/office/drawing/2016/SVG/main" r:embed="rId13"/>
              </a:ext>
            </a:extLst>
          </a:blip>
          <a:stretch>
            <a:fillRect/>
          </a:stretch>
        </p:blipFill>
        <p:spPr>
          <a:xfrm rot="19608170">
            <a:off x="5853168" y="5075331"/>
            <a:ext cx="1676539" cy="1676539"/>
          </a:xfrm>
          <a:prstGeom prst="rect">
            <a:avLst/>
          </a:prstGeom>
        </p:spPr>
      </p:pic>
      <p:pic>
        <p:nvPicPr>
          <p:cNvPr id="21" name="Graphic 20" descr="Pencil">
            <a:extLst>
              <a:ext uri="{FF2B5EF4-FFF2-40B4-BE49-F238E27FC236}">
                <a16:creationId xmlns:a16="http://schemas.microsoft.com/office/drawing/2014/main" id="{FFEC1660-205F-490E-800A-0D57D250BAE4}"/>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 xmlns:asvg="http://schemas.microsoft.com/office/drawing/2016/SVG/main" r:embed="rId15"/>
              </a:ext>
            </a:extLst>
          </a:blip>
          <a:stretch>
            <a:fillRect/>
          </a:stretch>
        </p:blipFill>
        <p:spPr>
          <a:xfrm rot="20520790">
            <a:off x="10739420" y="3874822"/>
            <a:ext cx="1156703" cy="1156703"/>
          </a:xfrm>
          <a:prstGeom prst="rect">
            <a:avLst/>
          </a:prstGeom>
        </p:spPr>
      </p:pic>
    </p:spTree>
    <p:extLst>
      <p:ext uri="{BB962C8B-B14F-4D97-AF65-F5344CB8AC3E}">
        <p14:creationId xmlns:p14="http://schemas.microsoft.com/office/powerpoint/2010/main" val="2037187212"/>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accent5">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B5F415-7490-4054-85B4-10F7AE6D3385}"/>
              </a:ext>
            </a:extLst>
          </p:cNvPr>
          <p:cNvSpPr>
            <a:spLocks noGrp="1"/>
          </p:cNvSpPr>
          <p:nvPr>
            <p:ph type="ctrTitle"/>
          </p:nvPr>
        </p:nvSpPr>
        <p:spPr>
          <a:xfrm>
            <a:off x="1648275" y="264225"/>
            <a:ext cx="9403307" cy="944020"/>
          </a:xfrm>
        </p:spPr>
        <p:txBody>
          <a:bodyPr>
            <a:normAutofit/>
          </a:bodyPr>
          <a:lstStyle/>
          <a:p>
            <a:pPr algn="l"/>
            <a:r>
              <a:rPr lang="en-US" sz="3000" dirty="0" err="1" smtClean="0">
                <a:solidFill>
                  <a:schemeClr val="bg1"/>
                </a:solidFill>
                <a:latin typeface="Rockwell" panose="02060603020205020403" pitchFamily="18" charset="0"/>
              </a:rPr>
              <a:t>Những</a:t>
            </a:r>
            <a:r>
              <a:rPr lang="en-US" sz="3000" dirty="0" smtClean="0">
                <a:solidFill>
                  <a:schemeClr val="bg1"/>
                </a:solidFill>
                <a:latin typeface="Rockwell" panose="02060603020205020403" pitchFamily="18" charset="0"/>
              </a:rPr>
              <a:t> </a:t>
            </a:r>
            <a:r>
              <a:rPr lang="en-US" sz="3000" dirty="0" err="1" smtClean="0">
                <a:solidFill>
                  <a:schemeClr val="bg1"/>
                </a:solidFill>
                <a:latin typeface="Rockwell" panose="02060603020205020403" pitchFamily="18" charset="0"/>
              </a:rPr>
              <a:t>nội</a:t>
            </a:r>
            <a:r>
              <a:rPr lang="en-US" sz="3000" dirty="0" smtClean="0">
                <a:solidFill>
                  <a:schemeClr val="bg1"/>
                </a:solidFill>
                <a:latin typeface="Rockwell" panose="02060603020205020403" pitchFamily="18" charset="0"/>
              </a:rPr>
              <a:t> dung </a:t>
            </a:r>
            <a:r>
              <a:rPr lang="en-US" sz="3000" dirty="0" err="1" smtClean="0">
                <a:solidFill>
                  <a:schemeClr val="bg1"/>
                </a:solidFill>
                <a:latin typeface="Rockwell" panose="02060603020205020403" pitchFamily="18" charset="0"/>
              </a:rPr>
              <a:t>cần</a:t>
            </a:r>
            <a:r>
              <a:rPr lang="en-US" sz="3000" dirty="0" smtClean="0">
                <a:solidFill>
                  <a:schemeClr val="bg1"/>
                </a:solidFill>
                <a:latin typeface="Rockwell" panose="02060603020205020403" pitchFamily="18" charset="0"/>
              </a:rPr>
              <a:t> </a:t>
            </a:r>
            <a:r>
              <a:rPr lang="en-US" sz="3000" dirty="0" err="1" smtClean="0">
                <a:solidFill>
                  <a:schemeClr val="bg1"/>
                </a:solidFill>
                <a:latin typeface="Rockwell" panose="02060603020205020403" pitchFamily="18" charset="0"/>
              </a:rPr>
              <a:t>lưu</a:t>
            </a:r>
            <a:r>
              <a:rPr lang="en-US" sz="3000" dirty="0" smtClean="0">
                <a:solidFill>
                  <a:schemeClr val="bg1"/>
                </a:solidFill>
                <a:latin typeface="Rockwell" panose="02060603020205020403" pitchFamily="18" charset="0"/>
              </a:rPr>
              <a:t> </a:t>
            </a:r>
            <a:r>
              <a:rPr lang="en-US" sz="3000" dirty="0" smtClean="0">
                <a:solidFill>
                  <a:schemeClr val="bg1"/>
                </a:solidFill>
                <a:latin typeface="Rockwell" panose="02060603020205020403" pitchFamily="18" charset="0"/>
              </a:rPr>
              <a:t>ý:</a:t>
            </a:r>
            <a:endParaRPr lang="en-US" sz="3000" dirty="0">
              <a:solidFill>
                <a:schemeClr val="bg1"/>
              </a:solidFill>
              <a:latin typeface="Rockwell" panose="02060603020205020403" pitchFamily="18" charset="0"/>
            </a:endParaRPr>
          </a:p>
        </p:txBody>
      </p:sp>
      <p:sp>
        <p:nvSpPr>
          <p:cNvPr id="3" name="Subtitle 2">
            <a:extLst>
              <a:ext uri="{FF2B5EF4-FFF2-40B4-BE49-F238E27FC236}">
                <a16:creationId xmlns:a16="http://schemas.microsoft.com/office/drawing/2014/main" id="{D05F6415-1E7C-453D-B6B7-DBF76BDA691B}"/>
              </a:ext>
            </a:extLst>
          </p:cNvPr>
          <p:cNvSpPr>
            <a:spLocks noGrp="1"/>
          </p:cNvSpPr>
          <p:nvPr>
            <p:ph type="subTitle" idx="1"/>
          </p:nvPr>
        </p:nvSpPr>
        <p:spPr>
          <a:xfrm>
            <a:off x="1669608" y="1208245"/>
            <a:ext cx="9712626" cy="4372169"/>
          </a:xfrm>
        </p:spPr>
        <p:txBody>
          <a:bodyPr>
            <a:noAutofit/>
          </a:bodyPr>
          <a:lstStyle/>
          <a:p>
            <a:pPr>
              <a:spcBef>
                <a:spcPts val="600"/>
              </a:spcBef>
              <a:spcAft>
                <a:spcPts val="600"/>
              </a:spcAft>
            </a:pPr>
            <a:r>
              <a:rPr lang="vi-VN" sz="4000" i="1" dirty="0" smtClean="0">
                <a:solidFill>
                  <a:schemeClr val="bg1"/>
                </a:solidFill>
                <a:latin typeface="Rockwell" panose="02060603020205020403" pitchFamily="18" charset="0"/>
                <a:ea typeface="+mj-ea"/>
                <a:cs typeface="+mj-cs"/>
              </a:rPr>
              <a:t>“Phần </a:t>
            </a:r>
            <a:r>
              <a:rPr lang="vi-VN" sz="4000" i="1" dirty="0">
                <a:solidFill>
                  <a:schemeClr val="bg1"/>
                </a:solidFill>
                <a:latin typeface="Rockwell" panose="02060603020205020403" pitchFamily="18" charset="0"/>
                <a:ea typeface="+mj-ea"/>
                <a:cs typeface="+mj-cs"/>
              </a:rPr>
              <a:t>mềm an toàn không phải là kết quả ngẫu nhiên, mà là thành quả của một quy trình được thiết kế cẩn trọng, có bảo mật ở trung tâm.”</a:t>
            </a:r>
            <a:endParaRPr lang="en-US" sz="4000" i="1" dirty="0">
              <a:solidFill>
                <a:schemeClr val="bg1"/>
              </a:solidFill>
              <a:latin typeface="Rockwell" panose="02060603020205020403" pitchFamily="18" charset="0"/>
              <a:ea typeface="+mj-ea"/>
              <a:cs typeface="+mj-cs"/>
            </a:endParaRPr>
          </a:p>
        </p:txBody>
      </p:sp>
      <p:pic>
        <p:nvPicPr>
          <p:cNvPr id="15" name="Graphic 14" descr="Clipboard">
            <a:extLst>
              <a:ext uri="{FF2B5EF4-FFF2-40B4-BE49-F238E27FC236}">
                <a16:creationId xmlns:a16="http://schemas.microsoft.com/office/drawing/2014/main" id="{2A123BD8-A09C-49C0-98E8-54B55610A92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 xmlns:asvg="http://schemas.microsoft.com/office/drawing/2016/SVG/main" r:embed="rId3"/>
              </a:ext>
            </a:extLst>
          </a:blip>
          <a:stretch>
            <a:fillRect/>
          </a:stretch>
        </p:blipFill>
        <p:spPr>
          <a:xfrm rot="20625611">
            <a:off x="8935803" y="3221763"/>
            <a:ext cx="3067145" cy="3616758"/>
          </a:xfrm>
          <a:prstGeom prst="rect">
            <a:avLst/>
          </a:prstGeom>
        </p:spPr>
      </p:pic>
      <p:pic>
        <p:nvPicPr>
          <p:cNvPr id="11" name="Graphic 10" descr="Microscope">
            <a:extLst>
              <a:ext uri="{FF2B5EF4-FFF2-40B4-BE49-F238E27FC236}">
                <a16:creationId xmlns:a16="http://schemas.microsoft.com/office/drawing/2014/main" id="{3CB00449-E308-4DF3-9CFD-9A7D30B672D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 xmlns:asvg="http://schemas.microsoft.com/office/drawing/2016/SVG/main" r:embed="rId5"/>
              </a:ext>
            </a:extLst>
          </a:blip>
          <a:stretch>
            <a:fillRect/>
          </a:stretch>
        </p:blipFill>
        <p:spPr>
          <a:xfrm rot="1338607" flipH="1">
            <a:off x="14976" y="161130"/>
            <a:ext cx="2684499" cy="2684499"/>
          </a:xfrm>
          <a:prstGeom prst="rect">
            <a:avLst/>
          </a:prstGeom>
        </p:spPr>
      </p:pic>
      <p:pic>
        <p:nvPicPr>
          <p:cNvPr id="13" name="Graphic 12" descr="Test tubes">
            <a:extLst>
              <a:ext uri="{FF2B5EF4-FFF2-40B4-BE49-F238E27FC236}">
                <a16:creationId xmlns:a16="http://schemas.microsoft.com/office/drawing/2014/main" id="{6A56DF0C-1331-406E-AEE6-06E0E59FB9A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 xmlns:asvg="http://schemas.microsoft.com/office/drawing/2016/SVG/main" r:embed="rId7"/>
              </a:ext>
            </a:extLst>
          </a:blip>
          <a:stretch>
            <a:fillRect/>
          </a:stretch>
        </p:blipFill>
        <p:spPr>
          <a:xfrm rot="21078969">
            <a:off x="2810292" y="3783926"/>
            <a:ext cx="2608902" cy="3076401"/>
          </a:xfrm>
          <a:prstGeom prst="rect">
            <a:avLst/>
          </a:prstGeom>
        </p:spPr>
      </p:pic>
      <p:pic>
        <p:nvPicPr>
          <p:cNvPr id="7" name="Graphic 6" descr="Beaker">
            <a:extLst>
              <a:ext uri="{FF2B5EF4-FFF2-40B4-BE49-F238E27FC236}">
                <a16:creationId xmlns:a16="http://schemas.microsoft.com/office/drawing/2014/main" id="{88D22565-F42F-439B-A6A4-CF161165E6B6}"/>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 xmlns:asvg="http://schemas.microsoft.com/office/drawing/2016/SVG/main" r:embed="rId9"/>
              </a:ext>
            </a:extLst>
          </a:blip>
          <a:stretch>
            <a:fillRect/>
          </a:stretch>
        </p:blipFill>
        <p:spPr>
          <a:xfrm rot="1213697">
            <a:off x="42681" y="3317814"/>
            <a:ext cx="2988584" cy="3524119"/>
          </a:xfrm>
          <a:prstGeom prst="rect">
            <a:avLst/>
          </a:prstGeom>
        </p:spPr>
      </p:pic>
      <p:pic>
        <p:nvPicPr>
          <p:cNvPr id="9" name="Graphic 8" descr="Flask">
            <a:extLst>
              <a:ext uri="{FF2B5EF4-FFF2-40B4-BE49-F238E27FC236}">
                <a16:creationId xmlns:a16="http://schemas.microsoft.com/office/drawing/2014/main" id="{B46E3E84-D1E6-4422-AA93-3EE98A821B98}"/>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 xmlns:asvg="http://schemas.microsoft.com/office/drawing/2016/SVG/main" r:embed="rId11"/>
              </a:ext>
            </a:extLst>
          </a:blip>
          <a:stretch>
            <a:fillRect/>
          </a:stretch>
        </p:blipFill>
        <p:spPr>
          <a:xfrm rot="20451125">
            <a:off x="4893440" y="3411816"/>
            <a:ext cx="2886837" cy="3404141"/>
          </a:xfrm>
          <a:prstGeom prst="rect">
            <a:avLst/>
          </a:prstGeom>
        </p:spPr>
      </p:pic>
      <p:pic>
        <p:nvPicPr>
          <p:cNvPr id="19" name="Graphic 18" descr="Ruler">
            <a:extLst>
              <a:ext uri="{FF2B5EF4-FFF2-40B4-BE49-F238E27FC236}">
                <a16:creationId xmlns:a16="http://schemas.microsoft.com/office/drawing/2014/main" id="{39130E3C-1E93-4315-AE76-13C55147DCF2}"/>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 xmlns:asvg="http://schemas.microsoft.com/office/drawing/2016/SVG/main" r:embed="rId13"/>
              </a:ext>
            </a:extLst>
          </a:blip>
          <a:stretch>
            <a:fillRect/>
          </a:stretch>
        </p:blipFill>
        <p:spPr>
          <a:xfrm rot="19608170">
            <a:off x="7439757" y="4121936"/>
            <a:ext cx="1919614" cy="2263596"/>
          </a:xfrm>
          <a:prstGeom prst="rect">
            <a:avLst/>
          </a:prstGeom>
        </p:spPr>
      </p:pic>
      <p:pic>
        <p:nvPicPr>
          <p:cNvPr id="21" name="Graphic 20" descr="Pencil">
            <a:extLst>
              <a:ext uri="{FF2B5EF4-FFF2-40B4-BE49-F238E27FC236}">
                <a16:creationId xmlns:a16="http://schemas.microsoft.com/office/drawing/2014/main" id="{FFEC1660-205F-490E-800A-0D57D250BAE4}"/>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 xmlns:asvg="http://schemas.microsoft.com/office/drawing/2016/SVG/main" r:embed="rId15"/>
              </a:ext>
            </a:extLst>
          </a:blip>
          <a:stretch>
            <a:fillRect/>
          </a:stretch>
        </p:blipFill>
        <p:spPr>
          <a:xfrm rot="20520790">
            <a:off x="10590639" y="4013360"/>
            <a:ext cx="1324409" cy="1561735"/>
          </a:xfrm>
          <a:prstGeom prst="rect">
            <a:avLst/>
          </a:prstGeom>
        </p:spPr>
      </p:pic>
    </p:spTree>
    <p:extLst>
      <p:ext uri="{BB962C8B-B14F-4D97-AF65-F5344CB8AC3E}">
        <p14:creationId xmlns:p14="http://schemas.microsoft.com/office/powerpoint/2010/main" val="94686291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33787325_Lab safety_AAS_v3" id="{898BC5E2-691B-4B41-A97D-F35AD4FFF20D}" vid="{295F60D3-032D-43CA-A300-E4752067AD50}"/>
    </a:ext>
  </a:extLst>
</a:theme>
</file>

<file path=ppt/theme/theme2.xml><?xml version="1.0" encoding="utf-8"?>
<a:theme xmlns:a="http://schemas.openxmlformats.org/drawingml/2006/main" name="Crop">
  <a:themeElements>
    <a:clrScheme name="Custom 27">
      <a:dk1>
        <a:sysClr val="windowText" lastClr="000000"/>
      </a:dk1>
      <a:lt1>
        <a:sysClr val="window" lastClr="FFFFFF"/>
      </a:lt1>
      <a:dk2>
        <a:srgbClr val="1F497D"/>
      </a:dk2>
      <a:lt2>
        <a:srgbClr val="EEECE1"/>
      </a:lt2>
      <a:accent1>
        <a:srgbClr val="4F81BD"/>
      </a:accent1>
      <a:accent2>
        <a:srgbClr val="C0504D"/>
      </a:accent2>
      <a:accent3>
        <a:srgbClr val="76923C"/>
      </a:accent3>
      <a:accent4>
        <a:srgbClr val="8064A2"/>
      </a:accent4>
      <a:accent5>
        <a:srgbClr val="4BACC6"/>
      </a:accent5>
      <a:accent6>
        <a:srgbClr val="F79646"/>
      </a:accent6>
      <a:hlink>
        <a:srgbClr val="0000FF"/>
      </a:hlink>
      <a:folHlink>
        <a:srgbClr val="800080"/>
      </a:folHlink>
    </a:clrScheme>
    <a:fontScheme name="Custom 9">
      <a:majorFont>
        <a:latin typeface="Impact"/>
        <a:ea typeface=""/>
        <a:cs typeface=""/>
      </a:majorFont>
      <a:minorFont>
        <a:latin typeface="Arial"/>
        <a:ea typeface=""/>
        <a:cs typeface=""/>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dk1">
            <a:shade val="50000"/>
          </a:schemeClr>
        </a:lnRef>
        <a:fillRef idx="1">
          <a:schemeClr val="dk1"/>
        </a:fillRef>
        <a:effectRef idx="0">
          <a:schemeClr val="dk1"/>
        </a:effectRef>
        <a:fontRef idx="minor">
          <a:schemeClr val="lt1"/>
        </a:fontRef>
      </a:style>
    </a:spDef>
  </a:objectDefaults>
  <a:extraClrSchemeLst/>
  <a:extLst>
    <a:ext uri="{05A4C25C-085E-4340-85A3-A5531E510DB2}">
      <thm15:themeFamily xmlns:thm15="http://schemas.microsoft.com/office/thememl/2012/main" name="TF22874644_Trading cards_AAS_v3" id="{4E496154-558D-4612-A753-0794614ED79B}" vid="{A8FAAD10-755F-4F52-9B7F-8A15476B6C2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0096A91-93C8-4C7A-BF68-944591874A6D}">
  <ds:schemaRefs>
    <ds:schemaRef ds:uri="http://schemas.microsoft.com/office/2006/metadata/properties"/>
    <ds:schemaRef ds:uri="http://schemas.microsoft.com/office/infopath/2007/PartnerControls"/>
    <ds:schemaRef ds:uri="http://www.w3.org/XML/1998/namespace"/>
    <ds:schemaRef ds:uri="http://purl.org/dc/terms/"/>
    <ds:schemaRef ds:uri="http://schemas.openxmlformats.org/package/2006/metadata/core-properties"/>
    <ds:schemaRef ds:uri="16c05727-aa75-4e4a-9b5f-8a80a1165891"/>
    <ds:schemaRef ds:uri="http://schemas.microsoft.com/office/2006/documentManagement/types"/>
    <ds:schemaRef ds:uri="http://purl.org/dc/dcmitype/"/>
    <ds:schemaRef ds:uri="http://purl.org/dc/elements/1.1/"/>
    <ds:schemaRef ds:uri="71af3243-3dd4-4a8d-8c0d-dd76da1f02a5"/>
  </ds:schemaRefs>
</ds:datastoreItem>
</file>

<file path=customXml/itemProps2.xml><?xml version="1.0" encoding="utf-8"?>
<ds:datastoreItem xmlns:ds="http://schemas.openxmlformats.org/officeDocument/2006/customXml" ds:itemID="{19E59094-1E6F-42D5-A62B-D0344AFFFAC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04BA817-A03C-4EA3-86C4-6E42BD37F52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Lab safety</Template>
  <TotalTime>0</TotalTime>
  <Words>4852</Words>
  <Application>Microsoft Office PowerPoint</Application>
  <PresentationFormat>Widescreen</PresentationFormat>
  <Paragraphs>379</Paragraphs>
  <Slides>51</Slides>
  <Notes>0</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51</vt:i4>
      </vt:variant>
    </vt:vector>
  </HeadingPairs>
  <TitlesOfParts>
    <vt:vector size="61" baseType="lpstr">
      <vt:lpstr>Arial</vt:lpstr>
      <vt:lpstr>Calibri</vt:lpstr>
      <vt:lpstr>Calibri Light</vt:lpstr>
      <vt:lpstr>Franklin Gothic Book</vt:lpstr>
      <vt:lpstr>Impact</vt:lpstr>
      <vt:lpstr>Rockwell</vt:lpstr>
      <vt:lpstr>Segoe UI Emoji</vt:lpstr>
      <vt:lpstr>Tahoma</vt:lpstr>
      <vt:lpstr>Office Theme</vt:lpstr>
      <vt:lpstr>Crop</vt:lpstr>
      <vt:lpstr> Bảo mật  Ứng dụng và Hệ thống</vt:lpstr>
      <vt:lpstr>BẢO MẬT ỨNG DỤNG VÀ HỆ THỐNG   CSE702005-1-1-25 (N03)</vt:lpstr>
      <vt:lpstr>BÀI 8: QUY TRÌNH PHÁT TRIỂN PHẦN MỀM AN TOÀN</vt:lpstr>
      <vt:lpstr>8.1. Khái niệm và mục tiêu </vt:lpstr>
      <vt:lpstr>8.1. Khái niệm và mục tiêu </vt:lpstr>
      <vt:lpstr>8.1. Khái niệm và mục tiêu </vt:lpstr>
      <vt:lpstr>8.2. Các nguyên tắc cốt lõi SDDLC </vt:lpstr>
      <vt:lpstr>8.2. Các nguyên tắc cốt lõi SDDLC </vt:lpstr>
      <vt:lpstr>8.2. Các nguyên tắc cốt lõi SDDLC </vt:lpstr>
      <vt:lpstr>8.3. Các giai đoạn chính trong SDDLC </vt:lpstr>
      <vt:lpstr>8.3. Các giai đoạn chính trong SDDLC </vt:lpstr>
      <vt:lpstr>8.3. Các giai đoạn chính trong SDDLC </vt:lpstr>
      <vt:lpstr>8.3. Các giai đoạn chính trong SDDLC </vt:lpstr>
      <vt:lpstr>8.3. Các giai đoạn chính trong SDDLC </vt:lpstr>
      <vt:lpstr>8.3. Các giai đoạn chính trong SDDLC </vt:lpstr>
      <vt:lpstr>8.3. Các giai đoạn chính trong SDDLC </vt:lpstr>
      <vt:lpstr>8.3. Các giai đoạn chính trong SDDLC </vt:lpstr>
      <vt:lpstr>8.3. Các giai đoạn chính trong SDDLC </vt:lpstr>
      <vt:lpstr>8.3. Các giai đoạn chính trong SDDLC </vt:lpstr>
      <vt:lpstr>8.3. Các giai đoạn chính trong SDDLC </vt:lpstr>
      <vt:lpstr>8.3. Các giai đoạn chính trong SDDLC </vt:lpstr>
      <vt:lpstr>8.3. Các giai đoạn chính trong SDDLC </vt:lpstr>
      <vt:lpstr>8.3. Các giai đoạn chính trong SDDLC </vt:lpstr>
      <vt:lpstr>8.3. Các giai đoạn chính trong SDDLC </vt:lpstr>
      <vt:lpstr>8.3. Các giai đoạn chính trong SDDLC </vt:lpstr>
      <vt:lpstr>8.3. Các giai đoạn chính trong SDDLC </vt:lpstr>
      <vt:lpstr>8.3. Các giai đoạn chính trong SDDLC </vt:lpstr>
      <vt:lpstr>8.3. Các giai đoạn chính trong SDDLC </vt:lpstr>
      <vt:lpstr>8.3. Các giai đoạn chính trong SDDLC </vt:lpstr>
      <vt:lpstr>8.3. Các giai đoạn chính trong SDDLC </vt:lpstr>
      <vt:lpstr>8.3. Các giai đoạn chính trong SDDLC </vt:lpstr>
      <vt:lpstr>8.3. Các giai đoạn chính trong SDDLC </vt:lpstr>
      <vt:lpstr>8.3. Các giai đoạn chính trong SDDLC </vt:lpstr>
      <vt:lpstr>8.3. Các giai đoạn chính trong SDDLC </vt:lpstr>
      <vt:lpstr>8.3. Các giai đoạn chính trong SDDLC </vt:lpstr>
      <vt:lpstr>8.3. Các giai đoạn chính trong SDDLC </vt:lpstr>
      <vt:lpstr>8.3. Các giai đoạn chính trong SDDLC </vt:lpstr>
      <vt:lpstr>8.4. Công cụ &amp; Thực hành phổ biến</vt:lpstr>
      <vt:lpstr>8.4. Công cụ &amp; Thực hành phổ biến</vt:lpstr>
      <vt:lpstr>8.4. Công cụ &amp; Thực hành phổ biến</vt:lpstr>
      <vt:lpstr>8.4. Công cụ &amp; Thực hành phổ biến</vt:lpstr>
      <vt:lpstr>8.4. Công cụ &amp; Thực hành phổ biến</vt:lpstr>
      <vt:lpstr>8.4. Công cụ &amp; Thực hành phổ biến</vt:lpstr>
      <vt:lpstr>8.5. Đánh giá &amp; Kết luận</vt:lpstr>
      <vt:lpstr>8.5. Đánh giá &amp; Kết luận</vt:lpstr>
      <vt:lpstr>8.6. Thảo luận về DepOps và DepSecOps</vt:lpstr>
      <vt:lpstr>8.6. Thảo luận về DepOps và DepSecOps</vt:lpstr>
      <vt:lpstr>8.6. Thảo luận về DepOps và DepSecOps</vt:lpstr>
      <vt:lpstr>8.6. Thảo luận về DepOps và DepSecOps</vt:lpstr>
      <vt:lpstr>Những nội dung cần lưu ý:</vt:lpstr>
      <vt:lpstr>Những nội dung cần lưu ý:</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2025-08-05T15:12:50Z</dcterms:created>
  <dcterms:modified xsi:type="dcterms:W3CDTF">2025-09-06T15:15:42Z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