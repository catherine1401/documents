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7"/>
  </p:notesMasterIdLst>
  <p:handoutMasterIdLst>
    <p:handoutMasterId r:id="rId18"/>
  </p:handoutMasterIdLst>
  <p:sldIdLst>
    <p:sldId id="420" r:id="rId2"/>
    <p:sldId id="417" r:id="rId3"/>
    <p:sldId id="418" r:id="rId4"/>
    <p:sldId id="419" r:id="rId5"/>
    <p:sldId id="421" r:id="rId6"/>
    <p:sldId id="422" r:id="rId7"/>
    <p:sldId id="423" r:id="rId8"/>
    <p:sldId id="424" r:id="rId9"/>
    <p:sldId id="425" r:id="rId10"/>
    <p:sldId id="426" r:id="rId11"/>
    <p:sldId id="427" r:id="rId12"/>
    <p:sldId id="428" r:id="rId13"/>
    <p:sldId id="429" r:id="rId14"/>
    <p:sldId id="430" r:id="rId15"/>
    <p:sldId id="431" r:id="rId16"/>
  </p:sldIdLst>
  <p:sldSz cx="12192000" cy="6858000"/>
  <p:notesSz cx="9598025" cy="73120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304">
          <p15:clr>
            <a:srgbClr val="A4A3A4"/>
          </p15:clr>
        </p15:guide>
        <p15:guide id="2" pos="302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0000FF"/>
    <a:srgbClr val="C6D8F2"/>
    <a:srgbClr val="800000"/>
    <a:srgbClr val="EBF1FB"/>
    <a:srgbClr val="E0EAF8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162" autoAdjust="0"/>
  </p:normalViewPr>
  <p:slideViewPr>
    <p:cSldViewPr>
      <p:cViewPr varScale="1">
        <p:scale>
          <a:sx n="107" d="100"/>
          <a:sy n="107" d="100"/>
        </p:scale>
        <p:origin x="126" y="14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1" d="100"/>
          <a:sy n="71" d="100"/>
        </p:scale>
        <p:origin x="-312" y="-102"/>
      </p:cViewPr>
      <p:guideLst>
        <p:guide orient="horz" pos="2304"/>
        <p:guide pos="302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2A7B6E5-999B-4F1E-8420-8E0FE6EA443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785E6F25-656A-45F6-8B44-8FC8098EA44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437188" y="0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1140" name="Rectangle 4">
            <a:extLst>
              <a:ext uri="{FF2B5EF4-FFF2-40B4-BE49-F238E27FC236}">
                <a16:creationId xmlns:a16="http://schemas.microsoft.com/office/drawing/2014/main" id="{CF3FCDB1-4EE8-40F3-BB7A-9E53BC4B6BED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943725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1141" name="Rectangle 5">
            <a:extLst>
              <a:ext uri="{FF2B5EF4-FFF2-40B4-BE49-F238E27FC236}">
                <a16:creationId xmlns:a16="http://schemas.microsoft.com/office/drawing/2014/main" id="{8A87713D-2C80-43E3-B5E8-4355FD377279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437188" y="6943725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/>
            </a:lvl1pPr>
          </a:lstStyle>
          <a:p>
            <a:pPr>
              <a:defRPr/>
            </a:pPr>
            <a:fld id="{FADDE855-0D9E-49D8-A421-266C1401A3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2FACA7D-44C7-42A4-999C-559E19E25A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80CD2091-9A53-42F8-B41E-A95944FBE99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437188" y="0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07AEBE98-A437-4972-BF13-8D576279696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9275"/>
            <a:ext cx="4873625" cy="2741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5061" name="Rectangle 5">
            <a:extLst>
              <a:ext uri="{FF2B5EF4-FFF2-40B4-BE49-F238E27FC236}">
                <a16:creationId xmlns:a16="http://schemas.microsoft.com/office/drawing/2014/main" id="{A9C6B84E-B5BB-46B5-9D2E-2C4325CEF74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60438" y="3473450"/>
            <a:ext cx="7677150" cy="328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45062" name="Rectangle 6">
            <a:extLst>
              <a:ext uri="{FF2B5EF4-FFF2-40B4-BE49-F238E27FC236}">
                <a16:creationId xmlns:a16="http://schemas.microsoft.com/office/drawing/2014/main" id="{F6C08894-6039-43D0-BDF1-6AF0E2A6EB1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3725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5063" name="Rectangle 7">
            <a:extLst>
              <a:ext uri="{FF2B5EF4-FFF2-40B4-BE49-F238E27FC236}">
                <a16:creationId xmlns:a16="http://schemas.microsoft.com/office/drawing/2014/main" id="{7AEDEEF1-7E68-41E0-B3AE-C957137DB3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37188" y="6943725"/>
            <a:ext cx="41592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25" tIns="48312" rIns="96625" bIns="48312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 smtClean="0"/>
            </a:lvl1pPr>
          </a:lstStyle>
          <a:p>
            <a:pPr>
              <a:defRPr/>
            </a:pPr>
            <a:fld id="{42EC6B76-AD65-4735-891C-175553DC0C5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92389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A9978993-7B4C-46A6-9156-4BDAC59D9B0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BF8E084A-F0E0-43F0-B3E5-21B71E491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vi-VN" altLang="en-US" dirty="0">
                <a:cs typeface="Arial" panose="020B0604020202020204" pitchFamily="34" charset="0"/>
              </a:rPr>
              <a:t>Ình9.6(a)</a:t>
            </a:r>
            <a:endParaRPr lang="en-US" altLang="en-US" dirty="0">
              <a:cs typeface="Arial" panose="020B0604020202020204" pitchFamily="34" charset="0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870AF6FF-A9EC-4DE6-B88A-D628876425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tx2"/>
                </a:solidFill>
              </a:rPr>
              <a:t>Copyright ©2007 by Pearson Education, Inc.</a:t>
            </a:r>
            <a:br>
              <a:rPr lang="en-US" altLang="en-US">
                <a:solidFill>
                  <a:schemeClr val="tx2"/>
                </a:solidFill>
              </a:rPr>
            </a:br>
            <a:r>
              <a:rPr lang="en-US" altLang="en-US">
                <a:solidFill>
                  <a:schemeClr val="tx2"/>
                </a:solidFill>
              </a:rPr>
              <a:t>Columbus, OH  43235</a:t>
            </a:r>
            <a:br>
              <a:rPr lang="en-US" altLang="en-US">
                <a:solidFill>
                  <a:schemeClr val="tx2"/>
                </a:solidFill>
              </a:rPr>
            </a:br>
            <a:r>
              <a:rPr lang="en-US" altLang="en-US">
                <a:solidFill>
                  <a:schemeClr val="tx2"/>
                </a:solidFill>
              </a:rPr>
              <a:t>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8499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5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45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045DBF-98CE-46E2-8381-C875AF41230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 descr="A picture containing glass, dark, sitting, table&#10;&#10;Description automatically generated">
            <a:extLst>
              <a:ext uri="{FF2B5EF4-FFF2-40B4-BE49-F238E27FC236}">
                <a16:creationId xmlns:a16="http://schemas.microsoft.com/office/drawing/2014/main" id="{3D0A7DAB-8E0B-492D-99BD-4F6CDA1D00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0" y="2"/>
            <a:ext cx="4178277" cy="2806699"/>
          </a:xfrm>
          <a:prstGeom prst="rect">
            <a:avLst/>
          </a:prstGeom>
        </p:spPr>
      </p:pic>
      <p:pic>
        <p:nvPicPr>
          <p:cNvPr id="8" name="Picture 7" descr="A circuit board&#10;&#10;Description automatically generated">
            <a:extLst>
              <a:ext uri="{FF2B5EF4-FFF2-40B4-BE49-F238E27FC236}">
                <a16:creationId xmlns:a16="http://schemas.microsoft.com/office/drawing/2014/main" id="{736BE331-764D-41C8-A698-E61CCB2963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1" y="1"/>
            <a:ext cx="5029199" cy="2806700"/>
          </a:xfrm>
          <a:prstGeom prst="rect">
            <a:avLst/>
          </a:prstGeom>
        </p:spPr>
      </p:pic>
      <p:pic>
        <p:nvPicPr>
          <p:cNvPr id="9" name="Picture 8" descr="A picture containing game&#10;&#10;Description automatically generated">
            <a:extLst>
              <a:ext uri="{FF2B5EF4-FFF2-40B4-BE49-F238E27FC236}">
                <a16:creationId xmlns:a16="http://schemas.microsoft.com/office/drawing/2014/main" id="{B2614AF8-4C17-45C0-AD63-17BAB35E590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"/>
            <a:ext cx="29718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4928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2AD7F-84AB-4CE1-A06B-1BA446E088B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20474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B2C2DF5-7F54-45FB-BCB9-61478F16EAF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3222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3DE884C-9ED0-4D00-BDFB-BE5DDDEBE2F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9659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12CE9-691C-4AA2-A320-EC94F848762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818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23DC2B2-621A-4161-AE70-303D73F0B6C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4801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B5ADE5-D69A-4219-93AB-EB19A90566A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851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F49F979-C9CE-43F2-95D7-456B12862ABD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437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A4D77F-6D68-41A3-AA80-633239C402B9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463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3DEBA6-9B70-4760-928F-F6C133788AA3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5578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57602B-F18D-40F6-814F-A8AC9604E09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4105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509074-D762-4510-A880-119857BA680C}"/>
              </a:ext>
            </a:extLst>
          </p:cNvPr>
          <p:cNvSpPr/>
          <p:nvPr userDrawn="1"/>
        </p:nvSpPr>
        <p:spPr>
          <a:xfrm>
            <a:off x="0" y="0"/>
            <a:ext cx="12192000" cy="1343816"/>
          </a:xfrm>
          <a:prstGeom prst="rect">
            <a:avLst/>
          </a:prstGeom>
          <a:gradFill flip="none" rotWithShape="1">
            <a:gsLst>
              <a:gs pos="0">
                <a:srgbClr val="0070C0">
                  <a:tint val="66000"/>
                  <a:satMod val="160000"/>
                </a:srgbClr>
              </a:gs>
              <a:gs pos="50000">
                <a:srgbClr val="0070C0">
                  <a:tint val="44500"/>
                  <a:satMod val="160000"/>
                </a:srgbClr>
              </a:gs>
              <a:gs pos="100000">
                <a:srgbClr val="0070C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33800" y="18255"/>
            <a:ext cx="81534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TM Avo" panose="02040603050506020204" pitchFamily="18" charset="0"/>
              </a:defRPr>
            </a:lvl1pPr>
          </a:lstStyle>
          <a:p>
            <a:pPr>
              <a:defRPr/>
            </a:pPr>
            <a:fld id="{9200724D-13BD-48D4-9DB0-F81FB1FA5491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C5B60E-E164-4551-B8AC-18E247F93791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-2" y="1"/>
            <a:ext cx="3622672" cy="137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643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0066"/>
          </a:solidFill>
          <a:latin typeface="UTM Avo" panose="02040603050506020204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0066"/>
          </a:solidFill>
          <a:latin typeface="UTM Avo" panose="020406030505060202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0066"/>
          </a:solidFill>
          <a:latin typeface="UTM Avo" panose="020406030505060202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0066"/>
          </a:solidFill>
          <a:latin typeface="UTM Avo" panose="020406030505060202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66"/>
          </a:solidFill>
          <a:latin typeface="UTM Avo" panose="020406030505060202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0066"/>
          </a:solidFill>
          <a:latin typeface="UTM Avo" panose="020406030505060202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B71145C8-F824-4D02-A235-1030587324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/>
              <a:t>9. </a:t>
            </a:r>
            <a:r>
              <a:rPr lang="en-US" altLang="en-US" sz="4000" b="1" dirty="0" err="1"/>
              <a:t>Mạch</a:t>
            </a:r>
            <a:r>
              <a:rPr lang="en-US" altLang="en-US" sz="4000" b="1" dirty="0"/>
              <a:t> </a:t>
            </a:r>
            <a:r>
              <a:rPr lang="en-US" altLang="en-US" sz="4000" b="1" dirty="0" err="1"/>
              <a:t>ghi</a:t>
            </a:r>
            <a:r>
              <a:rPr lang="en-US" altLang="en-US" sz="4000" b="1" dirty="0"/>
              <a:t> </a:t>
            </a:r>
            <a:r>
              <a:rPr lang="en-US" altLang="en-US" sz="4000" b="1" dirty="0" err="1"/>
              <a:t>dịch</a:t>
            </a:r>
            <a:endParaRPr lang="en-US" altLang="en-US" sz="4000" b="1" dirty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7CD90EB1-903D-4A2D-B2A1-E34D2F842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600200"/>
            <a:ext cx="8534400" cy="51054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9.1 </a:t>
            </a:r>
            <a:r>
              <a:rPr lang="en-US" altLang="en-US" sz="2800" dirty="0" err="1"/>
              <a:t>Chức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năng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cơ</a:t>
            </a:r>
            <a:r>
              <a:rPr lang="en-US" altLang="en-US" sz="2800" dirty="0"/>
              <a:t> </a:t>
            </a:r>
            <a:r>
              <a:rPr lang="en-US" altLang="en-US" sz="2800" dirty="0" err="1"/>
              <a:t>bản</a:t>
            </a:r>
            <a:r>
              <a:rPr lang="en-US" altLang="en-US" sz="2800" dirty="0"/>
              <a:t> </a:t>
            </a:r>
            <a:r>
              <a:rPr lang="en-US" altLang="en-US" sz="2800" dirty="0" err="1"/>
              <a:t>của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mạch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dịch</a:t>
            </a:r>
            <a:endParaRPr lang="en-US" altLang="en-US" sz="2800" dirty="0"/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9.2 </a:t>
            </a:r>
            <a:r>
              <a:rPr lang="en-US" altLang="en-US" sz="2800" dirty="0" err="1"/>
              <a:t>Mạch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9.3 </a:t>
            </a:r>
            <a:r>
              <a:rPr lang="en-US" altLang="en-US" sz="2800" dirty="0" err="1"/>
              <a:t>Mạch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song </a:t>
            </a:r>
            <a:r>
              <a:rPr lang="en-US" altLang="en-US" sz="2800" dirty="0" err="1"/>
              <a:t>song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9.4 </a:t>
            </a:r>
            <a:r>
              <a:rPr lang="en-US" altLang="en-US" sz="2800" dirty="0" err="1"/>
              <a:t>Mạch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song </a:t>
            </a:r>
            <a:r>
              <a:rPr lang="en-US" altLang="en-US" sz="2800" dirty="0" err="1"/>
              <a:t>song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</a:t>
            </a:r>
            <a:r>
              <a:rPr lang="en-US" altLang="en-US" sz="2800" dirty="0" err="1"/>
              <a:t>nối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tiếp</a:t>
            </a:r>
            <a:r>
              <a:rPr lang="en-US" altLang="en-US" sz="2800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800" dirty="0"/>
              <a:t>9.5 </a:t>
            </a:r>
            <a:r>
              <a:rPr lang="en-US" altLang="en-US" sz="2800" dirty="0" err="1"/>
              <a:t>Mạch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ghi</a:t>
            </a:r>
            <a:r>
              <a:rPr lang="en-US" altLang="en-US" sz="2800" dirty="0"/>
              <a:t> </a:t>
            </a:r>
            <a:r>
              <a:rPr lang="en-US" altLang="en-US" sz="2800" dirty="0" err="1"/>
              <a:t>dịch</a:t>
            </a:r>
            <a:r>
              <a:rPr lang="en-US" altLang="en-US" sz="2800" dirty="0"/>
              <a:t> </a:t>
            </a:r>
            <a:r>
              <a:rPr lang="en-US" altLang="en-US" sz="2800" dirty="0" err="1"/>
              <a:t>vào</a:t>
            </a:r>
            <a:r>
              <a:rPr lang="en-US" altLang="en-US" sz="2800" dirty="0"/>
              <a:t> song </a:t>
            </a:r>
            <a:r>
              <a:rPr lang="en-US" altLang="en-US" sz="2800" dirty="0" err="1"/>
              <a:t>song</a:t>
            </a:r>
            <a:r>
              <a:rPr lang="en-US" altLang="en-US" sz="2800" dirty="0"/>
              <a:t>, </a:t>
            </a:r>
            <a:r>
              <a:rPr lang="en-US" altLang="en-US" sz="2800" dirty="0" err="1"/>
              <a:t>ra</a:t>
            </a:r>
            <a:r>
              <a:rPr lang="en-US" altLang="en-US" sz="2800" dirty="0"/>
              <a:t> song </a:t>
            </a:r>
            <a:r>
              <a:rPr lang="en-US" altLang="en-US" sz="2800" err="1"/>
              <a:t>song</a:t>
            </a:r>
            <a:r>
              <a:rPr lang="en-US" altLang="en-US" sz="2800" smtClean="0"/>
              <a:t>.</a:t>
            </a: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413919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14F5EE0-D1F5-449D-A653-54CA6E86F3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9.1 </a:t>
            </a:r>
            <a:r>
              <a:rPr lang="en-US" altLang="en-US" sz="3200" dirty="0" err="1"/>
              <a:t>Chức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năng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cơ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bản</a:t>
            </a:r>
            <a:endParaRPr lang="en-US" altLang="en-US" sz="32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F70772F1-958B-450A-BBA3-B61A7EF2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598" y="1600200"/>
            <a:ext cx="10972801" cy="2057400"/>
          </a:xfrm>
        </p:spPr>
        <p:txBody>
          <a:bodyPr/>
          <a:lstStyle/>
          <a:p>
            <a:pPr eaLnBrk="1" hangingPunct="1"/>
            <a:r>
              <a:rPr lang="en-US" altLang="en-US" sz="2400" dirty="0" err="1"/>
              <a:t>Mạch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ghi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dịch</a:t>
            </a:r>
            <a:r>
              <a:rPr lang="en-US" altLang="en-US" sz="2400" dirty="0"/>
              <a:t> (shift register)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hai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chức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năng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cơ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bản</a:t>
            </a:r>
            <a:r>
              <a:rPr lang="en-US" altLang="en-US" sz="2400" dirty="0"/>
              <a:t>: </a:t>
            </a:r>
            <a:r>
              <a:rPr lang="en-US" altLang="en-US" sz="2400" dirty="0" err="1">
                <a:solidFill>
                  <a:srgbClr val="0000FF"/>
                </a:solidFill>
              </a:rPr>
              <a:t>lưu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dữ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liệu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/>
              <a:t>và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dịch</a:t>
            </a:r>
            <a:r>
              <a:rPr lang="en-US" altLang="en-US" sz="2400" dirty="0">
                <a:solidFill>
                  <a:srgbClr val="0000FF"/>
                </a:solidFill>
              </a:rPr>
              <a:t> (</a:t>
            </a:r>
            <a:r>
              <a:rPr lang="en-US" altLang="en-US" sz="2400" dirty="0" err="1">
                <a:solidFill>
                  <a:srgbClr val="0000FF"/>
                </a:solidFill>
              </a:rPr>
              <a:t>chuyển</a:t>
            </a:r>
            <a:r>
              <a:rPr lang="en-US" altLang="en-US" sz="2400" dirty="0">
                <a:solidFill>
                  <a:srgbClr val="0000FF"/>
                </a:solidFill>
              </a:rPr>
              <a:t>) </a:t>
            </a:r>
            <a:r>
              <a:rPr lang="en-US" altLang="en-US" sz="2400" dirty="0" err="1">
                <a:solidFill>
                  <a:srgbClr val="0000FF"/>
                </a:solidFill>
              </a:rPr>
              <a:t>dữ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liệu</a:t>
            </a:r>
            <a:r>
              <a:rPr lang="en-US" altLang="en-US" sz="2400" dirty="0"/>
              <a:t>. </a:t>
            </a:r>
            <a:r>
              <a:rPr lang="en-US" altLang="en-US" sz="2400" dirty="0" err="1"/>
              <a:t>Mạch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ghi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dịch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có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thể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bao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gồm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rgbClr val="0000FF"/>
                </a:solidFill>
              </a:rPr>
              <a:t>1 </a:t>
            </a:r>
            <a:r>
              <a:rPr lang="en-US" altLang="en-US" sz="2400" dirty="0" err="1"/>
              <a:t>hoặc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nhiều</a:t>
            </a:r>
            <a:r>
              <a:rPr lang="en-US" altLang="en-US" sz="2400" dirty="0">
                <a:solidFill>
                  <a:srgbClr val="0000FF"/>
                </a:solidFill>
              </a:rPr>
              <a:t> </a:t>
            </a:r>
            <a:r>
              <a:rPr lang="en-US" altLang="en-US" sz="2400" dirty="0" err="1">
                <a:solidFill>
                  <a:srgbClr val="0000FF"/>
                </a:solidFill>
              </a:rPr>
              <a:t>flipflop</a:t>
            </a:r>
            <a:r>
              <a:rPr lang="en-US" altLang="en-US" sz="2400"/>
              <a:t>. </a:t>
            </a:r>
            <a:endParaRPr lang="en-US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6908D5-D290-4043-943F-4B6BA41E0FD4}"/>
              </a:ext>
            </a:extLst>
          </p:cNvPr>
          <p:cNvSpPr/>
          <p:nvPr/>
        </p:nvSpPr>
        <p:spPr>
          <a:xfrm>
            <a:off x="3025774" y="3352800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7" name="Isosceles Triangle 6">
            <a:extLst>
              <a:ext uri="{FF2B5EF4-FFF2-40B4-BE49-F238E27FC236}">
                <a16:creationId xmlns:a16="http://schemas.microsoft.com/office/drawing/2014/main" id="{A38FFD67-E66B-4157-B186-A6854E049C62}"/>
              </a:ext>
            </a:extLst>
          </p:cNvPr>
          <p:cNvSpPr/>
          <p:nvPr/>
        </p:nvSpPr>
        <p:spPr>
          <a:xfrm rot="5400000">
            <a:off x="3008312" y="394652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1F0B2A0-6C2D-41A7-A009-73CC223CBF34}"/>
              </a:ext>
            </a:extLst>
          </p:cNvPr>
          <p:cNvCxnSpPr>
            <a:stCxn id="7" idx="3"/>
          </p:cNvCxnSpPr>
          <p:nvPr/>
        </p:nvCxnSpPr>
        <p:spPr>
          <a:xfrm rot="10800000">
            <a:off x="2522536" y="4037012"/>
            <a:ext cx="5032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4E22701-FF79-4A5D-B3A4-66458BCE5635}"/>
              </a:ext>
            </a:extLst>
          </p:cNvPr>
          <p:cNvSpPr/>
          <p:nvPr/>
        </p:nvSpPr>
        <p:spPr>
          <a:xfrm>
            <a:off x="3781425" y="4540251"/>
            <a:ext cx="73025" cy="730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452A4B-7360-4634-A351-FF43257556DE}"/>
              </a:ext>
            </a:extLst>
          </p:cNvPr>
          <p:cNvCxnSpPr/>
          <p:nvPr/>
        </p:nvCxnSpPr>
        <p:spPr>
          <a:xfrm rot="10800000">
            <a:off x="2522536" y="3497262"/>
            <a:ext cx="5032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4C377C-D0E0-4355-ACF2-5EBCEE45D04C}"/>
              </a:ext>
            </a:extLst>
          </p:cNvPr>
          <p:cNvCxnSpPr/>
          <p:nvPr/>
        </p:nvCxnSpPr>
        <p:spPr>
          <a:xfrm rot="10800000">
            <a:off x="3854450" y="4576762"/>
            <a:ext cx="3952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C83E31-F346-4094-A9C4-BB1B6E393D89}"/>
              </a:ext>
            </a:extLst>
          </p:cNvPr>
          <p:cNvCxnSpPr/>
          <p:nvPr/>
        </p:nvCxnSpPr>
        <p:spPr>
          <a:xfrm rot="10800000">
            <a:off x="3781424" y="3497262"/>
            <a:ext cx="4683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56" name="TextBox 171">
            <a:extLst>
              <a:ext uri="{FF2B5EF4-FFF2-40B4-BE49-F238E27FC236}">
                <a16:creationId xmlns:a16="http://schemas.microsoft.com/office/drawing/2014/main" id="{73FB16B9-092F-4569-8924-C10F218D8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7" y="3271837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sp>
        <p:nvSpPr>
          <p:cNvPr id="6157" name="TextBox 172">
            <a:extLst>
              <a:ext uri="{FF2B5EF4-FFF2-40B4-BE49-F238E27FC236}">
                <a16:creationId xmlns:a16="http://schemas.microsoft.com/office/drawing/2014/main" id="{58B3ABF7-679B-4B4B-AA9E-D2B510BD8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9736" y="4351337"/>
            <a:ext cx="3238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47714C8-3017-4A46-B0BB-E573B57C078B}"/>
              </a:ext>
            </a:extLst>
          </p:cNvPr>
          <p:cNvCxnSpPr/>
          <p:nvPr/>
        </p:nvCxnSpPr>
        <p:spPr>
          <a:xfrm>
            <a:off x="4357686" y="4414837"/>
            <a:ext cx="1524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83DE765-16C9-4433-B8B7-4741363EFE6D}"/>
              </a:ext>
            </a:extLst>
          </p:cNvPr>
          <p:cNvCxnSpPr/>
          <p:nvPr/>
        </p:nvCxnSpPr>
        <p:spPr>
          <a:xfrm rot="10800000">
            <a:off x="1446211" y="4165600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B93F432-8FD9-4EE1-B898-5D533848CA29}"/>
              </a:ext>
            </a:extLst>
          </p:cNvPr>
          <p:cNvCxnSpPr/>
          <p:nvPr/>
        </p:nvCxnSpPr>
        <p:spPr>
          <a:xfrm rot="10800000">
            <a:off x="1770061" y="3878262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75DC4F-B435-4269-AE5E-2E61F508AED4}"/>
              </a:ext>
            </a:extLst>
          </p:cNvPr>
          <p:cNvCxnSpPr/>
          <p:nvPr/>
        </p:nvCxnSpPr>
        <p:spPr>
          <a:xfrm rot="5400000">
            <a:off x="1950242" y="4021931"/>
            <a:ext cx="2873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778DAF-65D8-4FF8-8ABF-2F40C79C33A1}"/>
              </a:ext>
            </a:extLst>
          </p:cNvPr>
          <p:cNvCxnSpPr/>
          <p:nvPr/>
        </p:nvCxnSpPr>
        <p:spPr>
          <a:xfrm rot="10800000">
            <a:off x="2093911" y="4165600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3B9DC62-6FEF-4F18-89EE-EE49A97B3B86}"/>
              </a:ext>
            </a:extLst>
          </p:cNvPr>
          <p:cNvCxnSpPr/>
          <p:nvPr/>
        </p:nvCxnSpPr>
        <p:spPr>
          <a:xfrm rot="5400000" flipH="1" flipV="1">
            <a:off x="1662905" y="4021931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F195F7-96AE-4B50-9A69-F689726E7431}"/>
              </a:ext>
            </a:extLst>
          </p:cNvPr>
          <p:cNvCxnSpPr/>
          <p:nvPr/>
        </p:nvCxnSpPr>
        <p:spPr>
          <a:xfrm rot="5400000">
            <a:off x="1626392" y="4021931"/>
            <a:ext cx="2873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5" name="TextBox 50">
            <a:extLst>
              <a:ext uri="{FF2B5EF4-FFF2-40B4-BE49-F238E27FC236}">
                <a16:creationId xmlns:a16="http://schemas.microsoft.com/office/drawing/2014/main" id="{645EB76E-CFDE-4FA5-87C9-162C2C88A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537" y="3806825"/>
            <a:ext cx="684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CLK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0E9573-97D3-4C38-9FC3-305DCDCDF0D7}"/>
              </a:ext>
            </a:extLst>
          </p:cNvPr>
          <p:cNvSpPr txBox="1"/>
          <p:nvPr/>
        </p:nvSpPr>
        <p:spPr>
          <a:xfrm>
            <a:off x="1608137" y="3278187"/>
            <a:ext cx="3270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6167" name="TextBox 48">
            <a:extLst>
              <a:ext uri="{FF2B5EF4-FFF2-40B4-BE49-F238E27FC236}">
                <a16:creationId xmlns:a16="http://schemas.microsoft.com/office/drawing/2014/main" id="{6096B114-F82D-4062-B867-8F1156C04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0424" y="3121025"/>
            <a:ext cx="2159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solidFill>
                  <a:srgbClr val="FF3300"/>
                </a:solidFill>
              </a:rPr>
              <a:t>1</a:t>
            </a:r>
          </a:p>
          <a:p>
            <a:pPr eaLnBrk="1" hangingPunct="1"/>
            <a:r>
              <a:rPr lang="en-US" altLang="en-US"/>
              <a:t>0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F02AB275-688C-4AAB-A6E2-FA1A14E6B8CE}"/>
              </a:ext>
            </a:extLst>
          </p:cNvPr>
          <p:cNvCxnSpPr/>
          <p:nvPr/>
        </p:nvCxnSpPr>
        <p:spPr>
          <a:xfrm flipV="1">
            <a:off x="5018086" y="3303587"/>
            <a:ext cx="539750" cy="28733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ADDE1C6-E758-41BD-9E5E-AB4B000FFC4F}"/>
              </a:ext>
            </a:extLst>
          </p:cNvPr>
          <p:cNvSpPr txBox="1"/>
          <p:nvPr/>
        </p:nvSpPr>
        <p:spPr>
          <a:xfrm>
            <a:off x="944989" y="4956174"/>
            <a:ext cx="48725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vi-VN" sz="2400" dirty="0">
                <a:latin typeface="+mj-lt"/>
                <a:cs typeface="Arial" charset="0"/>
              </a:rPr>
              <a:t>Giả sử Q = 0. Ta </a:t>
            </a:r>
            <a:r>
              <a:rPr lang="vi-VN" sz="2400">
                <a:latin typeface="+mj-lt"/>
                <a:cs typeface="Arial" charset="0"/>
              </a:rPr>
              <a:t>đặt </a:t>
            </a:r>
            <a:r>
              <a:rPr lang="vi-VN" sz="2400" smtClean="0">
                <a:latin typeface="+mj-lt"/>
                <a:cs typeface="Arial" charset="0"/>
              </a:rPr>
              <a:t>1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latin typeface="+mj-lt"/>
                <a:cs typeface="Arial" charset="0"/>
              </a:rPr>
              <a:t>vào </a:t>
            </a:r>
            <a:r>
              <a:rPr lang="vi-VN" sz="2400" dirty="0">
                <a:latin typeface="+mj-lt"/>
                <a:cs typeface="Arial" charset="0"/>
              </a:rPr>
              <a:t>ngõ vào D </a:t>
            </a:r>
            <a:r>
              <a:rPr lang="vi-VN" sz="2400">
                <a:latin typeface="+mj-lt"/>
                <a:cs typeface="Arial" charset="0"/>
              </a:rPr>
              <a:t>của </a:t>
            </a:r>
            <a:r>
              <a:rPr lang="vi-VN" sz="2400" smtClean="0">
                <a:latin typeface="+mj-lt"/>
                <a:cs typeface="Arial" charset="0"/>
              </a:rPr>
              <a:t>FF.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solidFill>
                  <a:srgbClr val="0000FF"/>
                </a:solidFill>
                <a:latin typeface="+mj-lt"/>
                <a:cs typeface="Arial" charset="0"/>
              </a:rPr>
              <a:t>Q </a:t>
            </a:r>
            <a:r>
              <a:rPr lang="vi-VN" sz="2400" dirty="0">
                <a:solidFill>
                  <a:srgbClr val="0000FF"/>
                </a:solidFill>
                <a:latin typeface="+mj-lt"/>
                <a:cs typeface="Arial" charset="0"/>
              </a:rPr>
              <a:t>sẽ có logic 1 khi </a:t>
            </a:r>
            <a:r>
              <a:rPr lang="vi-VN" sz="2400">
                <a:solidFill>
                  <a:srgbClr val="0000FF"/>
                </a:solidFill>
                <a:latin typeface="+mj-lt"/>
                <a:cs typeface="Arial" charset="0"/>
              </a:rPr>
              <a:t>xảy </a:t>
            </a:r>
            <a:r>
              <a:rPr lang="vi-VN" sz="2400" smtClean="0">
                <a:solidFill>
                  <a:srgbClr val="0000FF"/>
                </a:solidFill>
                <a:latin typeface="+mj-lt"/>
                <a:cs typeface="Arial" charset="0"/>
              </a:rPr>
              <a:t>ra </a:t>
            </a:r>
            <a:r>
              <a:rPr lang="vi-VN" sz="2400" dirty="0">
                <a:solidFill>
                  <a:srgbClr val="0000FF"/>
                </a:solidFill>
                <a:latin typeface="+mj-lt"/>
                <a:cs typeface="Arial" charset="0"/>
              </a:rPr>
              <a:t>cạnh của CLK</a:t>
            </a:r>
            <a:r>
              <a:rPr lang="vi-VN" sz="2400" dirty="0">
                <a:latin typeface="+mj-lt"/>
                <a:cs typeface="Arial" charset="0"/>
              </a:rPr>
              <a:t> và </a:t>
            </a:r>
            <a:r>
              <a:rPr lang="vi-VN" sz="2400">
                <a:latin typeface="+mj-lt"/>
                <a:cs typeface="Arial" charset="0"/>
              </a:rPr>
              <a:t>duy </a:t>
            </a:r>
            <a:r>
              <a:rPr lang="vi-VN" sz="2400" smtClean="0">
                <a:latin typeface="+mj-lt"/>
                <a:cs typeface="Arial" charset="0"/>
              </a:rPr>
              <a:t>trì </a:t>
            </a:r>
            <a:r>
              <a:rPr lang="vi-VN" sz="2400" dirty="0">
                <a:latin typeface="+mj-lt"/>
                <a:cs typeface="Arial" charset="0"/>
              </a:rPr>
              <a:t>ở trạng thái này </a:t>
            </a:r>
            <a:r>
              <a:rPr lang="vi-VN" sz="2400">
                <a:latin typeface="+mj-lt"/>
                <a:cs typeface="Arial" charset="0"/>
              </a:rPr>
              <a:t>cho 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latin typeface="+mj-lt"/>
                <a:cs typeface="Arial" charset="0"/>
              </a:rPr>
              <a:t>đến </a:t>
            </a:r>
            <a:r>
              <a:rPr lang="vi-VN" sz="2400" dirty="0">
                <a:latin typeface="+mj-lt"/>
                <a:cs typeface="Arial" charset="0"/>
              </a:rPr>
              <a:t>cạnh tiếp </a:t>
            </a:r>
            <a:r>
              <a:rPr lang="vi-VN" sz="2400">
                <a:latin typeface="+mj-lt"/>
                <a:cs typeface="Arial" charset="0"/>
              </a:rPr>
              <a:t>theo </a:t>
            </a:r>
            <a:r>
              <a:rPr lang="vi-VN" sz="2400" smtClean="0">
                <a:latin typeface="+mj-lt"/>
                <a:cs typeface="Arial" charset="0"/>
              </a:rPr>
              <a:t>của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latin typeface="+mj-lt"/>
                <a:cs typeface="Arial" charset="0"/>
              </a:rPr>
              <a:t>CLK</a:t>
            </a:r>
            <a:r>
              <a:rPr lang="vi-VN" sz="2400" dirty="0">
                <a:latin typeface="+mj-lt"/>
                <a:cs typeface="Arial" charset="0"/>
              </a:rPr>
              <a:t>.</a:t>
            </a:r>
            <a:endParaRPr lang="en-US" sz="2400" dirty="0">
              <a:latin typeface="+mj-lt"/>
              <a:cs typeface="Arial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C2ADBB3-A5B4-4D70-BB34-5E236EC7EA8C}"/>
              </a:ext>
            </a:extLst>
          </p:cNvPr>
          <p:cNvCxnSpPr/>
          <p:nvPr/>
        </p:nvCxnSpPr>
        <p:spPr>
          <a:xfrm rot="5400000" flipH="1" flipV="1">
            <a:off x="1553368" y="2967832"/>
            <a:ext cx="457200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2AEA5E5-1859-4D01-BF6C-0E9A5DF49340}"/>
              </a:ext>
            </a:extLst>
          </p:cNvPr>
          <p:cNvCxnSpPr/>
          <p:nvPr/>
        </p:nvCxnSpPr>
        <p:spPr>
          <a:xfrm>
            <a:off x="1795461" y="2740026"/>
            <a:ext cx="990600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B378008-C131-44A6-BE8E-15B657A17659}"/>
              </a:ext>
            </a:extLst>
          </p:cNvPr>
          <p:cNvSpPr txBox="1"/>
          <p:nvPr/>
        </p:nvSpPr>
        <p:spPr>
          <a:xfrm>
            <a:off x="2740025" y="2544762"/>
            <a:ext cx="14509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1 được lưu</a:t>
            </a:r>
            <a:endParaRPr lang="en-US" sz="2000" dirty="0">
              <a:latin typeface="+mj-lt"/>
              <a:cs typeface="Arial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3B1C058-FE67-4107-9395-5612BC895701}"/>
              </a:ext>
            </a:extLst>
          </p:cNvPr>
          <p:cNvCxnSpPr>
            <a:stCxn id="32" idx="3"/>
          </p:cNvCxnSpPr>
          <p:nvPr/>
        </p:nvCxnSpPr>
        <p:spPr>
          <a:xfrm flipV="1">
            <a:off x="4191000" y="2740025"/>
            <a:ext cx="1062037" cy="476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3A295CC-31DA-4AFE-B72E-DA256FD39C5E}"/>
              </a:ext>
            </a:extLst>
          </p:cNvPr>
          <p:cNvCxnSpPr/>
          <p:nvPr/>
        </p:nvCxnSpPr>
        <p:spPr>
          <a:xfrm rot="5400000">
            <a:off x="5025230" y="2967831"/>
            <a:ext cx="4572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77AA4E7-6B4E-40ED-A8A0-96C242678AAD}"/>
              </a:ext>
            </a:extLst>
          </p:cNvPr>
          <p:cNvSpPr/>
          <p:nvPr/>
        </p:nvSpPr>
        <p:spPr>
          <a:xfrm>
            <a:off x="8905874" y="3278187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35" name="Isosceles Triangle 34">
            <a:extLst>
              <a:ext uri="{FF2B5EF4-FFF2-40B4-BE49-F238E27FC236}">
                <a16:creationId xmlns:a16="http://schemas.microsoft.com/office/drawing/2014/main" id="{7E4040D4-6B0F-4223-8788-F566700B2700}"/>
              </a:ext>
            </a:extLst>
          </p:cNvPr>
          <p:cNvSpPr/>
          <p:nvPr/>
        </p:nvSpPr>
        <p:spPr>
          <a:xfrm rot="5400000">
            <a:off x="8888412" y="3871912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5F02C5C-1F8B-448C-AF08-E494B654AEC8}"/>
              </a:ext>
            </a:extLst>
          </p:cNvPr>
          <p:cNvCxnSpPr>
            <a:stCxn id="35" idx="3"/>
          </p:cNvCxnSpPr>
          <p:nvPr/>
        </p:nvCxnSpPr>
        <p:spPr>
          <a:xfrm rot="10800000">
            <a:off x="8402636" y="3962399"/>
            <a:ext cx="5032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0CE79CA5-03D5-4417-BB60-9290E36D1BBD}"/>
              </a:ext>
            </a:extLst>
          </p:cNvPr>
          <p:cNvSpPr/>
          <p:nvPr/>
        </p:nvSpPr>
        <p:spPr>
          <a:xfrm>
            <a:off x="9661525" y="4465637"/>
            <a:ext cx="73025" cy="730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3D0C7055-826B-4A9E-AA10-5CB1DBDB8DC5}"/>
              </a:ext>
            </a:extLst>
          </p:cNvPr>
          <p:cNvCxnSpPr/>
          <p:nvPr/>
        </p:nvCxnSpPr>
        <p:spPr>
          <a:xfrm rot="10800000">
            <a:off x="8402636" y="3422649"/>
            <a:ext cx="503238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CA1194CF-CF2A-4E0B-B81D-5667486CC03F}"/>
              </a:ext>
            </a:extLst>
          </p:cNvPr>
          <p:cNvCxnSpPr/>
          <p:nvPr/>
        </p:nvCxnSpPr>
        <p:spPr>
          <a:xfrm rot="10800000">
            <a:off x="9734550" y="4502149"/>
            <a:ext cx="39528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7823FBD-43AB-42C2-A820-B61B171C9D97}"/>
              </a:ext>
            </a:extLst>
          </p:cNvPr>
          <p:cNvCxnSpPr/>
          <p:nvPr/>
        </p:nvCxnSpPr>
        <p:spPr>
          <a:xfrm rot="10800000">
            <a:off x="9661524" y="3422649"/>
            <a:ext cx="46831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71">
            <a:extLst>
              <a:ext uri="{FF2B5EF4-FFF2-40B4-BE49-F238E27FC236}">
                <a16:creationId xmlns:a16="http://schemas.microsoft.com/office/drawing/2014/main" id="{45BFF538-1C30-4F8B-9BF6-8D5D0AE25C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9837" y="3197224"/>
            <a:ext cx="3603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sp>
        <p:nvSpPr>
          <p:cNvPr id="43" name="TextBox 172">
            <a:extLst>
              <a:ext uri="{FF2B5EF4-FFF2-40B4-BE49-F238E27FC236}">
                <a16:creationId xmlns:a16="http://schemas.microsoft.com/office/drawing/2014/main" id="{AD484C6F-DCE7-4F3B-8ACF-CA227D89CD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9836" y="4276725"/>
            <a:ext cx="3238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Q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A91CDAB-FC98-4676-9B9B-6A39DCBFFF99}"/>
              </a:ext>
            </a:extLst>
          </p:cNvPr>
          <p:cNvCxnSpPr/>
          <p:nvPr/>
        </p:nvCxnSpPr>
        <p:spPr>
          <a:xfrm>
            <a:off x="10237786" y="4340224"/>
            <a:ext cx="15240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FBE7B535-FDDB-472A-8D75-1C929D46BA28}"/>
              </a:ext>
            </a:extLst>
          </p:cNvPr>
          <p:cNvCxnSpPr/>
          <p:nvPr/>
        </p:nvCxnSpPr>
        <p:spPr>
          <a:xfrm rot="10800000">
            <a:off x="7326311" y="4092574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9161E40-F655-4058-9B0B-388557107959}"/>
              </a:ext>
            </a:extLst>
          </p:cNvPr>
          <p:cNvCxnSpPr/>
          <p:nvPr/>
        </p:nvCxnSpPr>
        <p:spPr>
          <a:xfrm rot="10800000">
            <a:off x="7650161" y="3803649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15AB0488-200D-4647-83F3-5B8187C0C982}"/>
              </a:ext>
            </a:extLst>
          </p:cNvPr>
          <p:cNvCxnSpPr/>
          <p:nvPr/>
        </p:nvCxnSpPr>
        <p:spPr>
          <a:xfrm rot="5400000">
            <a:off x="7830343" y="3947318"/>
            <a:ext cx="2873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B6C060-059C-460A-8B6A-7E8EB7994E85}"/>
              </a:ext>
            </a:extLst>
          </p:cNvPr>
          <p:cNvCxnSpPr/>
          <p:nvPr/>
        </p:nvCxnSpPr>
        <p:spPr>
          <a:xfrm rot="10800000">
            <a:off x="7974011" y="4090986"/>
            <a:ext cx="323850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AC4FF6A-5C54-4ADE-93F6-EDECDFB3BAFF}"/>
              </a:ext>
            </a:extLst>
          </p:cNvPr>
          <p:cNvCxnSpPr/>
          <p:nvPr/>
        </p:nvCxnSpPr>
        <p:spPr>
          <a:xfrm rot="5400000" flipH="1" flipV="1">
            <a:off x="7543005" y="3947317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FADC2D0-10B7-441F-862B-3161FE8AD395}"/>
              </a:ext>
            </a:extLst>
          </p:cNvPr>
          <p:cNvCxnSpPr/>
          <p:nvPr/>
        </p:nvCxnSpPr>
        <p:spPr>
          <a:xfrm rot="5400000">
            <a:off x="7506493" y="3947318"/>
            <a:ext cx="287337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185C94ED-13D5-4AF1-883B-DA2916B1F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7637" y="3732211"/>
            <a:ext cx="6842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CLK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02BBA01-A2C0-46ED-B21A-81C23B110958}"/>
              </a:ext>
            </a:extLst>
          </p:cNvPr>
          <p:cNvSpPr txBox="1"/>
          <p:nvPr/>
        </p:nvSpPr>
        <p:spPr>
          <a:xfrm>
            <a:off x="7488237" y="3205161"/>
            <a:ext cx="3270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53" name="TextBox 48">
            <a:extLst>
              <a:ext uri="{FF2B5EF4-FFF2-40B4-BE49-F238E27FC236}">
                <a16:creationId xmlns:a16="http://schemas.microsoft.com/office/drawing/2014/main" id="{37AE6383-9738-45BD-80DC-39C236DDE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0524" y="3046412"/>
            <a:ext cx="215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1</a:t>
            </a:r>
          </a:p>
          <a:p>
            <a:pPr eaLnBrk="1" hangingPunct="1"/>
            <a:r>
              <a:rPr lang="en-US" altLang="en-US">
                <a:solidFill>
                  <a:srgbClr val="FF3300"/>
                </a:solidFill>
              </a:rPr>
              <a:t>0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D042E24-2AA7-4975-8DAB-F784EE8C1706}"/>
              </a:ext>
            </a:extLst>
          </p:cNvPr>
          <p:cNvCxnSpPr/>
          <p:nvPr/>
        </p:nvCxnSpPr>
        <p:spPr>
          <a:xfrm rot="5400000" flipH="1" flipV="1">
            <a:off x="7433468" y="2894806"/>
            <a:ext cx="457200" cy="15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7E7BF5C-2ABC-4249-9DFE-5D2BC07A9D44}"/>
              </a:ext>
            </a:extLst>
          </p:cNvPr>
          <p:cNvCxnSpPr/>
          <p:nvPr/>
        </p:nvCxnSpPr>
        <p:spPr>
          <a:xfrm>
            <a:off x="7675561" y="2665411"/>
            <a:ext cx="990600" cy="158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56B7C6E-8998-4F85-AB23-6657B0468D20}"/>
              </a:ext>
            </a:extLst>
          </p:cNvPr>
          <p:cNvSpPr txBox="1"/>
          <p:nvPr/>
        </p:nvSpPr>
        <p:spPr>
          <a:xfrm>
            <a:off x="8620125" y="2470149"/>
            <a:ext cx="14509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1 được lưu</a:t>
            </a:r>
            <a:endParaRPr lang="en-US" sz="2000" dirty="0">
              <a:latin typeface="+mj-lt"/>
              <a:cs typeface="Arial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F83C09C-652B-4751-AE24-15AFC4EEF4E0}"/>
              </a:ext>
            </a:extLst>
          </p:cNvPr>
          <p:cNvCxnSpPr>
            <a:stCxn id="56" idx="3"/>
          </p:cNvCxnSpPr>
          <p:nvPr/>
        </p:nvCxnSpPr>
        <p:spPr>
          <a:xfrm flipV="1">
            <a:off x="10071100" y="2665412"/>
            <a:ext cx="1062037" cy="476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1FFA62A-8F52-4FDA-8ADB-C6E2D3393868}"/>
              </a:ext>
            </a:extLst>
          </p:cNvPr>
          <p:cNvCxnSpPr/>
          <p:nvPr/>
        </p:nvCxnSpPr>
        <p:spPr>
          <a:xfrm rot="5400000">
            <a:off x="10905330" y="2894805"/>
            <a:ext cx="457200" cy="1588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Elbow Connector 58">
            <a:extLst>
              <a:ext uri="{FF2B5EF4-FFF2-40B4-BE49-F238E27FC236}">
                <a16:creationId xmlns:a16="http://schemas.microsoft.com/office/drawing/2014/main" id="{3F9FA2C1-0323-4B2B-B47F-496BF4A9E164}"/>
              </a:ext>
            </a:extLst>
          </p:cNvPr>
          <p:cNvCxnSpPr/>
          <p:nvPr/>
        </p:nvCxnSpPr>
        <p:spPr>
          <a:xfrm>
            <a:off x="10861674" y="3213100"/>
            <a:ext cx="539750" cy="319087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BEA574B2-1342-485B-8879-67F4EE1580A0}"/>
              </a:ext>
            </a:extLst>
          </p:cNvPr>
          <p:cNvSpPr txBox="1"/>
          <p:nvPr/>
        </p:nvSpPr>
        <p:spPr>
          <a:xfrm>
            <a:off x="6497637" y="4958615"/>
            <a:ext cx="550386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vi-VN" sz="2400" dirty="0">
                <a:latin typeface="+mj-lt"/>
                <a:cs typeface="Arial" charset="0"/>
              </a:rPr>
              <a:t>Giả sử Q = 1. Ta </a:t>
            </a:r>
            <a:r>
              <a:rPr lang="vi-VN" sz="2400">
                <a:latin typeface="+mj-lt"/>
                <a:cs typeface="Arial" charset="0"/>
              </a:rPr>
              <a:t>đặt </a:t>
            </a:r>
            <a:r>
              <a:rPr lang="vi-VN" sz="2400" smtClean="0">
                <a:latin typeface="+mj-lt"/>
                <a:cs typeface="Arial" charset="0"/>
              </a:rPr>
              <a:t>0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latin typeface="+mj-lt"/>
                <a:cs typeface="Arial" charset="0"/>
              </a:rPr>
              <a:t>vào </a:t>
            </a:r>
            <a:r>
              <a:rPr lang="vi-VN" sz="2400" dirty="0">
                <a:latin typeface="+mj-lt"/>
                <a:cs typeface="Arial" charset="0"/>
              </a:rPr>
              <a:t>ngõ vào D </a:t>
            </a:r>
            <a:r>
              <a:rPr lang="vi-VN" sz="2400">
                <a:latin typeface="+mj-lt"/>
                <a:cs typeface="Arial" charset="0"/>
              </a:rPr>
              <a:t>của </a:t>
            </a:r>
            <a:r>
              <a:rPr lang="vi-VN" sz="2400" smtClean="0">
                <a:latin typeface="+mj-lt"/>
                <a:cs typeface="Arial" charset="0"/>
              </a:rPr>
              <a:t>FF.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solidFill>
                  <a:srgbClr val="0000FF"/>
                </a:solidFill>
                <a:latin typeface="+mj-lt"/>
                <a:cs typeface="Arial" charset="0"/>
              </a:rPr>
              <a:t>Q </a:t>
            </a:r>
            <a:r>
              <a:rPr lang="vi-VN" sz="2400" dirty="0">
                <a:solidFill>
                  <a:srgbClr val="0000FF"/>
                </a:solidFill>
                <a:latin typeface="+mj-lt"/>
                <a:cs typeface="Arial" charset="0"/>
              </a:rPr>
              <a:t>sẽ có logic 0 khi </a:t>
            </a:r>
            <a:r>
              <a:rPr lang="vi-VN" sz="2400">
                <a:solidFill>
                  <a:srgbClr val="0000FF"/>
                </a:solidFill>
                <a:latin typeface="+mj-lt"/>
                <a:cs typeface="Arial" charset="0"/>
              </a:rPr>
              <a:t>xảy </a:t>
            </a:r>
            <a:r>
              <a:rPr lang="vi-VN" sz="2400" smtClean="0">
                <a:solidFill>
                  <a:srgbClr val="0000FF"/>
                </a:solidFill>
                <a:latin typeface="+mj-lt"/>
                <a:cs typeface="Arial" charset="0"/>
              </a:rPr>
              <a:t>ra </a:t>
            </a:r>
            <a:r>
              <a:rPr lang="vi-VN" sz="2400" dirty="0">
                <a:solidFill>
                  <a:srgbClr val="0000FF"/>
                </a:solidFill>
                <a:latin typeface="+mj-lt"/>
                <a:cs typeface="Arial" charset="0"/>
              </a:rPr>
              <a:t>cạnh của CLK</a:t>
            </a:r>
            <a:r>
              <a:rPr lang="vi-VN" sz="2400" dirty="0">
                <a:latin typeface="+mj-lt"/>
                <a:cs typeface="Arial" charset="0"/>
              </a:rPr>
              <a:t> và </a:t>
            </a:r>
            <a:r>
              <a:rPr lang="vi-VN" sz="2400">
                <a:latin typeface="+mj-lt"/>
                <a:cs typeface="Arial" charset="0"/>
              </a:rPr>
              <a:t>duy </a:t>
            </a:r>
            <a:r>
              <a:rPr lang="vi-VN" sz="2400" smtClean="0">
                <a:latin typeface="+mj-lt"/>
                <a:cs typeface="Arial" charset="0"/>
              </a:rPr>
              <a:t>trì </a:t>
            </a:r>
            <a:r>
              <a:rPr lang="vi-VN" sz="2400" dirty="0">
                <a:latin typeface="+mj-lt"/>
                <a:cs typeface="Arial" charset="0"/>
              </a:rPr>
              <a:t>ở trạng thái này </a:t>
            </a:r>
            <a:r>
              <a:rPr lang="vi-VN" sz="2400">
                <a:latin typeface="+mj-lt"/>
                <a:cs typeface="Arial" charset="0"/>
              </a:rPr>
              <a:t>cho </a:t>
            </a:r>
            <a:r>
              <a:rPr lang="vi-VN" sz="2400" smtClean="0">
                <a:latin typeface="+mj-lt"/>
                <a:cs typeface="Arial" charset="0"/>
              </a:rPr>
              <a:t>đến </a:t>
            </a:r>
            <a:r>
              <a:rPr lang="vi-VN" sz="2400" dirty="0">
                <a:latin typeface="+mj-lt"/>
                <a:cs typeface="Arial" charset="0"/>
              </a:rPr>
              <a:t>cạnh tiếp </a:t>
            </a:r>
            <a:r>
              <a:rPr lang="vi-VN" sz="2400">
                <a:latin typeface="+mj-lt"/>
                <a:cs typeface="Arial" charset="0"/>
              </a:rPr>
              <a:t>theo </a:t>
            </a:r>
            <a:r>
              <a:rPr lang="vi-VN" sz="2400" smtClean="0">
                <a:latin typeface="+mj-lt"/>
                <a:cs typeface="Arial" charset="0"/>
              </a:rPr>
              <a:t>của</a:t>
            </a:r>
            <a:r>
              <a:rPr lang="en-US" sz="2400" smtClean="0">
                <a:latin typeface="+mj-lt"/>
                <a:cs typeface="Arial" charset="0"/>
              </a:rPr>
              <a:t> </a:t>
            </a:r>
            <a:r>
              <a:rPr lang="vi-VN" sz="2400" smtClean="0">
                <a:latin typeface="+mj-lt"/>
                <a:cs typeface="Arial" charset="0"/>
              </a:rPr>
              <a:t>CLK</a:t>
            </a:r>
            <a:r>
              <a:rPr lang="vi-VN" sz="2400" dirty="0">
                <a:latin typeface="+mj-lt"/>
                <a:cs typeface="Arial" charset="0"/>
              </a:rPr>
              <a:t>.</a:t>
            </a:r>
            <a:endParaRPr lang="en-US" sz="24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7975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F507F48F-8921-45AA-88CA-51D5180469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9.1 </a:t>
            </a:r>
            <a:r>
              <a:rPr lang="en-US" altLang="en-US" sz="3200" dirty="0" err="1"/>
              <a:t>Chức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năng</a:t>
            </a:r>
            <a:r>
              <a:rPr lang="en-US" altLang="en-US" sz="3200" dirty="0"/>
              <a:t> </a:t>
            </a:r>
            <a:r>
              <a:rPr lang="en-US" altLang="en-US" sz="3200" dirty="0" err="1"/>
              <a:t>cơ</a:t>
            </a:r>
            <a:r>
              <a:rPr lang="en-US" altLang="en-US" sz="3200" dirty="0"/>
              <a:t> </a:t>
            </a:r>
            <a:r>
              <a:rPr lang="en-US" altLang="en-US" sz="3200" dirty="0" err="1"/>
              <a:t>bản</a:t>
            </a:r>
            <a:endParaRPr lang="en-US" altLang="en-US" sz="3200" dirty="0"/>
          </a:p>
        </p:txBody>
      </p:sp>
      <p:pic>
        <p:nvPicPr>
          <p:cNvPr id="8196" name="Picture 7">
            <a:extLst>
              <a:ext uri="{FF2B5EF4-FFF2-40B4-BE49-F238E27FC236}">
                <a16:creationId xmlns:a16="http://schemas.microsoft.com/office/drawing/2014/main" id="{736A4484-073A-4C0A-9B2A-85A5EC9D7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1809750"/>
            <a:ext cx="4248150" cy="93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8F79FEA-BC21-49D8-A90E-45E00439C791}"/>
              </a:ext>
            </a:extLst>
          </p:cNvPr>
          <p:cNvSpPr txBox="1"/>
          <p:nvPr/>
        </p:nvSpPr>
        <p:spPr>
          <a:xfrm>
            <a:off x="614532" y="3119438"/>
            <a:ext cx="4033668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(a) Vào nối tiếp, ra nối tiếp, dịch phải</a:t>
            </a:r>
            <a:endParaRPr lang="en-US" sz="2000" dirty="0">
              <a:latin typeface="+mj-lt"/>
              <a:cs typeface="Arial" charset="0"/>
            </a:endParaRPr>
          </a:p>
        </p:txBody>
      </p:sp>
      <p:pic>
        <p:nvPicPr>
          <p:cNvPr id="8198" name="Picture 8">
            <a:extLst>
              <a:ext uri="{FF2B5EF4-FFF2-40B4-BE49-F238E27FC236}">
                <a16:creationId xmlns:a16="http://schemas.microsoft.com/office/drawing/2014/main" id="{80E5C5CE-7F01-4BEC-A468-ECA89B5D8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25" y="1724026"/>
            <a:ext cx="4257675" cy="94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CE69331-7339-4856-A628-83D90C1CDF14}"/>
              </a:ext>
            </a:extLst>
          </p:cNvPr>
          <p:cNvSpPr txBox="1"/>
          <p:nvPr/>
        </p:nvSpPr>
        <p:spPr>
          <a:xfrm>
            <a:off x="6949494" y="3119438"/>
            <a:ext cx="394710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(b) Vào nối tiếp, ra nối tiếp, dịch trái</a:t>
            </a:r>
            <a:endParaRPr lang="en-US" sz="2000" dirty="0">
              <a:latin typeface="+mj-lt"/>
              <a:cs typeface="Arial" charset="0"/>
            </a:endParaRPr>
          </a:p>
        </p:txBody>
      </p:sp>
      <p:pic>
        <p:nvPicPr>
          <p:cNvPr id="11" name="Picture 6">
            <a:extLst>
              <a:ext uri="{FF2B5EF4-FFF2-40B4-BE49-F238E27FC236}">
                <a16:creationId xmlns:a16="http://schemas.microsoft.com/office/drawing/2014/main" id="{9BC94769-1025-4C09-82F6-1859C7078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239" y="4038600"/>
            <a:ext cx="3209925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3935AC8-8DD8-4A95-8B5D-A6C84CC5519C}"/>
              </a:ext>
            </a:extLst>
          </p:cNvPr>
          <p:cNvSpPr txBox="1"/>
          <p:nvPr/>
        </p:nvSpPr>
        <p:spPr>
          <a:xfrm>
            <a:off x="76200" y="5681662"/>
            <a:ext cx="42917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(c) Vào song song, ra nối tiếp, dịch phải</a:t>
            </a:r>
            <a:endParaRPr lang="en-US" sz="2000" dirty="0">
              <a:latin typeface="+mj-lt"/>
              <a:cs typeface="Arial" charset="0"/>
            </a:endParaRPr>
          </a:p>
        </p:txBody>
      </p:sp>
      <p:pic>
        <p:nvPicPr>
          <p:cNvPr id="13" name="Picture 7">
            <a:extLst>
              <a:ext uri="{FF2B5EF4-FFF2-40B4-BE49-F238E27FC236}">
                <a16:creationId xmlns:a16="http://schemas.microsoft.com/office/drawing/2014/main" id="{17C59C42-FC40-4B1E-A17A-BDD8EA536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3943350"/>
            <a:ext cx="30670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8FE4368-3EA9-47A7-81AF-347288C7F04F}"/>
              </a:ext>
            </a:extLst>
          </p:cNvPr>
          <p:cNvSpPr txBox="1"/>
          <p:nvPr/>
        </p:nvSpPr>
        <p:spPr>
          <a:xfrm>
            <a:off x="5151439" y="5786438"/>
            <a:ext cx="294683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(d) Vào nối tiếp, dịch phải,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      ra song song</a:t>
            </a:r>
            <a:endParaRPr lang="en-US" sz="2000" dirty="0">
              <a:latin typeface="+mj-lt"/>
              <a:cs typeface="Arial" charset="0"/>
            </a:endParaRPr>
          </a:p>
        </p:txBody>
      </p:sp>
      <p:pic>
        <p:nvPicPr>
          <p:cNvPr id="15" name="Picture 8">
            <a:extLst>
              <a:ext uri="{FF2B5EF4-FFF2-40B4-BE49-F238E27FC236}">
                <a16:creationId xmlns:a16="http://schemas.microsoft.com/office/drawing/2014/main" id="{80310EC6-DB1A-404F-9AE7-3F43457A3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5925" y="3743326"/>
            <a:ext cx="21240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96C6835-853E-4841-9DC9-E5D000EA7103}"/>
              </a:ext>
            </a:extLst>
          </p:cNvPr>
          <p:cNvSpPr txBox="1"/>
          <p:nvPr/>
        </p:nvSpPr>
        <p:spPr>
          <a:xfrm>
            <a:off x="8686800" y="6229290"/>
            <a:ext cx="3475823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(e) Vào song song, ra song song</a:t>
            </a:r>
            <a:endParaRPr lang="en-US" sz="20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316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244E3C0-2706-4578-A0F9-31B1B34258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2A772E42-4B57-4BC4-97AC-679EE811AF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9024" y="1524000"/>
            <a:ext cx="8229600" cy="91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smtClean="0"/>
              <a:t>Mạch </a:t>
            </a:r>
            <a:r>
              <a:rPr lang="en-US" altLang="en-US" sz="2400" dirty="0" err="1"/>
              <a:t>ghi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dịch</a:t>
            </a:r>
            <a:r>
              <a:rPr lang="en-US" altLang="en-US" sz="2400" dirty="0"/>
              <a:t> 4-bit (4-flipflop)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tiếp</a:t>
            </a:r>
            <a:r>
              <a:rPr lang="en-US" altLang="en-US" sz="2400" dirty="0"/>
              <a:t> – </a:t>
            </a:r>
            <a:r>
              <a:rPr lang="en-US" altLang="en-US" sz="2400" dirty="0" err="1"/>
              <a:t>ra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tiếp</a:t>
            </a:r>
            <a:r>
              <a:rPr lang="vi-VN" altLang="en-US" sz="2400" dirty="0"/>
              <a:t> (dịch phải).</a:t>
            </a:r>
            <a:endParaRPr lang="en-US" alt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DA139-AF61-4280-97F7-E362ACCB982F}"/>
              </a:ext>
            </a:extLst>
          </p:cNvPr>
          <p:cNvSpPr/>
          <p:nvPr/>
        </p:nvSpPr>
        <p:spPr>
          <a:xfrm>
            <a:off x="2354262" y="31670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8" name="Isosceles Triangle 7">
            <a:extLst>
              <a:ext uri="{FF2B5EF4-FFF2-40B4-BE49-F238E27FC236}">
                <a16:creationId xmlns:a16="http://schemas.microsoft.com/office/drawing/2014/main" id="{FA4D0877-50F3-4FF8-ACD5-0EED70FAADD9}"/>
              </a:ext>
            </a:extLst>
          </p:cNvPr>
          <p:cNvSpPr/>
          <p:nvPr/>
        </p:nvSpPr>
        <p:spPr>
          <a:xfrm rot="5400000">
            <a:off x="2336800" y="37607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786DCD-9A49-4BBD-8053-4F43CE7CA9C0}"/>
              </a:ext>
            </a:extLst>
          </p:cNvPr>
          <p:cNvCxnSpPr>
            <a:stCxn id="8" idx="3"/>
          </p:cNvCxnSpPr>
          <p:nvPr/>
        </p:nvCxnSpPr>
        <p:spPr>
          <a:xfrm rot="10800000">
            <a:off x="2079624" y="3849689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EF2C5C-EB40-485E-A8C9-CBB946F46CBB}"/>
              </a:ext>
            </a:extLst>
          </p:cNvPr>
          <p:cNvCxnSpPr/>
          <p:nvPr/>
        </p:nvCxnSpPr>
        <p:spPr>
          <a:xfrm rot="10800000" flipV="1">
            <a:off x="1698624" y="3311526"/>
            <a:ext cx="65563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5CCAC25-336F-4B7B-9C1A-9009740520BF}"/>
              </a:ext>
            </a:extLst>
          </p:cNvPr>
          <p:cNvCxnSpPr/>
          <p:nvPr/>
        </p:nvCxnSpPr>
        <p:spPr>
          <a:xfrm rot="10800000">
            <a:off x="3109912" y="33115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9083553E-5CCF-4FAB-BCCD-5CB7B7A9098A}"/>
              </a:ext>
            </a:extLst>
          </p:cNvPr>
          <p:cNvSpPr/>
          <p:nvPr/>
        </p:nvSpPr>
        <p:spPr>
          <a:xfrm>
            <a:off x="3819524" y="3178176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0" name="Isosceles Triangle 19">
            <a:extLst>
              <a:ext uri="{FF2B5EF4-FFF2-40B4-BE49-F238E27FC236}">
                <a16:creationId xmlns:a16="http://schemas.microsoft.com/office/drawing/2014/main" id="{7959AFCE-E346-4368-852F-247653E5A67A}"/>
              </a:ext>
            </a:extLst>
          </p:cNvPr>
          <p:cNvSpPr/>
          <p:nvPr/>
        </p:nvSpPr>
        <p:spPr>
          <a:xfrm rot="5400000">
            <a:off x="3802062" y="377190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8B84F8-E5C9-4209-8024-A42BCC9D434F}"/>
              </a:ext>
            </a:extLst>
          </p:cNvPr>
          <p:cNvCxnSpPr>
            <a:stCxn id="20" idx="3"/>
          </p:cNvCxnSpPr>
          <p:nvPr/>
        </p:nvCxnSpPr>
        <p:spPr>
          <a:xfrm rot="10800000">
            <a:off x="3544888" y="386080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8F67CD-E069-48F7-85E8-A81A0761C692}"/>
              </a:ext>
            </a:extLst>
          </p:cNvPr>
          <p:cNvCxnSpPr/>
          <p:nvPr/>
        </p:nvCxnSpPr>
        <p:spPr>
          <a:xfrm rot="10800000">
            <a:off x="4575175" y="332263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1FE411A-4B50-49D7-B2D7-0F292DD5A704}"/>
              </a:ext>
            </a:extLst>
          </p:cNvPr>
          <p:cNvSpPr/>
          <p:nvPr/>
        </p:nvSpPr>
        <p:spPr>
          <a:xfrm>
            <a:off x="5273674" y="3184526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5" name="Isosceles Triangle 24">
            <a:extLst>
              <a:ext uri="{FF2B5EF4-FFF2-40B4-BE49-F238E27FC236}">
                <a16:creationId xmlns:a16="http://schemas.microsoft.com/office/drawing/2014/main" id="{8117D37B-E8B6-4300-8719-1B37C341A568}"/>
              </a:ext>
            </a:extLst>
          </p:cNvPr>
          <p:cNvSpPr/>
          <p:nvPr/>
        </p:nvSpPr>
        <p:spPr>
          <a:xfrm rot="5400000">
            <a:off x="5256212" y="377825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2A869D-23BB-45FF-BB9C-E7D7D9D405EC}"/>
              </a:ext>
            </a:extLst>
          </p:cNvPr>
          <p:cNvCxnSpPr>
            <a:stCxn id="25" idx="3"/>
          </p:cNvCxnSpPr>
          <p:nvPr/>
        </p:nvCxnSpPr>
        <p:spPr>
          <a:xfrm rot="10800000">
            <a:off x="4999038" y="386715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899ED49-D6D4-4339-A216-FC0F7170A210}"/>
              </a:ext>
            </a:extLst>
          </p:cNvPr>
          <p:cNvCxnSpPr/>
          <p:nvPr/>
        </p:nvCxnSpPr>
        <p:spPr>
          <a:xfrm rot="10800000">
            <a:off x="6029325" y="332898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574E097-2C95-48A2-BC81-7AADC97C8DAD}"/>
              </a:ext>
            </a:extLst>
          </p:cNvPr>
          <p:cNvSpPr/>
          <p:nvPr/>
        </p:nvSpPr>
        <p:spPr>
          <a:xfrm>
            <a:off x="6727824" y="31924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30" name="Isosceles Triangle 29">
            <a:extLst>
              <a:ext uri="{FF2B5EF4-FFF2-40B4-BE49-F238E27FC236}">
                <a16:creationId xmlns:a16="http://schemas.microsoft.com/office/drawing/2014/main" id="{73FB114A-7434-45AC-B01B-2F78BA9D7DCC}"/>
              </a:ext>
            </a:extLst>
          </p:cNvPr>
          <p:cNvSpPr/>
          <p:nvPr/>
        </p:nvSpPr>
        <p:spPr>
          <a:xfrm rot="5400000">
            <a:off x="6734175" y="37830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6F1150-3FFA-4BA0-9124-5E3AFC2A8A09}"/>
              </a:ext>
            </a:extLst>
          </p:cNvPr>
          <p:cNvCxnSpPr>
            <a:stCxn id="30" idx="3"/>
          </p:cNvCxnSpPr>
          <p:nvPr/>
        </p:nvCxnSpPr>
        <p:spPr>
          <a:xfrm rot="10800000">
            <a:off x="6476999" y="3871914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6C04095-CFE2-4ACA-95FD-5766F38DA892}"/>
              </a:ext>
            </a:extLst>
          </p:cNvPr>
          <p:cNvCxnSpPr/>
          <p:nvPr/>
        </p:nvCxnSpPr>
        <p:spPr>
          <a:xfrm rot="10800000">
            <a:off x="7507287" y="3333751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E4178D0B-F72B-485A-A9D4-D9DBBE18B28E}"/>
              </a:ext>
            </a:extLst>
          </p:cNvPr>
          <p:cNvSpPr/>
          <p:nvPr/>
        </p:nvSpPr>
        <p:spPr>
          <a:xfrm>
            <a:off x="7489825" y="4343401"/>
            <a:ext cx="73025" cy="7302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459DDE9-89AC-4CC0-970A-61D0903E01F6}"/>
              </a:ext>
            </a:extLst>
          </p:cNvPr>
          <p:cNvCxnSpPr/>
          <p:nvPr/>
        </p:nvCxnSpPr>
        <p:spPr>
          <a:xfrm rot="10800000">
            <a:off x="7562850" y="4379914"/>
            <a:ext cx="688975" cy="31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171">
            <a:extLst>
              <a:ext uri="{FF2B5EF4-FFF2-40B4-BE49-F238E27FC236}">
                <a16:creationId xmlns:a16="http://schemas.microsoft.com/office/drawing/2014/main" id="{D5E5B2B1-F9DC-44BC-A4B4-05EF13120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62" y="2905125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42" name="TextBox 172">
            <a:extLst>
              <a:ext uri="{FF2B5EF4-FFF2-40B4-BE49-F238E27FC236}">
                <a16:creationId xmlns:a16="http://schemas.microsoft.com/office/drawing/2014/main" id="{6CD8F16E-46CE-4D1D-836B-070BFA9152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13649" y="4002088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742A7C9-9CF5-419F-91C5-872083F0F119}"/>
              </a:ext>
            </a:extLst>
          </p:cNvPr>
          <p:cNvCxnSpPr/>
          <p:nvPr/>
        </p:nvCxnSpPr>
        <p:spPr>
          <a:xfrm>
            <a:off x="7732712" y="4065588"/>
            <a:ext cx="152400" cy="0"/>
          </a:xfrm>
          <a:prstGeom prst="line">
            <a:avLst/>
          </a:prstGeom>
          <a:ln w="3175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41896DD-2035-438A-AB7F-FA9AD9B4AEB6}"/>
              </a:ext>
            </a:extLst>
          </p:cNvPr>
          <p:cNvCxnSpPr/>
          <p:nvPr/>
        </p:nvCxnSpPr>
        <p:spPr>
          <a:xfrm rot="5400000">
            <a:off x="3013868" y="437118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691A706-94A9-4D63-B7FF-CCD712802306}"/>
              </a:ext>
            </a:extLst>
          </p:cNvPr>
          <p:cNvCxnSpPr/>
          <p:nvPr/>
        </p:nvCxnSpPr>
        <p:spPr>
          <a:xfrm rot="5400000">
            <a:off x="1567656" y="436959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80228580-2ED1-47ED-90F0-FF0975A04C58}"/>
              </a:ext>
            </a:extLst>
          </p:cNvPr>
          <p:cNvCxnSpPr/>
          <p:nvPr/>
        </p:nvCxnSpPr>
        <p:spPr>
          <a:xfrm rot="5400000">
            <a:off x="4469606" y="439658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7D9CCF9-8A1F-443A-98FD-0BDCB1488989}"/>
              </a:ext>
            </a:extLst>
          </p:cNvPr>
          <p:cNvCxnSpPr/>
          <p:nvPr/>
        </p:nvCxnSpPr>
        <p:spPr>
          <a:xfrm rot="5400000">
            <a:off x="5957093" y="4410869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1553B70-3F94-48AB-B173-A7D3E0FD78DF}"/>
              </a:ext>
            </a:extLst>
          </p:cNvPr>
          <p:cNvCxnSpPr/>
          <p:nvPr/>
        </p:nvCxnSpPr>
        <p:spPr>
          <a:xfrm rot="10800000">
            <a:off x="1698624" y="4919664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0E477788-699A-4927-996D-A2834F93E531}"/>
              </a:ext>
            </a:extLst>
          </p:cNvPr>
          <p:cNvSpPr/>
          <p:nvPr/>
        </p:nvSpPr>
        <p:spPr>
          <a:xfrm>
            <a:off x="4981575" y="48942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A95CB3F5-C564-4BBE-AAD4-70D33713735B}"/>
              </a:ext>
            </a:extLst>
          </p:cNvPr>
          <p:cNvSpPr/>
          <p:nvPr/>
        </p:nvSpPr>
        <p:spPr>
          <a:xfrm>
            <a:off x="3513138" y="48815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60F802B9-0BC3-4D50-B636-8E27FE560A4B}"/>
              </a:ext>
            </a:extLst>
          </p:cNvPr>
          <p:cNvSpPr/>
          <p:nvPr/>
        </p:nvSpPr>
        <p:spPr>
          <a:xfrm>
            <a:off x="2054225" y="48974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TextBox 171">
            <a:extLst>
              <a:ext uri="{FF2B5EF4-FFF2-40B4-BE49-F238E27FC236}">
                <a16:creationId xmlns:a16="http://schemas.microsoft.com/office/drawing/2014/main" id="{582C82B8-A248-4B94-8880-D00C234097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2487" y="29098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58" name="TextBox 171">
            <a:extLst>
              <a:ext uri="{FF2B5EF4-FFF2-40B4-BE49-F238E27FC236}">
                <a16:creationId xmlns:a16="http://schemas.microsoft.com/office/drawing/2014/main" id="{554A3217-2BA0-4D77-9748-2E3AB2A822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6950" y="290988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2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59" name="TextBox 171">
            <a:extLst>
              <a:ext uri="{FF2B5EF4-FFF2-40B4-BE49-F238E27FC236}">
                <a16:creationId xmlns:a16="http://schemas.microsoft.com/office/drawing/2014/main" id="{1FF54FA2-0A90-4ADD-BA32-40B6D1795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86662" y="29098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9BEEB1-2790-4D8F-81ED-6399FEDF2967}"/>
              </a:ext>
            </a:extLst>
          </p:cNvPr>
          <p:cNvSpPr txBox="1"/>
          <p:nvPr/>
        </p:nvSpPr>
        <p:spPr>
          <a:xfrm>
            <a:off x="2428874" y="2676525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C38CD8B-ACF3-4056-8D80-AA97E31036DC}"/>
              </a:ext>
            </a:extLst>
          </p:cNvPr>
          <p:cNvSpPr txBox="1"/>
          <p:nvPr/>
        </p:nvSpPr>
        <p:spPr>
          <a:xfrm>
            <a:off x="3876674" y="2681288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35BC4FE-E3A8-4AB6-911C-A20B96C799FA}"/>
              </a:ext>
            </a:extLst>
          </p:cNvPr>
          <p:cNvSpPr txBox="1"/>
          <p:nvPr/>
        </p:nvSpPr>
        <p:spPr>
          <a:xfrm>
            <a:off x="5324474" y="2667000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82FB5D4-F953-4D6E-84CE-E588557387B5}"/>
              </a:ext>
            </a:extLst>
          </p:cNvPr>
          <p:cNvSpPr txBox="1"/>
          <p:nvPr/>
        </p:nvSpPr>
        <p:spPr>
          <a:xfrm>
            <a:off x="6772274" y="2667000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84085A-04C2-4DD9-89C0-B468CD550D18}"/>
              </a:ext>
            </a:extLst>
          </p:cNvPr>
          <p:cNvSpPr txBox="1"/>
          <p:nvPr/>
        </p:nvSpPr>
        <p:spPr>
          <a:xfrm>
            <a:off x="7947024" y="3429001"/>
            <a:ext cx="1881188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Ngõ ra dữ liệu </a:t>
            </a:r>
          </a:p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nối tiếp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581EB48-9005-4AC3-9F05-D0E1E836D2AF}"/>
              </a:ext>
            </a:extLst>
          </p:cNvPr>
          <p:cNvSpPr txBox="1"/>
          <p:nvPr/>
        </p:nvSpPr>
        <p:spPr>
          <a:xfrm>
            <a:off x="762000" y="2771775"/>
            <a:ext cx="1211263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Ngõ vào </a:t>
            </a:r>
          </a:p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dữ liệu </a:t>
            </a:r>
          </a:p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nối tiếp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F6AEC66-C855-4631-A86E-7D97D9AD7BAA}"/>
              </a:ext>
            </a:extLst>
          </p:cNvPr>
          <p:cNvSpPr txBox="1"/>
          <p:nvPr/>
        </p:nvSpPr>
        <p:spPr>
          <a:xfrm>
            <a:off x="1012825" y="4710113"/>
            <a:ext cx="6842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CLK</a:t>
            </a:r>
            <a:endParaRPr lang="en-US" sz="20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185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8D089-0D0F-445D-BEB9-6FB1A1971541}"/>
              </a:ext>
            </a:extLst>
          </p:cNvPr>
          <p:cNvSpPr/>
          <p:nvPr/>
        </p:nvSpPr>
        <p:spPr>
          <a:xfrm>
            <a:off x="2465387" y="2324100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" name="Isosceles Triangle 4">
            <a:extLst>
              <a:ext uri="{FF2B5EF4-FFF2-40B4-BE49-F238E27FC236}">
                <a16:creationId xmlns:a16="http://schemas.microsoft.com/office/drawing/2014/main" id="{CFE3B334-9A00-4F7E-B228-0C3DAC7E31F6}"/>
              </a:ext>
            </a:extLst>
          </p:cNvPr>
          <p:cNvSpPr/>
          <p:nvPr/>
        </p:nvSpPr>
        <p:spPr>
          <a:xfrm rot="5400000">
            <a:off x="2447925" y="291782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1B20022-2BCC-4C15-8B20-353DB2BD2C09}"/>
              </a:ext>
            </a:extLst>
          </p:cNvPr>
          <p:cNvCxnSpPr>
            <a:stCxn id="5" idx="3"/>
          </p:cNvCxnSpPr>
          <p:nvPr/>
        </p:nvCxnSpPr>
        <p:spPr>
          <a:xfrm rot="10800000">
            <a:off x="2190749" y="3006726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6441ED-E9CC-474D-B0D6-9A73DDA95BAA}"/>
              </a:ext>
            </a:extLst>
          </p:cNvPr>
          <p:cNvCxnSpPr/>
          <p:nvPr/>
        </p:nvCxnSpPr>
        <p:spPr>
          <a:xfrm rot="10800000" flipV="1">
            <a:off x="1809749" y="2468563"/>
            <a:ext cx="65563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F5A385-32B6-41CE-90F9-BE488E7C04D9}"/>
              </a:ext>
            </a:extLst>
          </p:cNvPr>
          <p:cNvCxnSpPr/>
          <p:nvPr/>
        </p:nvCxnSpPr>
        <p:spPr>
          <a:xfrm rot="10800000">
            <a:off x="3221037" y="2468563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8B656F81-213C-49EF-A325-AC925AE71208}"/>
              </a:ext>
            </a:extLst>
          </p:cNvPr>
          <p:cNvSpPr/>
          <p:nvPr/>
        </p:nvSpPr>
        <p:spPr>
          <a:xfrm>
            <a:off x="3930649" y="2335213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0" name="Isosceles Triangle 9">
            <a:extLst>
              <a:ext uri="{FF2B5EF4-FFF2-40B4-BE49-F238E27FC236}">
                <a16:creationId xmlns:a16="http://schemas.microsoft.com/office/drawing/2014/main" id="{A7FDB7FC-F60B-4183-81FD-61715FC6E744}"/>
              </a:ext>
            </a:extLst>
          </p:cNvPr>
          <p:cNvSpPr/>
          <p:nvPr/>
        </p:nvSpPr>
        <p:spPr>
          <a:xfrm rot="5400000">
            <a:off x="3913187" y="292893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CE4D325-9B95-43D1-A920-5C5A9D05516C}"/>
              </a:ext>
            </a:extLst>
          </p:cNvPr>
          <p:cNvCxnSpPr>
            <a:stCxn id="10" idx="3"/>
          </p:cNvCxnSpPr>
          <p:nvPr/>
        </p:nvCxnSpPr>
        <p:spPr>
          <a:xfrm rot="10800000">
            <a:off x="3656013" y="3017837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83040B-8088-4815-A17E-21E5D3839A8B}"/>
              </a:ext>
            </a:extLst>
          </p:cNvPr>
          <p:cNvCxnSpPr/>
          <p:nvPr/>
        </p:nvCxnSpPr>
        <p:spPr>
          <a:xfrm rot="10800000">
            <a:off x="4686300" y="2479675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BCD66-ABD7-4AAD-95D4-0117AC3D2F02}"/>
              </a:ext>
            </a:extLst>
          </p:cNvPr>
          <p:cNvSpPr/>
          <p:nvPr/>
        </p:nvSpPr>
        <p:spPr>
          <a:xfrm>
            <a:off x="5383212" y="2341563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4339B015-AC6A-46BE-83E9-8089221C4CB6}"/>
              </a:ext>
            </a:extLst>
          </p:cNvPr>
          <p:cNvSpPr/>
          <p:nvPr/>
        </p:nvSpPr>
        <p:spPr>
          <a:xfrm rot="5400000">
            <a:off x="5365750" y="29352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2F6C65-1436-48FA-B5E6-613AAA0023E1}"/>
              </a:ext>
            </a:extLst>
          </p:cNvPr>
          <p:cNvCxnSpPr>
            <a:stCxn id="14" idx="3"/>
          </p:cNvCxnSpPr>
          <p:nvPr/>
        </p:nvCxnSpPr>
        <p:spPr>
          <a:xfrm rot="10800000">
            <a:off x="5108574" y="3024187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E92AC3-0876-4971-86CD-380E6BFC4CDD}"/>
              </a:ext>
            </a:extLst>
          </p:cNvPr>
          <p:cNvCxnSpPr/>
          <p:nvPr/>
        </p:nvCxnSpPr>
        <p:spPr>
          <a:xfrm rot="10800000">
            <a:off x="6138862" y="2486025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C4301C5-9432-400B-B036-5179FB104348}"/>
              </a:ext>
            </a:extLst>
          </p:cNvPr>
          <p:cNvSpPr/>
          <p:nvPr/>
        </p:nvSpPr>
        <p:spPr>
          <a:xfrm>
            <a:off x="6838949" y="2349500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8" name="Isosceles Triangle 17">
            <a:extLst>
              <a:ext uri="{FF2B5EF4-FFF2-40B4-BE49-F238E27FC236}">
                <a16:creationId xmlns:a16="http://schemas.microsoft.com/office/drawing/2014/main" id="{B5875E27-A326-4FD9-8485-1783378FB8BE}"/>
              </a:ext>
            </a:extLst>
          </p:cNvPr>
          <p:cNvSpPr/>
          <p:nvPr/>
        </p:nvSpPr>
        <p:spPr>
          <a:xfrm rot="5400000">
            <a:off x="6845300" y="2940050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83A6DE0-03E0-4F6C-819D-6427CA3238BC}"/>
              </a:ext>
            </a:extLst>
          </p:cNvPr>
          <p:cNvCxnSpPr>
            <a:stCxn id="18" idx="3"/>
          </p:cNvCxnSpPr>
          <p:nvPr/>
        </p:nvCxnSpPr>
        <p:spPr>
          <a:xfrm rot="10800000">
            <a:off x="6588124" y="3028951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AB87964-47C8-45D1-8151-971B67FCE0AA}"/>
              </a:ext>
            </a:extLst>
          </p:cNvPr>
          <p:cNvCxnSpPr/>
          <p:nvPr/>
        </p:nvCxnSpPr>
        <p:spPr>
          <a:xfrm rot="10800000">
            <a:off x="7604125" y="2490788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71">
            <a:extLst>
              <a:ext uri="{FF2B5EF4-FFF2-40B4-BE49-F238E27FC236}">
                <a16:creationId xmlns:a16="http://schemas.microsoft.com/office/drawing/2014/main" id="{EC092A91-B1EF-436B-AB22-031353CD02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4237" y="2058987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24" name="TextBox 172">
            <a:extLst>
              <a:ext uri="{FF2B5EF4-FFF2-40B4-BE49-F238E27FC236}">
                <a16:creationId xmlns:a16="http://schemas.microsoft.com/office/drawing/2014/main" id="{01EE5C3F-D4EB-4E09-AB07-E7404E171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1037" y="2281237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B7E98D3-A87C-4AD9-A33D-1A6D4FA7D352}"/>
              </a:ext>
            </a:extLst>
          </p:cNvPr>
          <p:cNvCxnSpPr/>
          <p:nvPr/>
        </p:nvCxnSpPr>
        <p:spPr>
          <a:xfrm rot="5400000">
            <a:off x="3124993" y="3528218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F5E94B9-5227-43F0-9EE6-9C0658715FD9}"/>
              </a:ext>
            </a:extLst>
          </p:cNvPr>
          <p:cNvCxnSpPr/>
          <p:nvPr/>
        </p:nvCxnSpPr>
        <p:spPr>
          <a:xfrm rot="5400000">
            <a:off x="1677193" y="352663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5422AFE-387E-4C03-85A9-2055D779F4D9}"/>
              </a:ext>
            </a:extLst>
          </p:cNvPr>
          <p:cNvCxnSpPr/>
          <p:nvPr/>
        </p:nvCxnSpPr>
        <p:spPr>
          <a:xfrm rot="5400000">
            <a:off x="4579143" y="3553618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18D9391-B956-480A-9BA6-BB88046957A8}"/>
              </a:ext>
            </a:extLst>
          </p:cNvPr>
          <p:cNvCxnSpPr/>
          <p:nvPr/>
        </p:nvCxnSpPr>
        <p:spPr>
          <a:xfrm rot="5400000">
            <a:off x="6068218" y="3567906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2138F7D-E1D8-45DE-A8EC-3A1F2F1164FC}"/>
              </a:ext>
            </a:extLst>
          </p:cNvPr>
          <p:cNvCxnSpPr/>
          <p:nvPr/>
        </p:nvCxnSpPr>
        <p:spPr>
          <a:xfrm rot="10800000">
            <a:off x="1809749" y="4076701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435F0641-F792-40B3-BA2B-E5D53A8D8886}"/>
              </a:ext>
            </a:extLst>
          </p:cNvPr>
          <p:cNvSpPr/>
          <p:nvPr/>
        </p:nvSpPr>
        <p:spPr>
          <a:xfrm>
            <a:off x="5091113" y="40513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7CCFB84-A94A-464B-B586-2356B339B036}"/>
              </a:ext>
            </a:extLst>
          </p:cNvPr>
          <p:cNvSpPr/>
          <p:nvPr/>
        </p:nvSpPr>
        <p:spPr>
          <a:xfrm>
            <a:off x="3624263" y="40386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FABF750-D3C6-4E9C-BC72-665E79127F11}"/>
              </a:ext>
            </a:extLst>
          </p:cNvPr>
          <p:cNvSpPr/>
          <p:nvPr/>
        </p:nvSpPr>
        <p:spPr>
          <a:xfrm>
            <a:off x="2165350" y="405447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4" name="TextBox 171">
            <a:extLst>
              <a:ext uri="{FF2B5EF4-FFF2-40B4-BE49-F238E27FC236}">
                <a16:creationId xmlns:a16="http://schemas.microsoft.com/office/drawing/2014/main" id="{FB5BEE1A-04C3-4C64-AD57-1CE47F2F5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0612" y="2052637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35" name="TextBox 171">
            <a:extLst>
              <a:ext uri="{FF2B5EF4-FFF2-40B4-BE49-F238E27FC236}">
                <a16:creationId xmlns:a16="http://schemas.microsoft.com/office/drawing/2014/main" id="{43616C68-15A4-4076-B9DF-97918803C8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30950" y="203835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36" name="TextBox 171">
            <a:extLst>
              <a:ext uri="{FF2B5EF4-FFF2-40B4-BE49-F238E27FC236}">
                <a16:creationId xmlns:a16="http://schemas.microsoft.com/office/drawing/2014/main" id="{3C6232CB-0158-4504-952A-5B72A0B4E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7787" y="2066925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102B74C-DAC0-47AB-B24F-BB37F2A7C483}"/>
              </a:ext>
            </a:extLst>
          </p:cNvPr>
          <p:cNvSpPr txBox="1"/>
          <p:nvPr/>
        </p:nvSpPr>
        <p:spPr>
          <a:xfrm>
            <a:off x="2539999" y="1833562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1FFDCA-26BA-4E79-B8C1-22B8BE0EAA07}"/>
              </a:ext>
            </a:extLst>
          </p:cNvPr>
          <p:cNvSpPr txBox="1"/>
          <p:nvPr/>
        </p:nvSpPr>
        <p:spPr>
          <a:xfrm>
            <a:off x="3987799" y="1838325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83F992-9816-422F-9FBA-0B767A3B3040}"/>
              </a:ext>
            </a:extLst>
          </p:cNvPr>
          <p:cNvSpPr txBox="1"/>
          <p:nvPr/>
        </p:nvSpPr>
        <p:spPr>
          <a:xfrm>
            <a:off x="5435599" y="1824037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3C1B4DD-22B6-42D2-BB17-A873E10C2BDB}"/>
              </a:ext>
            </a:extLst>
          </p:cNvPr>
          <p:cNvSpPr txBox="1"/>
          <p:nvPr/>
        </p:nvSpPr>
        <p:spPr>
          <a:xfrm>
            <a:off x="6883399" y="1824037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1138B6-03B7-49B5-AF21-D2676D509E31}"/>
              </a:ext>
            </a:extLst>
          </p:cNvPr>
          <p:cNvSpPr txBox="1"/>
          <p:nvPr/>
        </p:nvSpPr>
        <p:spPr>
          <a:xfrm>
            <a:off x="1123950" y="3867150"/>
            <a:ext cx="6842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CLK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864B7FD-6E2D-4547-8AC5-476BEAFBA0F7}"/>
              </a:ext>
            </a:extLst>
          </p:cNvPr>
          <p:cNvSpPr txBox="1"/>
          <p:nvPr/>
        </p:nvSpPr>
        <p:spPr>
          <a:xfrm>
            <a:off x="1095375" y="2133601"/>
            <a:ext cx="79692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Data 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input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70B054-5D98-48DC-BF95-C0DDB739F3FB}"/>
              </a:ext>
            </a:extLst>
          </p:cNvPr>
          <p:cNvSpPr txBox="1"/>
          <p:nvPr/>
        </p:nvSpPr>
        <p:spPr>
          <a:xfrm>
            <a:off x="7678738" y="3043238"/>
            <a:ext cx="1570037" cy="6461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Ban đầu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xóa thanh ghi</a:t>
            </a:r>
            <a:endParaRPr lang="en-US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FA95D8CB-377E-4BC6-92AC-97D507D6BE5A}"/>
              </a:ext>
            </a:extLst>
          </p:cNvPr>
          <p:cNvSpPr/>
          <p:nvPr/>
        </p:nvSpPr>
        <p:spPr>
          <a:xfrm>
            <a:off x="2479674" y="4838700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7" name="Isosceles Triangle 46">
            <a:extLst>
              <a:ext uri="{FF2B5EF4-FFF2-40B4-BE49-F238E27FC236}">
                <a16:creationId xmlns:a16="http://schemas.microsoft.com/office/drawing/2014/main" id="{CF4083C1-AAFB-4EC7-9AF2-34F6A9F2EEC7}"/>
              </a:ext>
            </a:extLst>
          </p:cNvPr>
          <p:cNvSpPr/>
          <p:nvPr/>
        </p:nvSpPr>
        <p:spPr>
          <a:xfrm rot="5400000">
            <a:off x="2462212" y="543242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9957242-5D31-4D8B-8260-56FDCB65C92C}"/>
              </a:ext>
            </a:extLst>
          </p:cNvPr>
          <p:cNvCxnSpPr>
            <a:stCxn id="47" idx="3"/>
          </p:cNvCxnSpPr>
          <p:nvPr/>
        </p:nvCxnSpPr>
        <p:spPr>
          <a:xfrm rot="10800000">
            <a:off x="2205038" y="5521326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C557EDA-C981-4546-93A1-BE08AF21F3B7}"/>
              </a:ext>
            </a:extLst>
          </p:cNvPr>
          <p:cNvCxnSpPr/>
          <p:nvPr/>
        </p:nvCxnSpPr>
        <p:spPr>
          <a:xfrm rot="10800000" flipV="1">
            <a:off x="1824038" y="4983163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F581EB-DB05-455C-B7DE-8118DADB947F}"/>
              </a:ext>
            </a:extLst>
          </p:cNvPr>
          <p:cNvCxnSpPr/>
          <p:nvPr/>
        </p:nvCxnSpPr>
        <p:spPr>
          <a:xfrm rot="10800000">
            <a:off x="3235325" y="4983163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0A0C422D-D566-4D50-B918-00AA826BD092}"/>
              </a:ext>
            </a:extLst>
          </p:cNvPr>
          <p:cNvSpPr/>
          <p:nvPr/>
        </p:nvSpPr>
        <p:spPr>
          <a:xfrm>
            <a:off x="3944937" y="4849813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2" name="Isosceles Triangle 51">
            <a:extLst>
              <a:ext uri="{FF2B5EF4-FFF2-40B4-BE49-F238E27FC236}">
                <a16:creationId xmlns:a16="http://schemas.microsoft.com/office/drawing/2014/main" id="{C3804308-2FDA-4591-AACF-A8A5072C0E77}"/>
              </a:ext>
            </a:extLst>
          </p:cNvPr>
          <p:cNvSpPr/>
          <p:nvPr/>
        </p:nvSpPr>
        <p:spPr>
          <a:xfrm rot="5400000">
            <a:off x="3927475" y="544353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793AB1F-7F1B-4949-8FE0-F14C8FF4AE93}"/>
              </a:ext>
            </a:extLst>
          </p:cNvPr>
          <p:cNvCxnSpPr>
            <a:stCxn id="52" idx="3"/>
          </p:cNvCxnSpPr>
          <p:nvPr/>
        </p:nvCxnSpPr>
        <p:spPr>
          <a:xfrm rot="10800000">
            <a:off x="3670299" y="5532437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BF96005-352E-462B-90AB-6133CE0158FA}"/>
              </a:ext>
            </a:extLst>
          </p:cNvPr>
          <p:cNvCxnSpPr/>
          <p:nvPr/>
        </p:nvCxnSpPr>
        <p:spPr>
          <a:xfrm rot="10800000">
            <a:off x="4700587" y="4994275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DDB5534-2E0E-420D-B499-6FBD4CE7FE40}"/>
              </a:ext>
            </a:extLst>
          </p:cNvPr>
          <p:cNvSpPr/>
          <p:nvPr/>
        </p:nvSpPr>
        <p:spPr>
          <a:xfrm>
            <a:off x="5397499" y="4856163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6" name="Isosceles Triangle 55">
            <a:extLst>
              <a:ext uri="{FF2B5EF4-FFF2-40B4-BE49-F238E27FC236}">
                <a16:creationId xmlns:a16="http://schemas.microsoft.com/office/drawing/2014/main" id="{295A3390-9178-4F22-A9E0-18F62AB5A047}"/>
              </a:ext>
            </a:extLst>
          </p:cNvPr>
          <p:cNvSpPr/>
          <p:nvPr/>
        </p:nvSpPr>
        <p:spPr>
          <a:xfrm rot="5400000">
            <a:off x="5380037" y="54498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84EC640-FB27-45F1-8665-D6A2E4ADC1A4}"/>
              </a:ext>
            </a:extLst>
          </p:cNvPr>
          <p:cNvCxnSpPr>
            <a:stCxn id="56" idx="3"/>
          </p:cNvCxnSpPr>
          <p:nvPr/>
        </p:nvCxnSpPr>
        <p:spPr>
          <a:xfrm rot="10800000">
            <a:off x="5122863" y="5538787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002E8A2C-22EE-4D76-BA37-63E336FBA6B9}"/>
              </a:ext>
            </a:extLst>
          </p:cNvPr>
          <p:cNvCxnSpPr/>
          <p:nvPr/>
        </p:nvCxnSpPr>
        <p:spPr>
          <a:xfrm rot="10800000">
            <a:off x="6153150" y="5000625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>
            <a:extLst>
              <a:ext uri="{FF2B5EF4-FFF2-40B4-BE49-F238E27FC236}">
                <a16:creationId xmlns:a16="http://schemas.microsoft.com/office/drawing/2014/main" id="{899A94C2-4AC7-4EB8-B37C-42DD97075A96}"/>
              </a:ext>
            </a:extLst>
          </p:cNvPr>
          <p:cNvSpPr/>
          <p:nvPr/>
        </p:nvSpPr>
        <p:spPr>
          <a:xfrm>
            <a:off x="6853237" y="4864100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60" name="Isosceles Triangle 59">
            <a:extLst>
              <a:ext uri="{FF2B5EF4-FFF2-40B4-BE49-F238E27FC236}">
                <a16:creationId xmlns:a16="http://schemas.microsoft.com/office/drawing/2014/main" id="{7EF9F7DA-49A2-4718-9794-3462D2F3825B}"/>
              </a:ext>
            </a:extLst>
          </p:cNvPr>
          <p:cNvSpPr/>
          <p:nvPr/>
        </p:nvSpPr>
        <p:spPr>
          <a:xfrm rot="5400000">
            <a:off x="6859587" y="5454650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8FE0B3D-C05F-4745-A9A9-8AED83417399}"/>
              </a:ext>
            </a:extLst>
          </p:cNvPr>
          <p:cNvCxnSpPr>
            <a:stCxn id="60" idx="3"/>
          </p:cNvCxnSpPr>
          <p:nvPr/>
        </p:nvCxnSpPr>
        <p:spPr>
          <a:xfrm rot="10800000">
            <a:off x="6602413" y="5543551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362006D-72D1-47C6-A4D7-7B807958DCF7}"/>
              </a:ext>
            </a:extLst>
          </p:cNvPr>
          <p:cNvCxnSpPr/>
          <p:nvPr/>
        </p:nvCxnSpPr>
        <p:spPr>
          <a:xfrm rot="10800000">
            <a:off x="7618412" y="5005388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171">
            <a:extLst>
              <a:ext uri="{FF2B5EF4-FFF2-40B4-BE49-F238E27FC236}">
                <a16:creationId xmlns:a16="http://schemas.microsoft.com/office/drawing/2014/main" id="{012416A7-9FF5-4177-99AB-13B65C437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38525" y="4573587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4" name="TextBox 172">
            <a:extLst>
              <a:ext uri="{FF2B5EF4-FFF2-40B4-BE49-F238E27FC236}">
                <a16:creationId xmlns:a16="http://schemas.microsoft.com/office/drawing/2014/main" id="{A2FE21E2-6772-4A78-890D-6759EDDB1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3737" y="4795837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97D5B9F-DC15-42E2-ACF0-00A795B56B90}"/>
              </a:ext>
            </a:extLst>
          </p:cNvPr>
          <p:cNvCxnSpPr/>
          <p:nvPr/>
        </p:nvCxnSpPr>
        <p:spPr>
          <a:xfrm rot="5400000">
            <a:off x="3139281" y="6042819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B9EF65A-F745-4DE2-9317-E57F75DB25FB}"/>
              </a:ext>
            </a:extLst>
          </p:cNvPr>
          <p:cNvCxnSpPr/>
          <p:nvPr/>
        </p:nvCxnSpPr>
        <p:spPr>
          <a:xfrm rot="5400000">
            <a:off x="1691481" y="604123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17F56E29-F89D-4820-AC9F-8BB92FD2F4D8}"/>
              </a:ext>
            </a:extLst>
          </p:cNvPr>
          <p:cNvCxnSpPr/>
          <p:nvPr/>
        </p:nvCxnSpPr>
        <p:spPr>
          <a:xfrm rot="5400000">
            <a:off x="4593431" y="6068219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29EED27-EEE1-411D-8251-9B836B0384B0}"/>
              </a:ext>
            </a:extLst>
          </p:cNvPr>
          <p:cNvCxnSpPr/>
          <p:nvPr/>
        </p:nvCxnSpPr>
        <p:spPr>
          <a:xfrm rot="5400000">
            <a:off x="6080918" y="6082506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E20B1DB-07AA-4C16-A49F-2B3EFBDEF2C5}"/>
              </a:ext>
            </a:extLst>
          </p:cNvPr>
          <p:cNvCxnSpPr/>
          <p:nvPr/>
        </p:nvCxnSpPr>
        <p:spPr>
          <a:xfrm rot="10800000">
            <a:off x="1824037" y="6591301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Oval 69">
            <a:extLst>
              <a:ext uri="{FF2B5EF4-FFF2-40B4-BE49-F238E27FC236}">
                <a16:creationId xmlns:a16="http://schemas.microsoft.com/office/drawing/2014/main" id="{54747C80-2CAB-45E0-8F4C-6B0AB9E9893C}"/>
              </a:ext>
            </a:extLst>
          </p:cNvPr>
          <p:cNvSpPr/>
          <p:nvPr/>
        </p:nvSpPr>
        <p:spPr>
          <a:xfrm>
            <a:off x="5105400" y="65659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E43C480F-D5F3-4FF0-9208-471189FFDC74}"/>
              </a:ext>
            </a:extLst>
          </p:cNvPr>
          <p:cNvSpPr/>
          <p:nvPr/>
        </p:nvSpPr>
        <p:spPr>
          <a:xfrm>
            <a:off x="3638550" y="65532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C03973FE-06A8-458D-A8AE-F10CB9587FF0}"/>
              </a:ext>
            </a:extLst>
          </p:cNvPr>
          <p:cNvSpPr/>
          <p:nvPr/>
        </p:nvSpPr>
        <p:spPr>
          <a:xfrm>
            <a:off x="2179638" y="656907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3" name="TextBox 171">
            <a:extLst>
              <a:ext uri="{FF2B5EF4-FFF2-40B4-BE49-F238E27FC236}">
                <a16:creationId xmlns:a16="http://schemas.microsoft.com/office/drawing/2014/main" id="{828C1757-F171-4E35-A875-78D64D316F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14900" y="4567237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74" name="TextBox 171">
            <a:extLst>
              <a:ext uri="{FF2B5EF4-FFF2-40B4-BE49-F238E27FC236}">
                <a16:creationId xmlns:a16="http://schemas.microsoft.com/office/drawing/2014/main" id="{9E50A611-418B-4ACA-B066-90BDDA7F56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5237" y="4552950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75" name="TextBox 171">
            <a:extLst>
              <a:ext uri="{FF2B5EF4-FFF2-40B4-BE49-F238E27FC236}">
                <a16:creationId xmlns:a16="http://schemas.microsoft.com/office/drawing/2014/main" id="{B8439A72-68EA-4469-A4D7-8F1E2F45F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2075" y="458152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BBCC908-9E1A-45BE-9BBC-FD4B4FB734FD}"/>
              </a:ext>
            </a:extLst>
          </p:cNvPr>
          <p:cNvSpPr txBox="1"/>
          <p:nvPr/>
        </p:nvSpPr>
        <p:spPr>
          <a:xfrm>
            <a:off x="2552699" y="4348162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DAEFF0-A69F-4CF7-B623-35788889F8F5}"/>
              </a:ext>
            </a:extLst>
          </p:cNvPr>
          <p:cNvSpPr txBox="1"/>
          <p:nvPr/>
        </p:nvSpPr>
        <p:spPr>
          <a:xfrm>
            <a:off x="4000499" y="4352925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0AD08E7-FE49-4575-8651-8F8A18AD9EDC}"/>
              </a:ext>
            </a:extLst>
          </p:cNvPr>
          <p:cNvSpPr txBox="1"/>
          <p:nvPr/>
        </p:nvSpPr>
        <p:spPr>
          <a:xfrm>
            <a:off x="5448299" y="4338637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EA4512-B648-491E-B1B6-B0D21AAD6631}"/>
              </a:ext>
            </a:extLst>
          </p:cNvPr>
          <p:cNvSpPr txBox="1"/>
          <p:nvPr/>
        </p:nvSpPr>
        <p:spPr>
          <a:xfrm>
            <a:off x="6896099" y="4338637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50B828-D626-44B1-946F-1B3469461E5F}"/>
              </a:ext>
            </a:extLst>
          </p:cNvPr>
          <p:cNvSpPr txBox="1"/>
          <p:nvPr/>
        </p:nvSpPr>
        <p:spPr>
          <a:xfrm>
            <a:off x="1066800" y="6381750"/>
            <a:ext cx="8286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CLK1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E470E00-1E38-4A9C-BCE9-6111FE2151C9}"/>
              </a:ext>
            </a:extLst>
          </p:cNvPr>
          <p:cNvSpPr txBox="1"/>
          <p:nvPr/>
        </p:nvSpPr>
        <p:spPr>
          <a:xfrm>
            <a:off x="762000" y="4484688"/>
            <a:ext cx="10826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liệu 1: </a:t>
            </a: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F5AAD5-CF73-4969-A4F8-825278DCAC58}"/>
              </a:ext>
            </a:extLst>
          </p:cNvPr>
          <p:cNvSpPr txBox="1"/>
          <p:nvPr/>
        </p:nvSpPr>
        <p:spPr>
          <a:xfrm>
            <a:off x="7693025" y="5557837"/>
            <a:ext cx="1236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CLK1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ADAB2EC9-96C4-4104-B43F-19308F8EED40}"/>
              </a:ext>
            </a:extLst>
          </p:cNvPr>
          <p:cNvCxnSpPr/>
          <p:nvPr/>
        </p:nvCxnSpPr>
        <p:spPr>
          <a:xfrm rot="10800000">
            <a:off x="1009649" y="638810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768B496A-9017-4AF9-B45F-649DF92106E0}"/>
              </a:ext>
            </a:extLst>
          </p:cNvPr>
          <p:cNvCxnSpPr/>
          <p:nvPr/>
        </p:nvCxnSpPr>
        <p:spPr>
          <a:xfrm rot="10800000">
            <a:off x="1333499" y="6099175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4A4D71F-C3A0-4818-8839-1E9B4660A312}"/>
              </a:ext>
            </a:extLst>
          </p:cNvPr>
          <p:cNvCxnSpPr/>
          <p:nvPr/>
        </p:nvCxnSpPr>
        <p:spPr>
          <a:xfrm rot="5400000">
            <a:off x="1513681" y="6242844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BE6FC6E8-F343-4988-860E-C649A381FF9D}"/>
              </a:ext>
            </a:extLst>
          </p:cNvPr>
          <p:cNvCxnSpPr/>
          <p:nvPr/>
        </p:nvCxnSpPr>
        <p:spPr>
          <a:xfrm rot="10800000">
            <a:off x="1657349" y="6386512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DE794A9-75D7-4559-BF57-79C6A25FAFE5}"/>
              </a:ext>
            </a:extLst>
          </p:cNvPr>
          <p:cNvCxnSpPr/>
          <p:nvPr/>
        </p:nvCxnSpPr>
        <p:spPr>
          <a:xfrm rot="5400000" flipH="1" flipV="1">
            <a:off x="1226343" y="6242843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595D6BAE-F468-46EE-93B4-C1882FEBF27F}"/>
              </a:ext>
            </a:extLst>
          </p:cNvPr>
          <p:cNvCxnSpPr/>
          <p:nvPr/>
        </p:nvCxnSpPr>
        <p:spPr>
          <a:xfrm rot="5400000">
            <a:off x="1189831" y="6242844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71" name="Rectangle 2">
            <a:extLst>
              <a:ext uri="{FF2B5EF4-FFF2-40B4-BE49-F238E27FC236}">
                <a16:creationId xmlns:a16="http://schemas.microsoft.com/office/drawing/2014/main" id="{58084D5F-66E6-4A3F-B7F9-25057E47DA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sp>
        <p:nvSpPr>
          <p:cNvPr id="89" name="Rectangle 6">
            <a:extLst>
              <a:ext uri="{FF2B5EF4-FFF2-40B4-BE49-F238E27FC236}">
                <a16:creationId xmlns:a16="http://schemas.microsoft.com/office/drawing/2014/main" id="{60B1CE08-B5A6-4049-BB47-90BB8EC9F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" y="1413244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0000"/>
            </a:pPr>
            <a:r>
              <a:rPr lang="en-US" altLang="en-US" sz="2400" b="1">
                <a:latin typeface="Arial" panose="020B0604020202020204" pitchFamily="34" charset="0"/>
              </a:rPr>
              <a:t>Đ</a:t>
            </a:r>
            <a:r>
              <a:rPr lang="en-US" altLang="en-US" sz="2400" b="1" smtClean="0">
                <a:latin typeface="Arial" panose="020B0604020202020204" pitchFamily="34" charset="0"/>
              </a:rPr>
              <a:t>ưa </a:t>
            </a:r>
            <a:r>
              <a:rPr lang="en-US" altLang="en-US" sz="2400" b="1" dirty="0" err="1">
                <a:latin typeface="Arial" panose="020B0604020202020204" pitchFamily="34" charset="0"/>
              </a:rPr>
              <a:t>dữ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liệu</a:t>
            </a:r>
            <a:r>
              <a:rPr lang="en-US" altLang="en-US" sz="2400" b="1" dirty="0">
                <a:latin typeface="Arial" panose="020B0604020202020204" pitchFamily="34" charset="0"/>
              </a:rPr>
              <a:t> 4-bit </a:t>
            </a:r>
            <a:r>
              <a:rPr lang="en-US" altLang="en-US" sz="2400" b="1">
                <a:latin typeface="Arial" panose="020B0604020202020204" pitchFamily="34" charset="0"/>
              </a:rPr>
              <a:t>1010 </a:t>
            </a:r>
            <a:r>
              <a:rPr lang="en-US" altLang="en-US" sz="2400" b="1" smtClean="0">
                <a:latin typeface="Arial" panose="020B0604020202020204" pitchFamily="34" charset="0"/>
              </a:rPr>
              <a:t>VÀO </a:t>
            </a:r>
            <a:r>
              <a:rPr lang="en-US" altLang="en-US" sz="2400" b="1" dirty="0" err="1">
                <a:latin typeface="Arial" panose="020B0604020202020204" pitchFamily="34" charset="0"/>
              </a:rPr>
              <a:t>mạch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ghi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dịch</a:t>
            </a:r>
            <a:r>
              <a:rPr lang="en-US" altLang="en-US" sz="2400" b="1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949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6D57AA-7182-410E-9D8E-C31972FF7B13}"/>
              </a:ext>
            </a:extLst>
          </p:cNvPr>
          <p:cNvSpPr/>
          <p:nvPr/>
        </p:nvSpPr>
        <p:spPr>
          <a:xfrm>
            <a:off x="2555874" y="2014538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" name="Isosceles Triangle 4">
            <a:extLst>
              <a:ext uri="{FF2B5EF4-FFF2-40B4-BE49-F238E27FC236}">
                <a16:creationId xmlns:a16="http://schemas.microsoft.com/office/drawing/2014/main" id="{5105600C-3066-4E5E-B47D-BB1D64FD4E27}"/>
              </a:ext>
            </a:extLst>
          </p:cNvPr>
          <p:cNvSpPr/>
          <p:nvPr/>
        </p:nvSpPr>
        <p:spPr>
          <a:xfrm rot="5400000">
            <a:off x="2538412" y="260826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444C3E-346D-49BE-BED6-B023CAFC44E9}"/>
              </a:ext>
            </a:extLst>
          </p:cNvPr>
          <p:cNvCxnSpPr>
            <a:stCxn id="5" idx="3"/>
          </p:cNvCxnSpPr>
          <p:nvPr/>
        </p:nvCxnSpPr>
        <p:spPr>
          <a:xfrm rot="10800000">
            <a:off x="2281238" y="2697164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036A14-4D9B-4795-9D6F-1FC58A693E9A}"/>
              </a:ext>
            </a:extLst>
          </p:cNvPr>
          <p:cNvCxnSpPr/>
          <p:nvPr/>
        </p:nvCxnSpPr>
        <p:spPr>
          <a:xfrm rot="10800000" flipV="1">
            <a:off x="1900238" y="2159001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ACE77E-8F92-4FB3-BE61-0A865CAA35DB}"/>
              </a:ext>
            </a:extLst>
          </p:cNvPr>
          <p:cNvCxnSpPr/>
          <p:nvPr/>
        </p:nvCxnSpPr>
        <p:spPr>
          <a:xfrm rot="10800000">
            <a:off x="3311525" y="2159001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18BE1987-9CDB-4266-A6F1-6E43FA5108EC}"/>
              </a:ext>
            </a:extLst>
          </p:cNvPr>
          <p:cNvSpPr/>
          <p:nvPr/>
        </p:nvSpPr>
        <p:spPr>
          <a:xfrm>
            <a:off x="4021137" y="2025651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0" name="Isosceles Triangle 9">
            <a:extLst>
              <a:ext uri="{FF2B5EF4-FFF2-40B4-BE49-F238E27FC236}">
                <a16:creationId xmlns:a16="http://schemas.microsoft.com/office/drawing/2014/main" id="{B0B6A0A8-2176-4CDD-8326-3C7654DF23D0}"/>
              </a:ext>
            </a:extLst>
          </p:cNvPr>
          <p:cNvSpPr/>
          <p:nvPr/>
        </p:nvSpPr>
        <p:spPr>
          <a:xfrm rot="5400000">
            <a:off x="4003675" y="261937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FFA4D4C-259F-4EE3-BCC8-58B90AB1612B}"/>
              </a:ext>
            </a:extLst>
          </p:cNvPr>
          <p:cNvCxnSpPr>
            <a:stCxn id="10" idx="3"/>
          </p:cNvCxnSpPr>
          <p:nvPr/>
        </p:nvCxnSpPr>
        <p:spPr>
          <a:xfrm rot="10800000">
            <a:off x="3746499" y="2708275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A5EF87-39C1-476B-A3E9-C1611CE4ED5C}"/>
              </a:ext>
            </a:extLst>
          </p:cNvPr>
          <p:cNvCxnSpPr/>
          <p:nvPr/>
        </p:nvCxnSpPr>
        <p:spPr>
          <a:xfrm rot="10800000">
            <a:off x="4776787" y="2170113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73BDBED2-756E-426B-872D-66FE525DE881}"/>
              </a:ext>
            </a:extLst>
          </p:cNvPr>
          <p:cNvSpPr/>
          <p:nvPr/>
        </p:nvSpPr>
        <p:spPr>
          <a:xfrm>
            <a:off x="5473699" y="203200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BC0881CA-8BA3-469F-B1EE-882A848D2666}"/>
              </a:ext>
            </a:extLst>
          </p:cNvPr>
          <p:cNvSpPr/>
          <p:nvPr/>
        </p:nvSpPr>
        <p:spPr>
          <a:xfrm rot="5400000">
            <a:off x="5456237" y="262572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926746B-C028-46F6-88A4-4AAA0005124A}"/>
              </a:ext>
            </a:extLst>
          </p:cNvPr>
          <p:cNvCxnSpPr>
            <a:stCxn id="14" idx="3"/>
          </p:cNvCxnSpPr>
          <p:nvPr/>
        </p:nvCxnSpPr>
        <p:spPr>
          <a:xfrm rot="10800000">
            <a:off x="5199063" y="2714625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5C8E5A-BF4C-4FC7-BE91-47A8B8AD1B23}"/>
              </a:ext>
            </a:extLst>
          </p:cNvPr>
          <p:cNvCxnSpPr/>
          <p:nvPr/>
        </p:nvCxnSpPr>
        <p:spPr>
          <a:xfrm rot="10800000">
            <a:off x="6229350" y="2176463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E7EE052-8246-46FB-8E4E-B712745E5D39}"/>
              </a:ext>
            </a:extLst>
          </p:cNvPr>
          <p:cNvSpPr/>
          <p:nvPr/>
        </p:nvSpPr>
        <p:spPr>
          <a:xfrm>
            <a:off x="6929437" y="2039938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8" name="Isosceles Triangle 17">
            <a:extLst>
              <a:ext uri="{FF2B5EF4-FFF2-40B4-BE49-F238E27FC236}">
                <a16:creationId xmlns:a16="http://schemas.microsoft.com/office/drawing/2014/main" id="{331694B1-504D-4B5D-8931-984EA58F518A}"/>
              </a:ext>
            </a:extLst>
          </p:cNvPr>
          <p:cNvSpPr/>
          <p:nvPr/>
        </p:nvSpPr>
        <p:spPr>
          <a:xfrm rot="5400000">
            <a:off x="6935787" y="26304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9C3AAB5-18CE-4F43-98D6-CDA5B5E0C740}"/>
              </a:ext>
            </a:extLst>
          </p:cNvPr>
          <p:cNvCxnSpPr>
            <a:stCxn id="18" idx="3"/>
          </p:cNvCxnSpPr>
          <p:nvPr/>
        </p:nvCxnSpPr>
        <p:spPr>
          <a:xfrm rot="10800000">
            <a:off x="6678613" y="2719389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0E608ED-FA9C-40D6-ADD6-F8904427031F}"/>
              </a:ext>
            </a:extLst>
          </p:cNvPr>
          <p:cNvCxnSpPr/>
          <p:nvPr/>
        </p:nvCxnSpPr>
        <p:spPr>
          <a:xfrm rot="10800000">
            <a:off x="7694612" y="21812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71">
            <a:extLst>
              <a:ext uri="{FF2B5EF4-FFF2-40B4-BE49-F238E27FC236}">
                <a16:creationId xmlns:a16="http://schemas.microsoft.com/office/drawing/2014/main" id="{E801E895-09E5-4E53-BA35-BB8609F2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174942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22" name="TextBox 172">
            <a:extLst>
              <a:ext uri="{FF2B5EF4-FFF2-40B4-BE49-F238E27FC236}">
                <a16:creationId xmlns:a16="http://schemas.microsoft.com/office/drawing/2014/main" id="{6B8C8C38-1A3C-4737-B5A5-E516B9088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937" y="1971675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47EDA42-4D72-48A7-94F8-928406A64271}"/>
              </a:ext>
            </a:extLst>
          </p:cNvPr>
          <p:cNvCxnSpPr/>
          <p:nvPr/>
        </p:nvCxnSpPr>
        <p:spPr>
          <a:xfrm rot="5400000">
            <a:off x="3215481" y="322024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CCCB321-FDFE-4F39-A64E-4E20F050D9AB}"/>
              </a:ext>
            </a:extLst>
          </p:cNvPr>
          <p:cNvCxnSpPr/>
          <p:nvPr/>
        </p:nvCxnSpPr>
        <p:spPr>
          <a:xfrm rot="5400000">
            <a:off x="1767681" y="32170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50ECDA1-B8FC-4884-9D1E-5755E211EAA3}"/>
              </a:ext>
            </a:extLst>
          </p:cNvPr>
          <p:cNvCxnSpPr/>
          <p:nvPr/>
        </p:nvCxnSpPr>
        <p:spPr>
          <a:xfrm rot="5400000">
            <a:off x="4669631" y="324564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13ED6F5-06BE-4DB3-97E2-286169D1F400}"/>
              </a:ext>
            </a:extLst>
          </p:cNvPr>
          <p:cNvCxnSpPr/>
          <p:nvPr/>
        </p:nvCxnSpPr>
        <p:spPr>
          <a:xfrm rot="5400000">
            <a:off x="6157118" y="325993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805ECD1-C230-4B22-9565-5B174FFA9938}"/>
              </a:ext>
            </a:extLst>
          </p:cNvPr>
          <p:cNvCxnSpPr/>
          <p:nvPr/>
        </p:nvCxnSpPr>
        <p:spPr>
          <a:xfrm rot="10800000">
            <a:off x="1900237" y="3767139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DBB408B2-2AAD-4983-9902-9129370D0736}"/>
              </a:ext>
            </a:extLst>
          </p:cNvPr>
          <p:cNvSpPr/>
          <p:nvPr/>
        </p:nvSpPr>
        <p:spPr>
          <a:xfrm>
            <a:off x="5181600" y="37417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4960B50-CA95-4D2E-8110-BB8ED5226DAF}"/>
              </a:ext>
            </a:extLst>
          </p:cNvPr>
          <p:cNvSpPr/>
          <p:nvPr/>
        </p:nvSpPr>
        <p:spPr>
          <a:xfrm>
            <a:off x="3714750" y="373062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8DD5F3F-0836-4D66-9899-DEC705F4640D}"/>
              </a:ext>
            </a:extLst>
          </p:cNvPr>
          <p:cNvSpPr/>
          <p:nvPr/>
        </p:nvSpPr>
        <p:spPr>
          <a:xfrm>
            <a:off x="2255838" y="374491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171">
            <a:extLst>
              <a:ext uri="{FF2B5EF4-FFF2-40B4-BE49-F238E27FC236}">
                <a16:creationId xmlns:a16="http://schemas.microsoft.com/office/drawing/2014/main" id="{53BFFFD2-A112-4124-925D-D2913A5D55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174307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32" name="TextBox 171">
            <a:extLst>
              <a:ext uri="{FF2B5EF4-FFF2-40B4-BE49-F238E27FC236}">
                <a16:creationId xmlns:a16="http://schemas.microsoft.com/office/drawing/2014/main" id="{D06CAE10-0FD4-43BA-A2B9-83E1638210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7" y="17287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33" name="TextBox 171">
            <a:extLst>
              <a:ext uri="{FF2B5EF4-FFF2-40B4-BE49-F238E27FC236}">
                <a16:creationId xmlns:a16="http://schemas.microsoft.com/office/drawing/2014/main" id="{D245C374-0614-4BF9-9C8A-D64668159B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1757363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26DE2D2-5D32-4A9F-A640-E5B607210096}"/>
              </a:ext>
            </a:extLst>
          </p:cNvPr>
          <p:cNvSpPr txBox="1"/>
          <p:nvPr/>
        </p:nvSpPr>
        <p:spPr>
          <a:xfrm>
            <a:off x="2628899" y="1524000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8A892A-D5C3-4B11-9F02-EA3A2EF7CAB8}"/>
              </a:ext>
            </a:extLst>
          </p:cNvPr>
          <p:cNvSpPr txBox="1"/>
          <p:nvPr/>
        </p:nvSpPr>
        <p:spPr>
          <a:xfrm>
            <a:off x="4076699" y="1528763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68883F5-9703-4F23-9834-CC23EE2F4168}"/>
              </a:ext>
            </a:extLst>
          </p:cNvPr>
          <p:cNvSpPr txBox="1"/>
          <p:nvPr/>
        </p:nvSpPr>
        <p:spPr>
          <a:xfrm>
            <a:off x="838200" y="1662114"/>
            <a:ext cx="10826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liệu 2: </a:t>
            </a: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80FB86-0E0E-423B-AFC1-5D87A1608AC1}"/>
              </a:ext>
            </a:extLst>
          </p:cNvPr>
          <p:cNvSpPr txBox="1"/>
          <p:nvPr/>
        </p:nvSpPr>
        <p:spPr>
          <a:xfrm>
            <a:off x="7769225" y="2733675"/>
            <a:ext cx="1236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CLK2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44BE2CE-72A5-4774-BD3C-9EA734928C14}"/>
              </a:ext>
            </a:extLst>
          </p:cNvPr>
          <p:cNvCxnSpPr/>
          <p:nvPr/>
        </p:nvCxnSpPr>
        <p:spPr>
          <a:xfrm rot="10800000">
            <a:off x="1085849" y="3563938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FCEA2CC-BFC7-4DFF-B15F-AB8DF04CC535}"/>
              </a:ext>
            </a:extLst>
          </p:cNvPr>
          <p:cNvCxnSpPr/>
          <p:nvPr/>
        </p:nvCxnSpPr>
        <p:spPr>
          <a:xfrm rot="10800000">
            <a:off x="1409699" y="327501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623F6D7-CF11-425E-9FF8-DE89A1F91249}"/>
              </a:ext>
            </a:extLst>
          </p:cNvPr>
          <p:cNvCxnSpPr/>
          <p:nvPr/>
        </p:nvCxnSpPr>
        <p:spPr>
          <a:xfrm rot="5400000">
            <a:off x="1589881" y="341868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6D70EAB-2C97-46A0-931C-3CA5B1BF702C}"/>
              </a:ext>
            </a:extLst>
          </p:cNvPr>
          <p:cNvCxnSpPr/>
          <p:nvPr/>
        </p:nvCxnSpPr>
        <p:spPr>
          <a:xfrm rot="10800000">
            <a:off x="1733549" y="356235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C8E00F2-0F29-47BC-83B7-80E88B6EED16}"/>
              </a:ext>
            </a:extLst>
          </p:cNvPr>
          <p:cNvCxnSpPr/>
          <p:nvPr/>
        </p:nvCxnSpPr>
        <p:spPr>
          <a:xfrm rot="5400000" flipH="1" flipV="1">
            <a:off x="1302543" y="3418681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EB6419A-2A59-43CC-A459-4A0EB87766B8}"/>
              </a:ext>
            </a:extLst>
          </p:cNvPr>
          <p:cNvCxnSpPr/>
          <p:nvPr/>
        </p:nvCxnSpPr>
        <p:spPr>
          <a:xfrm rot="5400000">
            <a:off x="1266031" y="341868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61811859-F1FB-440F-B77B-C7C7CEC0AAAD}"/>
              </a:ext>
            </a:extLst>
          </p:cNvPr>
          <p:cNvSpPr/>
          <p:nvPr/>
        </p:nvSpPr>
        <p:spPr>
          <a:xfrm>
            <a:off x="2555874" y="4538663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5" name="Isosceles Triangle 44">
            <a:extLst>
              <a:ext uri="{FF2B5EF4-FFF2-40B4-BE49-F238E27FC236}">
                <a16:creationId xmlns:a16="http://schemas.microsoft.com/office/drawing/2014/main" id="{540E8C84-1A87-4F7C-93AD-78B70A886402}"/>
              </a:ext>
            </a:extLst>
          </p:cNvPr>
          <p:cNvSpPr/>
          <p:nvPr/>
        </p:nvSpPr>
        <p:spPr>
          <a:xfrm rot="5400000">
            <a:off x="2538412" y="51323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BCFF9C5-9DF1-470A-85A0-45D2CAE5AD55}"/>
              </a:ext>
            </a:extLst>
          </p:cNvPr>
          <p:cNvCxnSpPr>
            <a:stCxn id="45" idx="3"/>
          </p:cNvCxnSpPr>
          <p:nvPr/>
        </p:nvCxnSpPr>
        <p:spPr>
          <a:xfrm rot="10800000">
            <a:off x="2281238" y="5221289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4852809-6685-4B2A-AEA8-3680E597EEDA}"/>
              </a:ext>
            </a:extLst>
          </p:cNvPr>
          <p:cNvCxnSpPr/>
          <p:nvPr/>
        </p:nvCxnSpPr>
        <p:spPr>
          <a:xfrm rot="10800000" flipV="1">
            <a:off x="1900238" y="4683126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3953ACF-48B3-48A8-998A-CDB3F657254C}"/>
              </a:ext>
            </a:extLst>
          </p:cNvPr>
          <p:cNvCxnSpPr/>
          <p:nvPr/>
        </p:nvCxnSpPr>
        <p:spPr>
          <a:xfrm rot="10800000">
            <a:off x="3311525" y="4683126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2851C5AA-0264-45E9-8820-6D057D86FEA3}"/>
              </a:ext>
            </a:extLst>
          </p:cNvPr>
          <p:cNvSpPr/>
          <p:nvPr/>
        </p:nvSpPr>
        <p:spPr>
          <a:xfrm>
            <a:off x="4021137" y="4549776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0" name="Isosceles Triangle 49">
            <a:extLst>
              <a:ext uri="{FF2B5EF4-FFF2-40B4-BE49-F238E27FC236}">
                <a16:creationId xmlns:a16="http://schemas.microsoft.com/office/drawing/2014/main" id="{B5821530-786A-4A8C-9DF2-DCF333B40033}"/>
              </a:ext>
            </a:extLst>
          </p:cNvPr>
          <p:cNvSpPr/>
          <p:nvPr/>
        </p:nvSpPr>
        <p:spPr>
          <a:xfrm rot="5400000">
            <a:off x="4003675" y="514350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116A5C3-5522-4F15-A2EC-00D489C8DBE3}"/>
              </a:ext>
            </a:extLst>
          </p:cNvPr>
          <p:cNvCxnSpPr>
            <a:stCxn id="50" idx="3"/>
          </p:cNvCxnSpPr>
          <p:nvPr/>
        </p:nvCxnSpPr>
        <p:spPr>
          <a:xfrm rot="10800000">
            <a:off x="3746499" y="5232400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0169A33-0414-471F-96CB-BCA62B69E75D}"/>
              </a:ext>
            </a:extLst>
          </p:cNvPr>
          <p:cNvCxnSpPr/>
          <p:nvPr/>
        </p:nvCxnSpPr>
        <p:spPr>
          <a:xfrm rot="10800000">
            <a:off x="4776787" y="4694238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5C1D48F-60CF-4398-BABE-6EF849E2BB8D}"/>
              </a:ext>
            </a:extLst>
          </p:cNvPr>
          <p:cNvSpPr/>
          <p:nvPr/>
        </p:nvSpPr>
        <p:spPr>
          <a:xfrm>
            <a:off x="5473699" y="4556126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4" name="Isosceles Triangle 53">
            <a:extLst>
              <a:ext uri="{FF2B5EF4-FFF2-40B4-BE49-F238E27FC236}">
                <a16:creationId xmlns:a16="http://schemas.microsoft.com/office/drawing/2014/main" id="{AE5085AE-8705-4DED-8033-B9BD90433008}"/>
              </a:ext>
            </a:extLst>
          </p:cNvPr>
          <p:cNvSpPr/>
          <p:nvPr/>
        </p:nvSpPr>
        <p:spPr>
          <a:xfrm rot="5400000">
            <a:off x="5456237" y="514985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189854B-9A1E-4CE5-8500-A914162219E6}"/>
              </a:ext>
            </a:extLst>
          </p:cNvPr>
          <p:cNvCxnSpPr>
            <a:stCxn id="54" idx="3"/>
          </p:cNvCxnSpPr>
          <p:nvPr/>
        </p:nvCxnSpPr>
        <p:spPr>
          <a:xfrm rot="10800000">
            <a:off x="5199063" y="523875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B5066F48-F040-473B-9C80-034F62611FB9}"/>
              </a:ext>
            </a:extLst>
          </p:cNvPr>
          <p:cNvCxnSpPr/>
          <p:nvPr/>
        </p:nvCxnSpPr>
        <p:spPr>
          <a:xfrm rot="10800000">
            <a:off x="6229350" y="470058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61FED21E-A1CD-4FA5-B7A4-354B34587E0B}"/>
              </a:ext>
            </a:extLst>
          </p:cNvPr>
          <p:cNvSpPr/>
          <p:nvPr/>
        </p:nvSpPr>
        <p:spPr>
          <a:xfrm>
            <a:off x="6929437" y="45640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8" name="Isosceles Triangle 57">
            <a:extLst>
              <a:ext uri="{FF2B5EF4-FFF2-40B4-BE49-F238E27FC236}">
                <a16:creationId xmlns:a16="http://schemas.microsoft.com/office/drawing/2014/main" id="{FB533726-AFA3-4C63-BEDB-6554D3202C1C}"/>
              </a:ext>
            </a:extLst>
          </p:cNvPr>
          <p:cNvSpPr/>
          <p:nvPr/>
        </p:nvSpPr>
        <p:spPr>
          <a:xfrm rot="5400000">
            <a:off x="6935787" y="51546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22C245-6B3A-478C-989C-F28F1788742E}"/>
              </a:ext>
            </a:extLst>
          </p:cNvPr>
          <p:cNvCxnSpPr>
            <a:stCxn id="58" idx="3"/>
          </p:cNvCxnSpPr>
          <p:nvPr/>
        </p:nvCxnSpPr>
        <p:spPr>
          <a:xfrm rot="10800000">
            <a:off x="6678613" y="5243514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3D77458-1B19-4CD2-9F92-2B5827418D0B}"/>
              </a:ext>
            </a:extLst>
          </p:cNvPr>
          <p:cNvCxnSpPr/>
          <p:nvPr/>
        </p:nvCxnSpPr>
        <p:spPr>
          <a:xfrm rot="10800000">
            <a:off x="7694612" y="4705351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171">
            <a:extLst>
              <a:ext uri="{FF2B5EF4-FFF2-40B4-BE49-F238E27FC236}">
                <a16:creationId xmlns:a16="http://schemas.microsoft.com/office/drawing/2014/main" id="{1F263D35-359C-4CF4-BFE0-E29B1593D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4725" y="427355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2" name="TextBox 172">
            <a:extLst>
              <a:ext uri="{FF2B5EF4-FFF2-40B4-BE49-F238E27FC236}">
                <a16:creationId xmlns:a16="http://schemas.microsoft.com/office/drawing/2014/main" id="{191FAD28-5482-4482-888A-6834B904D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9937" y="4495800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EA9408E8-F707-4993-9415-1A21970874BF}"/>
              </a:ext>
            </a:extLst>
          </p:cNvPr>
          <p:cNvCxnSpPr/>
          <p:nvPr/>
        </p:nvCxnSpPr>
        <p:spPr>
          <a:xfrm rot="5400000">
            <a:off x="3215481" y="574278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6E30E7F-076E-4020-894C-67DCA1E6E2A0}"/>
              </a:ext>
            </a:extLst>
          </p:cNvPr>
          <p:cNvCxnSpPr/>
          <p:nvPr/>
        </p:nvCxnSpPr>
        <p:spPr>
          <a:xfrm rot="5400000">
            <a:off x="1767681" y="574119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BA650FC-F152-4A33-83C4-EB00E3F3828F}"/>
              </a:ext>
            </a:extLst>
          </p:cNvPr>
          <p:cNvCxnSpPr/>
          <p:nvPr/>
        </p:nvCxnSpPr>
        <p:spPr>
          <a:xfrm rot="5400000">
            <a:off x="4669631" y="576818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55A37A8-D747-4B68-AD6A-030EFAFD8A4C}"/>
              </a:ext>
            </a:extLst>
          </p:cNvPr>
          <p:cNvCxnSpPr/>
          <p:nvPr/>
        </p:nvCxnSpPr>
        <p:spPr>
          <a:xfrm rot="5400000">
            <a:off x="6157118" y="5782469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4BE706A-12D2-480D-96C9-2B9F2EC058AB}"/>
              </a:ext>
            </a:extLst>
          </p:cNvPr>
          <p:cNvCxnSpPr/>
          <p:nvPr/>
        </p:nvCxnSpPr>
        <p:spPr>
          <a:xfrm rot="10800000">
            <a:off x="1900237" y="6291264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>
            <a:extLst>
              <a:ext uri="{FF2B5EF4-FFF2-40B4-BE49-F238E27FC236}">
                <a16:creationId xmlns:a16="http://schemas.microsoft.com/office/drawing/2014/main" id="{69545EBC-375F-47E9-958D-A9A0384863C9}"/>
              </a:ext>
            </a:extLst>
          </p:cNvPr>
          <p:cNvSpPr/>
          <p:nvPr/>
        </p:nvSpPr>
        <p:spPr>
          <a:xfrm>
            <a:off x="5181600" y="62658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4F051E2-0DE8-4A5E-A457-740A2055E96B}"/>
              </a:ext>
            </a:extLst>
          </p:cNvPr>
          <p:cNvSpPr/>
          <p:nvPr/>
        </p:nvSpPr>
        <p:spPr>
          <a:xfrm>
            <a:off x="3714750" y="62531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1E3C63A3-46BF-4D71-853F-3F5C153F0896}"/>
              </a:ext>
            </a:extLst>
          </p:cNvPr>
          <p:cNvSpPr/>
          <p:nvPr/>
        </p:nvSpPr>
        <p:spPr>
          <a:xfrm>
            <a:off x="2255838" y="62690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TextBox 171">
            <a:extLst>
              <a:ext uri="{FF2B5EF4-FFF2-40B4-BE49-F238E27FC236}">
                <a16:creationId xmlns:a16="http://schemas.microsoft.com/office/drawing/2014/main" id="{A87B674D-3D43-48E5-8C07-D3E52A06F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91100" y="426720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72" name="TextBox 171">
            <a:extLst>
              <a:ext uri="{FF2B5EF4-FFF2-40B4-BE49-F238E27FC236}">
                <a16:creationId xmlns:a16="http://schemas.microsoft.com/office/drawing/2014/main" id="{F284AC7E-9848-484C-AE0B-4B3E500F3B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37" y="4252913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73" name="TextBox 171">
            <a:extLst>
              <a:ext uri="{FF2B5EF4-FFF2-40B4-BE49-F238E27FC236}">
                <a16:creationId xmlns:a16="http://schemas.microsoft.com/office/drawing/2014/main" id="{53DBCD77-81DB-43FA-9CE0-49DBB51DB2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275" y="428148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0000FF"/>
              </a:solidFill>
              <a:latin typeface="+mj-lt"/>
              <a:cs typeface="Arial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59712E-7BFB-4D4C-8352-77735B9DAD6A}"/>
              </a:ext>
            </a:extLst>
          </p:cNvPr>
          <p:cNvSpPr txBox="1"/>
          <p:nvPr/>
        </p:nvSpPr>
        <p:spPr>
          <a:xfrm>
            <a:off x="2628899" y="4048125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325B59B-EA77-4F53-A1A7-F2E9C94B1D03}"/>
              </a:ext>
            </a:extLst>
          </p:cNvPr>
          <p:cNvSpPr txBox="1"/>
          <p:nvPr/>
        </p:nvSpPr>
        <p:spPr>
          <a:xfrm>
            <a:off x="4076699" y="4052888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7642D0-480C-4545-A119-B5C95D0A3260}"/>
              </a:ext>
            </a:extLst>
          </p:cNvPr>
          <p:cNvSpPr txBox="1"/>
          <p:nvPr/>
        </p:nvSpPr>
        <p:spPr>
          <a:xfrm>
            <a:off x="838200" y="4184651"/>
            <a:ext cx="10826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liệu 3: </a:t>
            </a: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3FC8CEA-C4CF-4BDF-BD48-8D1143D33E26}"/>
              </a:ext>
            </a:extLst>
          </p:cNvPr>
          <p:cNvSpPr txBox="1"/>
          <p:nvPr/>
        </p:nvSpPr>
        <p:spPr>
          <a:xfrm>
            <a:off x="7769225" y="5257800"/>
            <a:ext cx="1236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CLK3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F0B0A483-27E5-4355-80E0-C57FD140FF00}"/>
              </a:ext>
            </a:extLst>
          </p:cNvPr>
          <p:cNvCxnSpPr/>
          <p:nvPr/>
        </p:nvCxnSpPr>
        <p:spPr>
          <a:xfrm rot="10800000">
            <a:off x="1085849" y="608806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A051336-3EAE-4CC1-9F94-DB3264B3B093}"/>
              </a:ext>
            </a:extLst>
          </p:cNvPr>
          <p:cNvCxnSpPr/>
          <p:nvPr/>
        </p:nvCxnSpPr>
        <p:spPr>
          <a:xfrm rot="10800000">
            <a:off x="1409699" y="5799138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79F5BB2A-44DA-407A-B1E5-431E92222F43}"/>
              </a:ext>
            </a:extLst>
          </p:cNvPr>
          <p:cNvCxnSpPr/>
          <p:nvPr/>
        </p:nvCxnSpPr>
        <p:spPr>
          <a:xfrm rot="5400000">
            <a:off x="1589881" y="5942807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E65B3B4D-0A14-4D1B-AD41-4D82FE69D2C7}"/>
              </a:ext>
            </a:extLst>
          </p:cNvPr>
          <p:cNvCxnSpPr/>
          <p:nvPr/>
        </p:nvCxnSpPr>
        <p:spPr>
          <a:xfrm rot="10800000">
            <a:off x="1733549" y="6086475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05547EF1-0EE7-4447-B0BC-C93B8B8C67C7}"/>
              </a:ext>
            </a:extLst>
          </p:cNvPr>
          <p:cNvCxnSpPr/>
          <p:nvPr/>
        </p:nvCxnSpPr>
        <p:spPr>
          <a:xfrm rot="5400000" flipH="1" flipV="1">
            <a:off x="1302543" y="5942806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58356933-07A9-468C-8E92-3047BED2B703}"/>
              </a:ext>
            </a:extLst>
          </p:cNvPr>
          <p:cNvCxnSpPr/>
          <p:nvPr/>
        </p:nvCxnSpPr>
        <p:spPr>
          <a:xfrm rot="5400000">
            <a:off x="1266031" y="5942807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354D1EDF-0212-4B59-B885-6DE68DEA2444}"/>
              </a:ext>
            </a:extLst>
          </p:cNvPr>
          <p:cNvSpPr txBox="1"/>
          <p:nvPr/>
        </p:nvSpPr>
        <p:spPr>
          <a:xfrm>
            <a:off x="1143000" y="6081713"/>
            <a:ext cx="8286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CLK3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00CDDD-065C-4B20-9BFE-1469F53480BC}"/>
              </a:ext>
            </a:extLst>
          </p:cNvPr>
          <p:cNvSpPr txBox="1"/>
          <p:nvPr/>
        </p:nvSpPr>
        <p:spPr>
          <a:xfrm>
            <a:off x="1146174" y="3568700"/>
            <a:ext cx="82708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CLK2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13397" name="Rectangle 2">
            <a:extLst>
              <a:ext uri="{FF2B5EF4-FFF2-40B4-BE49-F238E27FC236}">
                <a16:creationId xmlns:a16="http://schemas.microsoft.com/office/drawing/2014/main" id="{51F00BF9-03A1-47D4-B582-8FB24D2CEE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41019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F60AD59-4156-4B03-8A7C-795940AD5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C2A79609-670D-46EF-AFD6-68C20B0A7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8174" y="4572000"/>
            <a:ext cx="8229600" cy="2133600"/>
          </a:xfrm>
        </p:spPr>
        <p:txBody>
          <a:bodyPr/>
          <a:lstStyle/>
          <a:p>
            <a:pPr eaLnBrk="1" hangingPunct="1"/>
            <a:r>
              <a:rPr lang="en-US" altLang="en-US" sz="2400" dirty="0" err="1"/>
              <a:t>Sau</a:t>
            </a:r>
            <a:r>
              <a:rPr lang="en-US" altLang="en-US" sz="2400" dirty="0"/>
              <a:t> 4 </a:t>
            </a:r>
            <a:r>
              <a:rPr lang="en-US" altLang="en-US" sz="2400" err="1"/>
              <a:t>xung</a:t>
            </a:r>
            <a:r>
              <a:rPr lang="en-US" altLang="en-US" sz="2400"/>
              <a:t> </a:t>
            </a:r>
            <a:r>
              <a:rPr lang="en-US" altLang="en-US" sz="2400" smtClean="0"/>
              <a:t>clock (CLK 1-2-3-4), </a:t>
            </a:r>
            <a:r>
              <a:rPr lang="en-US" altLang="en-US" sz="2400" dirty="0" err="1"/>
              <a:t>dữ</a:t>
            </a:r>
            <a:r>
              <a:rPr lang="en-US" altLang="en-US" sz="2400" dirty="0"/>
              <a:t> </a:t>
            </a:r>
            <a:r>
              <a:rPr lang="en-US" altLang="en-US" sz="2400" dirty="0" err="1"/>
              <a:t>kiệu</a:t>
            </a:r>
            <a:r>
              <a:rPr lang="en-US" altLang="en-US" sz="2400" dirty="0"/>
              <a:t> 1010 </a:t>
            </a:r>
            <a:r>
              <a:rPr lang="en-US" altLang="en-US" sz="2400" dirty="0" err="1"/>
              <a:t>được</a:t>
            </a:r>
            <a:r>
              <a:rPr lang="en-US" altLang="en-US" sz="2400" dirty="0"/>
              <a:t> </a:t>
            </a:r>
            <a:r>
              <a:rPr lang="en-US" altLang="en-US" sz="2400" dirty="0" err="1"/>
              <a:t>dịch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nối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tiếp</a:t>
            </a:r>
            <a:r>
              <a:rPr lang="en-US" altLang="en-US" sz="2400" dirty="0"/>
              <a:t> </a:t>
            </a:r>
            <a:r>
              <a:rPr lang="en-US" altLang="en-US" sz="2400" dirty="0" err="1"/>
              <a:t>vào</a:t>
            </a:r>
            <a:r>
              <a:rPr lang="en-US" altLang="en-US" sz="2400" dirty="0"/>
              <a:t> </a:t>
            </a:r>
            <a:r>
              <a:rPr lang="en-US" altLang="en-US" sz="2400" dirty="0" err="1"/>
              <a:t>bên</a:t>
            </a:r>
            <a:r>
              <a:rPr lang="en-US" altLang="en-US" sz="2400" dirty="0"/>
              <a:t> </a:t>
            </a:r>
            <a:r>
              <a:rPr lang="en-US" altLang="en-US" sz="2400" dirty="0" err="1"/>
              <a:t>trong</a:t>
            </a:r>
            <a:r>
              <a:rPr lang="en-US" altLang="en-US" sz="2400" dirty="0"/>
              <a:t> </a:t>
            </a:r>
            <a:r>
              <a:rPr lang="en-US" altLang="en-US" sz="2400" dirty="0" err="1"/>
              <a:t>mạch</a:t>
            </a:r>
            <a:r>
              <a:rPr lang="en-US" altLang="en-US" sz="2400" dirty="0"/>
              <a:t> </a:t>
            </a:r>
            <a:r>
              <a:rPr lang="en-US" altLang="en-US" sz="2400" dirty="0" err="1"/>
              <a:t>ghi</a:t>
            </a:r>
            <a:r>
              <a:rPr lang="en-US" altLang="en-US" sz="2400" dirty="0"/>
              <a:t> </a:t>
            </a:r>
            <a:r>
              <a:rPr lang="en-US" altLang="en-US" sz="2400" err="1"/>
              <a:t>dịch</a:t>
            </a:r>
            <a:r>
              <a:rPr lang="en-US" altLang="en-US" sz="2400" smtClean="0"/>
              <a:t>.</a:t>
            </a:r>
            <a:endParaRPr lang="en-US" altLang="en-US" sz="2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2C050D-B490-4734-A9DA-B764807FD9E9}"/>
              </a:ext>
            </a:extLst>
          </p:cNvPr>
          <p:cNvSpPr/>
          <p:nvPr/>
        </p:nvSpPr>
        <p:spPr>
          <a:xfrm>
            <a:off x="2327274" y="1938338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7" name="Isosceles Triangle 6">
            <a:extLst>
              <a:ext uri="{FF2B5EF4-FFF2-40B4-BE49-F238E27FC236}">
                <a16:creationId xmlns:a16="http://schemas.microsoft.com/office/drawing/2014/main" id="{0644E89E-EAF5-4EF6-9D9D-1293BDC394EB}"/>
              </a:ext>
            </a:extLst>
          </p:cNvPr>
          <p:cNvSpPr/>
          <p:nvPr/>
        </p:nvSpPr>
        <p:spPr>
          <a:xfrm rot="5400000">
            <a:off x="2309812" y="253206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796BEE-E3EC-49D6-A81B-42A95C02CD3F}"/>
              </a:ext>
            </a:extLst>
          </p:cNvPr>
          <p:cNvCxnSpPr>
            <a:stCxn id="7" idx="3"/>
          </p:cNvCxnSpPr>
          <p:nvPr/>
        </p:nvCxnSpPr>
        <p:spPr>
          <a:xfrm rot="10800000">
            <a:off x="2052638" y="2620964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FFEFF6-53C3-48C1-8043-F56ED5818CD8}"/>
              </a:ext>
            </a:extLst>
          </p:cNvPr>
          <p:cNvCxnSpPr/>
          <p:nvPr/>
        </p:nvCxnSpPr>
        <p:spPr>
          <a:xfrm rot="10800000" flipV="1">
            <a:off x="1671638" y="2082801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C2BC1D-0F1C-4817-8A88-AF954F33B944}"/>
              </a:ext>
            </a:extLst>
          </p:cNvPr>
          <p:cNvCxnSpPr/>
          <p:nvPr/>
        </p:nvCxnSpPr>
        <p:spPr>
          <a:xfrm rot="10800000">
            <a:off x="3082925" y="2082801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9875FC1-7183-4F49-A171-30ADF55DC0D4}"/>
              </a:ext>
            </a:extLst>
          </p:cNvPr>
          <p:cNvSpPr/>
          <p:nvPr/>
        </p:nvSpPr>
        <p:spPr>
          <a:xfrm>
            <a:off x="3792537" y="1949451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2" name="Isosceles Triangle 11">
            <a:extLst>
              <a:ext uri="{FF2B5EF4-FFF2-40B4-BE49-F238E27FC236}">
                <a16:creationId xmlns:a16="http://schemas.microsoft.com/office/drawing/2014/main" id="{B0F77A07-9354-4EFA-922D-16B5F26381CC}"/>
              </a:ext>
            </a:extLst>
          </p:cNvPr>
          <p:cNvSpPr/>
          <p:nvPr/>
        </p:nvSpPr>
        <p:spPr>
          <a:xfrm rot="5400000">
            <a:off x="3775075" y="254317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8DDCF5C-2731-4DE4-BA97-9D08C8F9AAEA}"/>
              </a:ext>
            </a:extLst>
          </p:cNvPr>
          <p:cNvCxnSpPr>
            <a:stCxn id="12" idx="3"/>
          </p:cNvCxnSpPr>
          <p:nvPr/>
        </p:nvCxnSpPr>
        <p:spPr>
          <a:xfrm rot="10800000">
            <a:off x="3517899" y="2632075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2B1C53-5DA3-4DBB-8789-C03343A6B1EF}"/>
              </a:ext>
            </a:extLst>
          </p:cNvPr>
          <p:cNvCxnSpPr/>
          <p:nvPr/>
        </p:nvCxnSpPr>
        <p:spPr>
          <a:xfrm rot="10800000">
            <a:off x="4548187" y="2093913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8B1BC93-2FC9-4FAD-B7E2-71EDD5E8C53D}"/>
              </a:ext>
            </a:extLst>
          </p:cNvPr>
          <p:cNvSpPr/>
          <p:nvPr/>
        </p:nvSpPr>
        <p:spPr>
          <a:xfrm>
            <a:off x="5245099" y="1955801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6" name="Isosceles Triangle 15">
            <a:extLst>
              <a:ext uri="{FF2B5EF4-FFF2-40B4-BE49-F238E27FC236}">
                <a16:creationId xmlns:a16="http://schemas.microsoft.com/office/drawing/2014/main" id="{BEAAE18A-1F50-4A4C-A92B-320EA65529F6}"/>
              </a:ext>
            </a:extLst>
          </p:cNvPr>
          <p:cNvSpPr/>
          <p:nvPr/>
        </p:nvSpPr>
        <p:spPr>
          <a:xfrm rot="5400000">
            <a:off x="5227637" y="254952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E9A74FB-36F4-491E-B4ED-96FF3CD6F893}"/>
              </a:ext>
            </a:extLst>
          </p:cNvPr>
          <p:cNvCxnSpPr>
            <a:stCxn id="16" idx="3"/>
          </p:cNvCxnSpPr>
          <p:nvPr/>
        </p:nvCxnSpPr>
        <p:spPr>
          <a:xfrm rot="10800000">
            <a:off x="4970463" y="2638425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1F771F8-87DB-4B19-8AC3-ABE5BDDDF2A5}"/>
              </a:ext>
            </a:extLst>
          </p:cNvPr>
          <p:cNvCxnSpPr/>
          <p:nvPr/>
        </p:nvCxnSpPr>
        <p:spPr>
          <a:xfrm rot="10800000">
            <a:off x="6000750" y="2100263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5D333551-E89C-47E6-B4FB-801F88920C7A}"/>
              </a:ext>
            </a:extLst>
          </p:cNvPr>
          <p:cNvSpPr/>
          <p:nvPr/>
        </p:nvSpPr>
        <p:spPr>
          <a:xfrm>
            <a:off x="6700837" y="1963738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0" name="Isosceles Triangle 19">
            <a:extLst>
              <a:ext uri="{FF2B5EF4-FFF2-40B4-BE49-F238E27FC236}">
                <a16:creationId xmlns:a16="http://schemas.microsoft.com/office/drawing/2014/main" id="{A9CA1064-8916-47EC-B7C0-BA909DFB2D77}"/>
              </a:ext>
            </a:extLst>
          </p:cNvPr>
          <p:cNvSpPr/>
          <p:nvPr/>
        </p:nvSpPr>
        <p:spPr>
          <a:xfrm rot="5400000">
            <a:off x="6707187" y="25542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0CD9E52-96D7-46A4-B895-DEC4ABB08D20}"/>
              </a:ext>
            </a:extLst>
          </p:cNvPr>
          <p:cNvCxnSpPr>
            <a:stCxn id="20" idx="3"/>
          </p:cNvCxnSpPr>
          <p:nvPr/>
        </p:nvCxnSpPr>
        <p:spPr>
          <a:xfrm rot="10800000">
            <a:off x="6450013" y="2643189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C7B181C-9AE9-4D87-B67E-AE20F4EECAE1}"/>
              </a:ext>
            </a:extLst>
          </p:cNvPr>
          <p:cNvCxnSpPr/>
          <p:nvPr/>
        </p:nvCxnSpPr>
        <p:spPr>
          <a:xfrm rot="10800000">
            <a:off x="7466012" y="21050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171">
            <a:extLst>
              <a:ext uri="{FF2B5EF4-FFF2-40B4-BE49-F238E27FC236}">
                <a16:creationId xmlns:a16="http://schemas.microsoft.com/office/drawing/2014/main" id="{10D6C2A9-BC1B-4A90-A72D-F37B4D458C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6125" y="167322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24" name="TextBox 172">
            <a:extLst>
              <a:ext uri="{FF2B5EF4-FFF2-40B4-BE49-F238E27FC236}">
                <a16:creationId xmlns:a16="http://schemas.microsoft.com/office/drawing/2014/main" id="{1D6835C7-87A6-4191-8908-6E89A76673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1337" y="1895475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D0A3058-B6F1-43FA-9231-D0B0DD104DAE}"/>
              </a:ext>
            </a:extLst>
          </p:cNvPr>
          <p:cNvCxnSpPr/>
          <p:nvPr/>
        </p:nvCxnSpPr>
        <p:spPr>
          <a:xfrm rot="5400000">
            <a:off x="2986881" y="314404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98F5D29-1E57-4845-95CC-1BCB358F443F}"/>
              </a:ext>
            </a:extLst>
          </p:cNvPr>
          <p:cNvCxnSpPr/>
          <p:nvPr/>
        </p:nvCxnSpPr>
        <p:spPr>
          <a:xfrm rot="5400000">
            <a:off x="1539081" y="31408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EB12260-76BD-4FD0-B729-C436258EFBC9}"/>
              </a:ext>
            </a:extLst>
          </p:cNvPr>
          <p:cNvCxnSpPr/>
          <p:nvPr/>
        </p:nvCxnSpPr>
        <p:spPr>
          <a:xfrm rot="5400000">
            <a:off x="4441031" y="3169445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52FC2C2-70A1-4209-AD0B-5E3FE30B784B}"/>
              </a:ext>
            </a:extLst>
          </p:cNvPr>
          <p:cNvCxnSpPr/>
          <p:nvPr/>
        </p:nvCxnSpPr>
        <p:spPr>
          <a:xfrm rot="5400000">
            <a:off x="5928518" y="318373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8DC9F646-FF6F-4EDB-97A3-9D2305F35B53}"/>
              </a:ext>
            </a:extLst>
          </p:cNvPr>
          <p:cNvCxnSpPr/>
          <p:nvPr/>
        </p:nvCxnSpPr>
        <p:spPr>
          <a:xfrm rot="10800000">
            <a:off x="1671637" y="3690939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C3FAC67B-7598-45FF-BFAA-381E5257D851}"/>
              </a:ext>
            </a:extLst>
          </p:cNvPr>
          <p:cNvSpPr/>
          <p:nvPr/>
        </p:nvSpPr>
        <p:spPr>
          <a:xfrm>
            <a:off x="4953000" y="36655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C89C7E7-2693-497C-A197-09FD710F8DEB}"/>
              </a:ext>
            </a:extLst>
          </p:cNvPr>
          <p:cNvSpPr/>
          <p:nvPr/>
        </p:nvSpPr>
        <p:spPr>
          <a:xfrm>
            <a:off x="3486150" y="365442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E94A8BB-49FC-4C07-8865-B3DE673C1AC2}"/>
              </a:ext>
            </a:extLst>
          </p:cNvPr>
          <p:cNvSpPr/>
          <p:nvPr/>
        </p:nvSpPr>
        <p:spPr>
          <a:xfrm>
            <a:off x="2027238" y="366871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TextBox 171">
            <a:extLst>
              <a:ext uri="{FF2B5EF4-FFF2-40B4-BE49-F238E27FC236}">
                <a16:creationId xmlns:a16="http://schemas.microsoft.com/office/drawing/2014/main" id="{C431A139-9CA4-45B3-AE27-B23B37C396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0" y="166687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34" name="TextBox 171">
            <a:extLst>
              <a:ext uri="{FF2B5EF4-FFF2-40B4-BE49-F238E27FC236}">
                <a16:creationId xmlns:a16="http://schemas.microsoft.com/office/drawing/2014/main" id="{CF6C86B8-2BDE-46FE-9132-917D25B8EF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2837" y="16525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35" name="TextBox 171">
            <a:extLst>
              <a:ext uri="{FF2B5EF4-FFF2-40B4-BE49-F238E27FC236}">
                <a16:creationId xmlns:a16="http://schemas.microsoft.com/office/drawing/2014/main" id="{395C4316-A2BE-4886-92BD-C225C1B41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9675" y="1681163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C4E66EA-8611-4F94-9D01-0D67EB55EDBA}"/>
              </a:ext>
            </a:extLst>
          </p:cNvPr>
          <p:cNvSpPr txBox="1"/>
          <p:nvPr/>
        </p:nvSpPr>
        <p:spPr>
          <a:xfrm>
            <a:off x="2400299" y="1447800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9C9FA8-410D-4E3F-A72B-A2491C91DF6C}"/>
              </a:ext>
            </a:extLst>
          </p:cNvPr>
          <p:cNvSpPr txBox="1"/>
          <p:nvPr/>
        </p:nvSpPr>
        <p:spPr>
          <a:xfrm>
            <a:off x="3848099" y="1452563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57293C-E99B-4861-B63E-F08C0B97D1E5}"/>
              </a:ext>
            </a:extLst>
          </p:cNvPr>
          <p:cNvSpPr txBox="1"/>
          <p:nvPr/>
        </p:nvSpPr>
        <p:spPr>
          <a:xfrm>
            <a:off x="609600" y="1585914"/>
            <a:ext cx="1082675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liệu 4: </a:t>
            </a: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345D5E7-A530-48DC-8DF1-4BDE7FB9415E}"/>
              </a:ext>
            </a:extLst>
          </p:cNvPr>
          <p:cNvSpPr txBox="1"/>
          <p:nvPr/>
        </p:nvSpPr>
        <p:spPr>
          <a:xfrm>
            <a:off x="7540625" y="2657476"/>
            <a:ext cx="1643063" cy="14779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CLK4,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số 4-bit hoàn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toàn được lưu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vào mạch ghi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dịch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019AD560-77B2-4FB4-B4AB-07DD2038CAB6}"/>
              </a:ext>
            </a:extLst>
          </p:cNvPr>
          <p:cNvCxnSpPr/>
          <p:nvPr/>
        </p:nvCxnSpPr>
        <p:spPr>
          <a:xfrm rot="10800000">
            <a:off x="857249" y="3487738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B4EFF27-DF1C-47EA-9F9A-C5ACDA392E98}"/>
              </a:ext>
            </a:extLst>
          </p:cNvPr>
          <p:cNvCxnSpPr/>
          <p:nvPr/>
        </p:nvCxnSpPr>
        <p:spPr>
          <a:xfrm rot="10800000">
            <a:off x="1181099" y="319881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DCECF3C-D7C0-4BD0-AD02-B3CD07CBA835}"/>
              </a:ext>
            </a:extLst>
          </p:cNvPr>
          <p:cNvCxnSpPr/>
          <p:nvPr/>
        </p:nvCxnSpPr>
        <p:spPr>
          <a:xfrm rot="5400000">
            <a:off x="1361281" y="334248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897B942-12E7-46F2-A259-BBD314780121}"/>
              </a:ext>
            </a:extLst>
          </p:cNvPr>
          <p:cNvCxnSpPr/>
          <p:nvPr/>
        </p:nvCxnSpPr>
        <p:spPr>
          <a:xfrm rot="10800000">
            <a:off x="1504949" y="348615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3215B53-DBFC-4479-B53B-375C03306087}"/>
              </a:ext>
            </a:extLst>
          </p:cNvPr>
          <p:cNvCxnSpPr/>
          <p:nvPr/>
        </p:nvCxnSpPr>
        <p:spPr>
          <a:xfrm rot="5400000" flipH="1" flipV="1">
            <a:off x="1073943" y="3342481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DB44AFC-CC53-4E7F-BBFB-B2984718993A}"/>
              </a:ext>
            </a:extLst>
          </p:cNvPr>
          <p:cNvCxnSpPr/>
          <p:nvPr/>
        </p:nvCxnSpPr>
        <p:spPr>
          <a:xfrm rot="5400000">
            <a:off x="1037431" y="334248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D7F4C5BF-FABF-4F06-87B2-8E05E7026CFA}"/>
              </a:ext>
            </a:extLst>
          </p:cNvPr>
          <p:cNvSpPr txBox="1"/>
          <p:nvPr/>
        </p:nvSpPr>
        <p:spPr>
          <a:xfrm>
            <a:off x="917574" y="3492500"/>
            <a:ext cx="82708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CLK4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632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DD1BFA93-02DE-44F2-972D-E4AB898CB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altLang="en-US"/>
              <a:t> </a:t>
            </a:r>
            <a:endParaRPr lang="en-US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14F964-728C-46BA-97ED-5F43ABDA4F2B}"/>
              </a:ext>
            </a:extLst>
          </p:cNvPr>
          <p:cNvSpPr/>
          <p:nvPr/>
        </p:nvSpPr>
        <p:spPr>
          <a:xfrm>
            <a:off x="1836738" y="2324397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" name="Isosceles Triangle 4">
            <a:extLst>
              <a:ext uri="{FF2B5EF4-FFF2-40B4-BE49-F238E27FC236}">
                <a16:creationId xmlns:a16="http://schemas.microsoft.com/office/drawing/2014/main" id="{1E7D3D2E-BD63-40AE-BD80-0E5D192C20F5}"/>
              </a:ext>
            </a:extLst>
          </p:cNvPr>
          <p:cNvSpPr/>
          <p:nvPr/>
        </p:nvSpPr>
        <p:spPr>
          <a:xfrm rot="5400000">
            <a:off x="1819276" y="2918122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DB29694-2D1A-4BBA-93CC-4D9DAE60AA3F}"/>
              </a:ext>
            </a:extLst>
          </p:cNvPr>
          <p:cNvCxnSpPr>
            <a:stCxn id="5" idx="3"/>
          </p:cNvCxnSpPr>
          <p:nvPr/>
        </p:nvCxnSpPr>
        <p:spPr>
          <a:xfrm rot="10800000">
            <a:off x="1562100" y="3007023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A5B3431-F768-4B34-BB4C-19A870981905}"/>
              </a:ext>
            </a:extLst>
          </p:cNvPr>
          <p:cNvCxnSpPr/>
          <p:nvPr/>
        </p:nvCxnSpPr>
        <p:spPr>
          <a:xfrm rot="10800000" flipV="1">
            <a:off x="1181100" y="2468860"/>
            <a:ext cx="65563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3CBAF9-D4EF-4681-BBFE-2C0C685F7858}"/>
              </a:ext>
            </a:extLst>
          </p:cNvPr>
          <p:cNvCxnSpPr/>
          <p:nvPr/>
        </p:nvCxnSpPr>
        <p:spPr>
          <a:xfrm rot="10800000">
            <a:off x="2592388" y="2468860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82BA5A5-1E98-49F4-ACE2-758DE18B6475}"/>
              </a:ext>
            </a:extLst>
          </p:cNvPr>
          <p:cNvSpPr/>
          <p:nvPr/>
        </p:nvSpPr>
        <p:spPr>
          <a:xfrm>
            <a:off x="3302000" y="2335510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0" name="Isosceles Triangle 9">
            <a:extLst>
              <a:ext uri="{FF2B5EF4-FFF2-40B4-BE49-F238E27FC236}">
                <a16:creationId xmlns:a16="http://schemas.microsoft.com/office/drawing/2014/main" id="{53EA5196-9197-434A-8359-AA7604BE0754}"/>
              </a:ext>
            </a:extLst>
          </p:cNvPr>
          <p:cNvSpPr/>
          <p:nvPr/>
        </p:nvSpPr>
        <p:spPr>
          <a:xfrm rot="5400000">
            <a:off x="3284538" y="292923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00AF71-5A9B-4544-B018-352AFED9EBBD}"/>
              </a:ext>
            </a:extLst>
          </p:cNvPr>
          <p:cNvCxnSpPr>
            <a:stCxn id="10" idx="3"/>
          </p:cNvCxnSpPr>
          <p:nvPr/>
        </p:nvCxnSpPr>
        <p:spPr>
          <a:xfrm rot="10800000">
            <a:off x="3027364" y="3018134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DD87EE5-835C-4777-B843-99B24D08A8ED}"/>
              </a:ext>
            </a:extLst>
          </p:cNvPr>
          <p:cNvCxnSpPr/>
          <p:nvPr/>
        </p:nvCxnSpPr>
        <p:spPr>
          <a:xfrm rot="10800000">
            <a:off x="4057651" y="2479972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0FCA96C-2CD1-4B9C-9631-6713C9981932}"/>
              </a:ext>
            </a:extLst>
          </p:cNvPr>
          <p:cNvSpPr/>
          <p:nvPr/>
        </p:nvSpPr>
        <p:spPr>
          <a:xfrm>
            <a:off x="4754563" y="2341860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0BB00BCB-56CE-48D4-A411-B61768E1422A}"/>
              </a:ext>
            </a:extLst>
          </p:cNvPr>
          <p:cNvSpPr/>
          <p:nvPr/>
        </p:nvSpPr>
        <p:spPr>
          <a:xfrm rot="5400000">
            <a:off x="4737101" y="293558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659AC-23BF-4DD1-B0D3-62D528B2CD35}"/>
              </a:ext>
            </a:extLst>
          </p:cNvPr>
          <p:cNvCxnSpPr>
            <a:stCxn id="14" idx="3"/>
          </p:cNvCxnSpPr>
          <p:nvPr/>
        </p:nvCxnSpPr>
        <p:spPr>
          <a:xfrm rot="10800000">
            <a:off x="4479925" y="3024484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E827675-003E-4CD7-9554-9181BD62F877}"/>
              </a:ext>
            </a:extLst>
          </p:cNvPr>
          <p:cNvCxnSpPr/>
          <p:nvPr/>
        </p:nvCxnSpPr>
        <p:spPr>
          <a:xfrm rot="10800000">
            <a:off x="5510213" y="2486322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2DB80BEF-C9F6-453E-A077-CBBDC42FA95C}"/>
              </a:ext>
            </a:extLst>
          </p:cNvPr>
          <p:cNvSpPr/>
          <p:nvPr/>
        </p:nvSpPr>
        <p:spPr>
          <a:xfrm>
            <a:off x="6210300" y="2349797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8" name="Isosceles Triangle 17">
            <a:extLst>
              <a:ext uri="{FF2B5EF4-FFF2-40B4-BE49-F238E27FC236}">
                <a16:creationId xmlns:a16="http://schemas.microsoft.com/office/drawing/2014/main" id="{BA751AC2-AB3A-4842-BD1A-73ACE1A30481}"/>
              </a:ext>
            </a:extLst>
          </p:cNvPr>
          <p:cNvSpPr/>
          <p:nvPr/>
        </p:nvSpPr>
        <p:spPr>
          <a:xfrm rot="5400000">
            <a:off x="6216651" y="2940347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18F3642-CAB3-45B4-9183-4456D8BA2510}"/>
              </a:ext>
            </a:extLst>
          </p:cNvPr>
          <p:cNvCxnSpPr>
            <a:stCxn id="18" idx="3"/>
          </p:cNvCxnSpPr>
          <p:nvPr/>
        </p:nvCxnSpPr>
        <p:spPr>
          <a:xfrm rot="10800000">
            <a:off x="5959475" y="3029248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6FB9FB9-0BE1-4CA3-96AB-69AA232DF477}"/>
              </a:ext>
            </a:extLst>
          </p:cNvPr>
          <p:cNvCxnSpPr/>
          <p:nvPr/>
        </p:nvCxnSpPr>
        <p:spPr>
          <a:xfrm rot="10800000">
            <a:off x="6975476" y="2491085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71">
            <a:extLst>
              <a:ext uri="{FF2B5EF4-FFF2-40B4-BE49-F238E27FC236}">
                <a16:creationId xmlns:a16="http://schemas.microsoft.com/office/drawing/2014/main" id="{7472BAE6-A266-4676-80A2-A69268F3D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5588" y="2059284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22" name="TextBox 172">
            <a:extLst>
              <a:ext uri="{FF2B5EF4-FFF2-40B4-BE49-F238E27FC236}">
                <a16:creationId xmlns:a16="http://schemas.microsoft.com/office/drawing/2014/main" id="{7F342B06-1F27-4600-9A46-B23B89C955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2491084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4C3B8EE-04AE-4970-A830-7940F20D6119}"/>
              </a:ext>
            </a:extLst>
          </p:cNvPr>
          <p:cNvCxnSpPr/>
          <p:nvPr/>
        </p:nvCxnSpPr>
        <p:spPr>
          <a:xfrm rot="5400000">
            <a:off x="2496344" y="3528515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D7EC5EB-354F-4A2F-8B64-76D3D3DC15A3}"/>
              </a:ext>
            </a:extLst>
          </p:cNvPr>
          <p:cNvCxnSpPr/>
          <p:nvPr/>
        </p:nvCxnSpPr>
        <p:spPr>
          <a:xfrm rot="5400000">
            <a:off x="1048544" y="3526928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7F0C598-6621-4B30-8D04-2E8E964A1684}"/>
              </a:ext>
            </a:extLst>
          </p:cNvPr>
          <p:cNvCxnSpPr/>
          <p:nvPr/>
        </p:nvCxnSpPr>
        <p:spPr>
          <a:xfrm rot="5400000">
            <a:off x="3950494" y="3553915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9F16198-DB26-4717-B0DC-7324F986A0CE}"/>
              </a:ext>
            </a:extLst>
          </p:cNvPr>
          <p:cNvCxnSpPr/>
          <p:nvPr/>
        </p:nvCxnSpPr>
        <p:spPr>
          <a:xfrm rot="5400000">
            <a:off x="5439569" y="3568203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9767878-5948-4B33-9363-CB9208B3539A}"/>
              </a:ext>
            </a:extLst>
          </p:cNvPr>
          <p:cNvCxnSpPr/>
          <p:nvPr/>
        </p:nvCxnSpPr>
        <p:spPr>
          <a:xfrm rot="10800000">
            <a:off x="1181100" y="4076998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A21A6BAA-E046-42FE-82D2-F4871042DEE1}"/>
              </a:ext>
            </a:extLst>
          </p:cNvPr>
          <p:cNvSpPr/>
          <p:nvPr/>
        </p:nvSpPr>
        <p:spPr>
          <a:xfrm>
            <a:off x="4462464" y="4051598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3189CAA-191D-4D1A-AF6A-2E8FB1E65792}"/>
              </a:ext>
            </a:extLst>
          </p:cNvPr>
          <p:cNvSpPr/>
          <p:nvPr/>
        </p:nvSpPr>
        <p:spPr>
          <a:xfrm>
            <a:off x="2995614" y="4038898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8D340DE-685A-4A5F-8CEF-42066A698527}"/>
              </a:ext>
            </a:extLst>
          </p:cNvPr>
          <p:cNvSpPr/>
          <p:nvPr/>
        </p:nvSpPr>
        <p:spPr>
          <a:xfrm>
            <a:off x="1536701" y="4054773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171">
            <a:extLst>
              <a:ext uri="{FF2B5EF4-FFF2-40B4-BE49-F238E27FC236}">
                <a16:creationId xmlns:a16="http://schemas.microsoft.com/office/drawing/2014/main" id="{FB314537-7587-404D-B690-E23FEBA9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1963" y="2052934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32" name="TextBox 171">
            <a:extLst>
              <a:ext uri="{FF2B5EF4-FFF2-40B4-BE49-F238E27FC236}">
                <a16:creationId xmlns:a16="http://schemas.microsoft.com/office/drawing/2014/main" id="{67725828-2754-421C-8C1D-C6F441632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301" y="2038647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33" name="TextBox 171">
            <a:extLst>
              <a:ext uri="{FF2B5EF4-FFF2-40B4-BE49-F238E27FC236}">
                <a16:creationId xmlns:a16="http://schemas.microsoft.com/office/drawing/2014/main" id="{1355C1E7-9919-4EEF-888C-85D3DCD83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2067222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82006A-709C-4140-9225-3BDF7E14FC2A}"/>
              </a:ext>
            </a:extLst>
          </p:cNvPr>
          <p:cNvSpPr txBox="1"/>
          <p:nvPr/>
        </p:nvSpPr>
        <p:spPr>
          <a:xfrm>
            <a:off x="1911350" y="1833859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E7184C-B58F-44A2-B878-6883C040533B}"/>
              </a:ext>
            </a:extLst>
          </p:cNvPr>
          <p:cNvSpPr txBox="1"/>
          <p:nvPr/>
        </p:nvSpPr>
        <p:spPr>
          <a:xfrm>
            <a:off x="3359150" y="1838622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D8B041-1F2A-445F-894D-585EF983569D}"/>
              </a:ext>
            </a:extLst>
          </p:cNvPr>
          <p:cNvSpPr txBox="1"/>
          <p:nvPr/>
        </p:nvSpPr>
        <p:spPr>
          <a:xfrm>
            <a:off x="4806950" y="1824334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0E8C6F-62E0-4321-B5A6-851DBD657551}"/>
              </a:ext>
            </a:extLst>
          </p:cNvPr>
          <p:cNvSpPr txBox="1"/>
          <p:nvPr/>
        </p:nvSpPr>
        <p:spPr>
          <a:xfrm>
            <a:off x="6254750" y="1824334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3C6CAC9-3B09-487B-A06F-AE2B2EFDB716}"/>
              </a:ext>
            </a:extLst>
          </p:cNvPr>
          <p:cNvSpPr txBox="1"/>
          <p:nvPr/>
        </p:nvSpPr>
        <p:spPr>
          <a:xfrm>
            <a:off x="495301" y="3867447"/>
            <a:ext cx="6842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CLK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CFF2F7-672F-4EA4-8E7A-2A77FA57FE4F}"/>
              </a:ext>
            </a:extLst>
          </p:cNvPr>
          <p:cNvSpPr txBox="1"/>
          <p:nvPr/>
        </p:nvSpPr>
        <p:spPr>
          <a:xfrm>
            <a:off x="838201" y="2273597"/>
            <a:ext cx="32702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2FAA36-D885-4D78-902B-0ACE272E23CE}"/>
              </a:ext>
            </a:extLst>
          </p:cNvPr>
          <p:cNvSpPr txBox="1"/>
          <p:nvPr/>
        </p:nvSpPr>
        <p:spPr>
          <a:xfrm>
            <a:off x="7050089" y="3043535"/>
            <a:ext cx="1608137" cy="9239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CLK4,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mạch ghi dịch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chứa 1010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D362EE-F988-4BCC-A5C7-C836D6D7688F}"/>
              </a:ext>
            </a:extLst>
          </p:cNvPr>
          <p:cNvSpPr/>
          <p:nvPr/>
        </p:nvSpPr>
        <p:spPr>
          <a:xfrm>
            <a:off x="1851025" y="4838997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2" name="Isosceles Triangle 41">
            <a:extLst>
              <a:ext uri="{FF2B5EF4-FFF2-40B4-BE49-F238E27FC236}">
                <a16:creationId xmlns:a16="http://schemas.microsoft.com/office/drawing/2014/main" id="{4918AC2F-77C7-4D8A-9110-621BE2832E4B}"/>
              </a:ext>
            </a:extLst>
          </p:cNvPr>
          <p:cNvSpPr/>
          <p:nvPr/>
        </p:nvSpPr>
        <p:spPr>
          <a:xfrm rot="5400000">
            <a:off x="1833563" y="5432722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2990A81-948A-4141-ADED-F17240486FF8}"/>
              </a:ext>
            </a:extLst>
          </p:cNvPr>
          <p:cNvCxnSpPr>
            <a:stCxn id="42" idx="3"/>
          </p:cNvCxnSpPr>
          <p:nvPr/>
        </p:nvCxnSpPr>
        <p:spPr>
          <a:xfrm rot="10800000">
            <a:off x="1576389" y="5521623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550B97E-C71B-410D-BD3B-576847854FF9}"/>
              </a:ext>
            </a:extLst>
          </p:cNvPr>
          <p:cNvCxnSpPr/>
          <p:nvPr/>
        </p:nvCxnSpPr>
        <p:spPr>
          <a:xfrm rot="10800000" flipV="1">
            <a:off x="1195389" y="4983460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ED8CBD-C87E-42EE-8683-1A857567EE6E}"/>
              </a:ext>
            </a:extLst>
          </p:cNvPr>
          <p:cNvCxnSpPr/>
          <p:nvPr/>
        </p:nvCxnSpPr>
        <p:spPr>
          <a:xfrm rot="10800000">
            <a:off x="2606676" y="4983460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A98AE4EB-050C-41D8-9546-506510319166}"/>
              </a:ext>
            </a:extLst>
          </p:cNvPr>
          <p:cNvSpPr/>
          <p:nvPr/>
        </p:nvSpPr>
        <p:spPr>
          <a:xfrm>
            <a:off x="3316288" y="4850110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7" name="Isosceles Triangle 46">
            <a:extLst>
              <a:ext uri="{FF2B5EF4-FFF2-40B4-BE49-F238E27FC236}">
                <a16:creationId xmlns:a16="http://schemas.microsoft.com/office/drawing/2014/main" id="{88310C2D-E733-48A4-B478-DBCBA8D9A302}"/>
              </a:ext>
            </a:extLst>
          </p:cNvPr>
          <p:cNvSpPr/>
          <p:nvPr/>
        </p:nvSpPr>
        <p:spPr>
          <a:xfrm rot="5400000">
            <a:off x="3298826" y="544383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A169C86-6906-4950-806C-7CF929D3BE97}"/>
              </a:ext>
            </a:extLst>
          </p:cNvPr>
          <p:cNvCxnSpPr>
            <a:stCxn id="47" idx="3"/>
          </p:cNvCxnSpPr>
          <p:nvPr/>
        </p:nvCxnSpPr>
        <p:spPr>
          <a:xfrm rot="10800000">
            <a:off x="3041650" y="5532734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0558647-3BD2-4361-A14C-E012836AFCF6}"/>
              </a:ext>
            </a:extLst>
          </p:cNvPr>
          <p:cNvCxnSpPr/>
          <p:nvPr/>
        </p:nvCxnSpPr>
        <p:spPr>
          <a:xfrm rot="10800000">
            <a:off x="4071938" y="4994572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759BEFC5-BF16-4C21-AEB3-05AB1626F4F5}"/>
              </a:ext>
            </a:extLst>
          </p:cNvPr>
          <p:cNvSpPr/>
          <p:nvPr/>
        </p:nvSpPr>
        <p:spPr>
          <a:xfrm>
            <a:off x="4768850" y="4856460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1" name="Isosceles Triangle 50">
            <a:extLst>
              <a:ext uri="{FF2B5EF4-FFF2-40B4-BE49-F238E27FC236}">
                <a16:creationId xmlns:a16="http://schemas.microsoft.com/office/drawing/2014/main" id="{4352F529-734A-441E-A81E-99148E9B6F32}"/>
              </a:ext>
            </a:extLst>
          </p:cNvPr>
          <p:cNvSpPr/>
          <p:nvPr/>
        </p:nvSpPr>
        <p:spPr>
          <a:xfrm rot="5400000">
            <a:off x="4751388" y="5450185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B1BAF69-2306-4191-B673-402FBB2AE7D5}"/>
              </a:ext>
            </a:extLst>
          </p:cNvPr>
          <p:cNvCxnSpPr>
            <a:stCxn id="51" idx="3"/>
          </p:cNvCxnSpPr>
          <p:nvPr/>
        </p:nvCxnSpPr>
        <p:spPr>
          <a:xfrm rot="10800000">
            <a:off x="4494214" y="5539084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730A385-D035-48D3-A085-173816CDC643}"/>
              </a:ext>
            </a:extLst>
          </p:cNvPr>
          <p:cNvCxnSpPr/>
          <p:nvPr/>
        </p:nvCxnSpPr>
        <p:spPr>
          <a:xfrm rot="10800000">
            <a:off x="5524501" y="5000922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3055B46-957A-4E68-A024-A2752958391D}"/>
              </a:ext>
            </a:extLst>
          </p:cNvPr>
          <p:cNvSpPr/>
          <p:nvPr/>
        </p:nvSpPr>
        <p:spPr>
          <a:xfrm>
            <a:off x="6224588" y="4864397"/>
            <a:ext cx="755650" cy="133191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5" name="Isosceles Triangle 54">
            <a:extLst>
              <a:ext uri="{FF2B5EF4-FFF2-40B4-BE49-F238E27FC236}">
                <a16:creationId xmlns:a16="http://schemas.microsoft.com/office/drawing/2014/main" id="{84F59BD3-0FE8-4569-8217-A8F8FD7960A3}"/>
              </a:ext>
            </a:extLst>
          </p:cNvPr>
          <p:cNvSpPr/>
          <p:nvPr/>
        </p:nvSpPr>
        <p:spPr>
          <a:xfrm rot="5400000">
            <a:off x="6230938" y="5454947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A53AD19-1342-4462-A24F-3474CD089564}"/>
              </a:ext>
            </a:extLst>
          </p:cNvPr>
          <p:cNvCxnSpPr>
            <a:stCxn id="55" idx="3"/>
          </p:cNvCxnSpPr>
          <p:nvPr/>
        </p:nvCxnSpPr>
        <p:spPr>
          <a:xfrm rot="10800000">
            <a:off x="5973764" y="5543848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1999CA9-B469-40FF-BB10-C1B58E956713}"/>
              </a:ext>
            </a:extLst>
          </p:cNvPr>
          <p:cNvCxnSpPr/>
          <p:nvPr/>
        </p:nvCxnSpPr>
        <p:spPr>
          <a:xfrm rot="10800000">
            <a:off x="6989763" y="5005685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171">
            <a:extLst>
              <a:ext uri="{FF2B5EF4-FFF2-40B4-BE49-F238E27FC236}">
                <a16:creationId xmlns:a16="http://schemas.microsoft.com/office/drawing/2014/main" id="{BE759602-21C5-4405-ADB8-1393977F9A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9876" y="4573884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59" name="TextBox 172">
            <a:extLst>
              <a:ext uri="{FF2B5EF4-FFF2-40B4-BE49-F238E27FC236}">
                <a16:creationId xmlns:a16="http://schemas.microsoft.com/office/drawing/2014/main" id="{A14E08F9-EDE1-4720-855E-CC4ED76DB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25" y="5005684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D0558DA2-4515-411F-AE99-56D2ABA021D0}"/>
              </a:ext>
            </a:extLst>
          </p:cNvPr>
          <p:cNvCxnSpPr/>
          <p:nvPr/>
        </p:nvCxnSpPr>
        <p:spPr>
          <a:xfrm rot="5400000">
            <a:off x="2510632" y="6043116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3733EA11-D41B-43C7-92E6-E5E7A6FB2EB6}"/>
              </a:ext>
            </a:extLst>
          </p:cNvPr>
          <p:cNvCxnSpPr/>
          <p:nvPr/>
        </p:nvCxnSpPr>
        <p:spPr>
          <a:xfrm rot="5400000">
            <a:off x="1062832" y="6041529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549477FC-EDCA-4976-AC3E-4E70C48CB98E}"/>
              </a:ext>
            </a:extLst>
          </p:cNvPr>
          <p:cNvCxnSpPr/>
          <p:nvPr/>
        </p:nvCxnSpPr>
        <p:spPr>
          <a:xfrm rot="5400000">
            <a:off x="3964782" y="6068516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981B28CF-AEC5-4F58-8265-4E0379926C9B}"/>
              </a:ext>
            </a:extLst>
          </p:cNvPr>
          <p:cNvCxnSpPr/>
          <p:nvPr/>
        </p:nvCxnSpPr>
        <p:spPr>
          <a:xfrm rot="5400000">
            <a:off x="5452269" y="6082803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1C6A208F-F1AD-4796-B82B-61B8453E6171}"/>
              </a:ext>
            </a:extLst>
          </p:cNvPr>
          <p:cNvCxnSpPr/>
          <p:nvPr/>
        </p:nvCxnSpPr>
        <p:spPr>
          <a:xfrm rot="10800000">
            <a:off x="1195388" y="6591598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0C3A462C-D1F4-4049-A06E-3F9B02606F3A}"/>
              </a:ext>
            </a:extLst>
          </p:cNvPr>
          <p:cNvSpPr/>
          <p:nvPr/>
        </p:nvSpPr>
        <p:spPr>
          <a:xfrm>
            <a:off x="4476751" y="6566198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57219666-AA5D-4063-B6E6-F2732586C184}"/>
              </a:ext>
            </a:extLst>
          </p:cNvPr>
          <p:cNvSpPr/>
          <p:nvPr/>
        </p:nvSpPr>
        <p:spPr>
          <a:xfrm>
            <a:off x="3009901" y="6553498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6ED9EC12-6C09-4642-9432-5A6E21593EDE}"/>
              </a:ext>
            </a:extLst>
          </p:cNvPr>
          <p:cNvSpPr/>
          <p:nvPr/>
        </p:nvSpPr>
        <p:spPr>
          <a:xfrm>
            <a:off x="1550989" y="6569373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TextBox 171">
            <a:extLst>
              <a:ext uri="{FF2B5EF4-FFF2-40B4-BE49-F238E27FC236}">
                <a16:creationId xmlns:a16="http://schemas.microsoft.com/office/drawing/2014/main" id="{F5E45EBF-3F8A-49D7-BD5E-453FBBD5F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1" y="4567534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69" name="TextBox 171">
            <a:extLst>
              <a:ext uri="{FF2B5EF4-FFF2-40B4-BE49-F238E27FC236}">
                <a16:creationId xmlns:a16="http://schemas.microsoft.com/office/drawing/2014/main" id="{B8375C18-9F44-4CEA-AAD5-7F00EED76F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6588" y="4553247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70" name="TextBox 171">
            <a:extLst>
              <a:ext uri="{FF2B5EF4-FFF2-40B4-BE49-F238E27FC236}">
                <a16:creationId xmlns:a16="http://schemas.microsoft.com/office/drawing/2014/main" id="{35848E56-35A8-48A9-9060-2490FCFFD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3426" y="4581822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F424020-9A11-4A7B-91AC-F946F20A09CC}"/>
              </a:ext>
            </a:extLst>
          </p:cNvPr>
          <p:cNvSpPr txBox="1"/>
          <p:nvPr/>
        </p:nvSpPr>
        <p:spPr>
          <a:xfrm>
            <a:off x="1924050" y="4348459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46993F3-3E49-4742-BD0A-669A54CD3542}"/>
              </a:ext>
            </a:extLst>
          </p:cNvPr>
          <p:cNvSpPr txBox="1"/>
          <p:nvPr/>
        </p:nvSpPr>
        <p:spPr>
          <a:xfrm>
            <a:off x="3371850" y="4353222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CCC5EF6-59FA-418A-8F91-9B48AC822841}"/>
              </a:ext>
            </a:extLst>
          </p:cNvPr>
          <p:cNvSpPr txBox="1"/>
          <p:nvPr/>
        </p:nvSpPr>
        <p:spPr>
          <a:xfrm>
            <a:off x="4819650" y="4338934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778AED3-6D36-4D1A-AF91-5A0B323951D1}"/>
              </a:ext>
            </a:extLst>
          </p:cNvPr>
          <p:cNvSpPr txBox="1"/>
          <p:nvPr/>
        </p:nvSpPr>
        <p:spPr>
          <a:xfrm>
            <a:off x="6267450" y="4338934"/>
            <a:ext cx="64293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AB9E700-E788-4BFC-BA9F-86D03EE6EC86}"/>
              </a:ext>
            </a:extLst>
          </p:cNvPr>
          <p:cNvSpPr txBox="1"/>
          <p:nvPr/>
        </p:nvSpPr>
        <p:spPr>
          <a:xfrm>
            <a:off x="438151" y="6382047"/>
            <a:ext cx="8286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CLK5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7FA0F19-5013-4EE8-B349-1BED9694BC5C}"/>
              </a:ext>
            </a:extLst>
          </p:cNvPr>
          <p:cNvSpPr txBox="1"/>
          <p:nvPr/>
        </p:nvSpPr>
        <p:spPr>
          <a:xfrm>
            <a:off x="830263" y="4802484"/>
            <a:ext cx="3984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 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B50E59F-3332-4DD2-9351-147CE3F69888}"/>
              </a:ext>
            </a:extLst>
          </p:cNvPr>
          <p:cNvSpPr txBox="1"/>
          <p:nvPr/>
        </p:nvSpPr>
        <p:spPr>
          <a:xfrm>
            <a:off x="7064376" y="5558134"/>
            <a:ext cx="1236663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CLK5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6C0D0BAD-EA70-47DF-8DCA-44C736547829}"/>
              </a:ext>
            </a:extLst>
          </p:cNvPr>
          <p:cNvCxnSpPr/>
          <p:nvPr/>
        </p:nvCxnSpPr>
        <p:spPr>
          <a:xfrm rot="10800000">
            <a:off x="381000" y="6388397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8A87F960-DA57-4EEF-B657-7C08EFCFA456}"/>
              </a:ext>
            </a:extLst>
          </p:cNvPr>
          <p:cNvCxnSpPr/>
          <p:nvPr/>
        </p:nvCxnSpPr>
        <p:spPr>
          <a:xfrm rot="10800000">
            <a:off x="704850" y="6099472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0F5B6CD5-7D16-478D-83AC-2FE8E48B4E56}"/>
              </a:ext>
            </a:extLst>
          </p:cNvPr>
          <p:cNvCxnSpPr/>
          <p:nvPr/>
        </p:nvCxnSpPr>
        <p:spPr>
          <a:xfrm rot="5400000">
            <a:off x="885032" y="6243141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30A71B7-6BAD-48E2-A168-70180E79445A}"/>
              </a:ext>
            </a:extLst>
          </p:cNvPr>
          <p:cNvCxnSpPr/>
          <p:nvPr/>
        </p:nvCxnSpPr>
        <p:spPr>
          <a:xfrm rot="10800000">
            <a:off x="1028700" y="6386809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AFCECBE-E26F-49E0-B4E8-A09BB5E79F9B}"/>
              </a:ext>
            </a:extLst>
          </p:cNvPr>
          <p:cNvCxnSpPr/>
          <p:nvPr/>
        </p:nvCxnSpPr>
        <p:spPr>
          <a:xfrm rot="5400000" flipH="1" flipV="1">
            <a:off x="597694" y="6243140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6AC0A9A-F736-47A4-9B62-D6ABB7CA3F93}"/>
              </a:ext>
            </a:extLst>
          </p:cNvPr>
          <p:cNvCxnSpPr/>
          <p:nvPr/>
        </p:nvCxnSpPr>
        <p:spPr>
          <a:xfrm rot="5400000">
            <a:off x="561182" y="6243141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775A4587-E769-418F-846C-EB8E72E287F2}"/>
              </a:ext>
            </a:extLst>
          </p:cNvPr>
          <p:cNvSpPr txBox="1"/>
          <p:nvPr/>
        </p:nvSpPr>
        <p:spPr>
          <a:xfrm>
            <a:off x="7781926" y="2129135"/>
            <a:ext cx="868363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liệu 1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07D2115-9297-4A92-9136-6AB5117248E9}"/>
              </a:ext>
            </a:extLst>
          </p:cNvPr>
          <p:cNvSpPr txBox="1"/>
          <p:nvPr/>
        </p:nvSpPr>
        <p:spPr>
          <a:xfrm>
            <a:off x="7781926" y="4634210"/>
            <a:ext cx="868363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liệu 2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88" name="Rectangle 2">
            <a:extLst>
              <a:ext uri="{FF2B5EF4-FFF2-40B4-BE49-F238E27FC236}">
                <a16:creationId xmlns:a16="http://schemas.microsoft.com/office/drawing/2014/main" id="{6F60AD59-4156-4B03-8A7C-795940AD57E3}"/>
              </a:ext>
            </a:extLst>
          </p:cNvPr>
          <p:cNvSpPr txBox="1">
            <a:spLocks noChangeArrowheads="1"/>
          </p:cNvSpPr>
          <p:nvPr/>
        </p:nvSpPr>
        <p:spPr>
          <a:xfrm>
            <a:off x="3886200" y="76200"/>
            <a:ext cx="8153400" cy="132556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0066"/>
                </a:solidFill>
                <a:latin typeface="UTM Avo" panose="02040603050506020204" pitchFamily="18" charset="0"/>
                <a:ea typeface="+mj-ea"/>
                <a:cs typeface="+mj-cs"/>
              </a:defRPr>
            </a:lvl1pPr>
          </a:lstStyle>
          <a:p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sp>
        <p:nvSpPr>
          <p:cNvPr id="87" name="Rectangle 6">
            <a:extLst>
              <a:ext uri="{FF2B5EF4-FFF2-40B4-BE49-F238E27FC236}">
                <a16:creationId xmlns:a16="http://schemas.microsoft.com/office/drawing/2014/main" id="{60B1CE08-B5A6-4049-BB47-90BB8EC9F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" y="1413244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marL="0" indent="0" eaLnBrk="1" hangingPunct="1"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SzPct val="70000"/>
            </a:pPr>
            <a:r>
              <a:rPr lang="en-US" altLang="en-US" sz="2400" b="1">
                <a:latin typeface="Arial" panose="020B0604020202020204" pitchFamily="34" charset="0"/>
              </a:rPr>
              <a:t>Đ</a:t>
            </a:r>
            <a:r>
              <a:rPr lang="en-US" altLang="en-US" sz="2400" b="1" smtClean="0">
                <a:latin typeface="Arial" panose="020B0604020202020204" pitchFamily="34" charset="0"/>
              </a:rPr>
              <a:t>ưa </a:t>
            </a:r>
            <a:r>
              <a:rPr lang="en-US" altLang="en-US" sz="2400" b="1" dirty="0" err="1">
                <a:latin typeface="Arial" panose="020B0604020202020204" pitchFamily="34" charset="0"/>
              </a:rPr>
              <a:t>dữ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liệu</a:t>
            </a:r>
            <a:r>
              <a:rPr lang="en-US" altLang="en-US" sz="2400" b="1" dirty="0">
                <a:latin typeface="Arial" panose="020B0604020202020204" pitchFamily="34" charset="0"/>
              </a:rPr>
              <a:t> 4-bit </a:t>
            </a:r>
            <a:r>
              <a:rPr lang="en-US" altLang="en-US" sz="2400" b="1">
                <a:latin typeface="Arial" panose="020B0604020202020204" pitchFamily="34" charset="0"/>
              </a:rPr>
              <a:t>1010 </a:t>
            </a:r>
            <a:r>
              <a:rPr lang="en-US" altLang="en-US" sz="2400" b="1" smtClean="0">
                <a:latin typeface="Arial" panose="020B0604020202020204" pitchFamily="34" charset="0"/>
              </a:rPr>
              <a:t>RA </a:t>
            </a:r>
            <a:r>
              <a:rPr lang="en-US" altLang="en-US" sz="2400" b="1" dirty="0" err="1">
                <a:latin typeface="Arial" panose="020B0604020202020204" pitchFamily="34" charset="0"/>
              </a:rPr>
              <a:t>mạch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ghi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  <a:r>
              <a:rPr lang="en-US" altLang="en-US" sz="2400" b="1" dirty="0" err="1">
                <a:latin typeface="Arial" panose="020B0604020202020204" pitchFamily="34" charset="0"/>
              </a:rPr>
              <a:t>dịch</a:t>
            </a:r>
            <a:r>
              <a:rPr lang="en-US" altLang="en-US" sz="2400" b="1" dirty="0"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9890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A74B35-8C56-44AC-B5A5-6C11B1055227}"/>
              </a:ext>
            </a:extLst>
          </p:cNvPr>
          <p:cNvSpPr/>
          <p:nvPr/>
        </p:nvSpPr>
        <p:spPr>
          <a:xfrm>
            <a:off x="2155825" y="188595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" name="Isosceles Triangle 4">
            <a:extLst>
              <a:ext uri="{FF2B5EF4-FFF2-40B4-BE49-F238E27FC236}">
                <a16:creationId xmlns:a16="http://schemas.microsoft.com/office/drawing/2014/main" id="{E08413DB-541F-4FB5-851C-B7D8F82C3143}"/>
              </a:ext>
            </a:extLst>
          </p:cNvPr>
          <p:cNvSpPr/>
          <p:nvPr/>
        </p:nvSpPr>
        <p:spPr>
          <a:xfrm rot="5400000">
            <a:off x="2138363" y="247967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02176-4081-4135-A96A-BB3C4BC21946}"/>
              </a:ext>
            </a:extLst>
          </p:cNvPr>
          <p:cNvCxnSpPr>
            <a:stCxn id="5" idx="3"/>
          </p:cNvCxnSpPr>
          <p:nvPr/>
        </p:nvCxnSpPr>
        <p:spPr>
          <a:xfrm rot="10800000">
            <a:off x="1881189" y="2568575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75977E-C3DC-484C-A9B0-B309421AD1F8}"/>
              </a:ext>
            </a:extLst>
          </p:cNvPr>
          <p:cNvCxnSpPr/>
          <p:nvPr/>
        </p:nvCxnSpPr>
        <p:spPr>
          <a:xfrm rot="10800000" flipV="1">
            <a:off x="1500189" y="2030413"/>
            <a:ext cx="65563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A03772-B520-44FB-B4B9-27B894E92E6A}"/>
              </a:ext>
            </a:extLst>
          </p:cNvPr>
          <p:cNvCxnSpPr/>
          <p:nvPr/>
        </p:nvCxnSpPr>
        <p:spPr>
          <a:xfrm rot="10800000">
            <a:off x="2911476" y="2030413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3D64AF81-9438-422B-8387-046AAD8E246F}"/>
              </a:ext>
            </a:extLst>
          </p:cNvPr>
          <p:cNvSpPr/>
          <p:nvPr/>
        </p:nvSpPr>
        <p:spPr>
          <a:xfrm>
            <a:off x="3621088" y="18970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0" name="Isosceles Triangle 9">
            <a:extLst>
              <a:ext uri="{FF2B5EF4-FFF2-40B4-BE49-F238E27FC236}">
                <a16:creationId xmlns:a16="http://schemas.microsoft.com/office/drawing/2014/main" id="{87DADE4A-6E4F-4EE3-92EF-E636C13BD9E5}"/>
              </a:ext>
            </a:extLst>
          </p:cNvPr>
          <p:cNvSpPr/>
          <p:nvPr/>
        </p:nvSpPr>
        <p:spPr>
          <a:xfrm rot="5400000">
            <a:off x="3603626" y="24907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80810B-F048-44A0-87BD-6C954D66B237}"/>
              </a:ext>
            </a:extLst>
          </p:cNvPr>
          <p:cNvCxnSpPr>
            <a:stCxn id="10" idx="3"/>
          </p:cNvCxnSpPr>
          <p:nvPr/>
        </p:nvCxnSpPr>
        <p:spPr>
          <a:xfrm rot="10800000">
            <a:off x="3346450" y="2579689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9AA0E1-CF8F-4685-A2BB-19E267D71C91}"/>
              </a:ext>
            </a:extLst>
          </p:cNvPr>
          <p:cNvCxnSpPr/>
          <p:nvPr/>
        </p:nvCxnSpPr>
        <p:spPr>
          <a:xfrm rot="10800000">
            <a:off x="4376738" y="20415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A908052D-F8B6-4A58-A263-203DEFA1B5D6}"/>
              </a:ext>
            </a:extLst>
          </p:cNvPr>
          <p:cNvSpPr/>
          <p:nvPr/>
        </p:nvSpPr>
        <p:spPr>
          <a:xfrm>
            <a:off x="5073650" y="1901826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BF2EEC92-AAC6-4E57-9F21-C9E8A2E39309}"/>
              </a:ext>
            </a:extLst>
          </p:cNvPr>
          <p:cNvSpPr/>
          <p:nvPr/>
        </p:nvSpPr>
        <p:spPr>
          <a:xfrm rot="5400000">
            <a:off x="5056188" y="249555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00BD43B-E27A-4C39-948C-2983A3BE04D8}"/>
              </a:ext>
            </a:extLst>
          </p:cNvPr>
          <p:cNvCxnSpPr>
            <a:stCxn id="14" idx="3"/>
          </p:cNvCxnSpPr>
          <p:nvPr/>
        </p:nvCxnSpPr>
        <p:spPr>
          <a:xfrm rot="10800000">
            <a:off x="4799014" y="258445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1A28E23-79D5-4BDA-9125-E3B3E9A019FD}"/>
              </a:ext>
            </a:extLst>
          </p:cNvPr>
          <p:cNvCxnSpPr/>
          <p:nvPr/>
        </p:nvCxnSpPr>
        <p:spPr>
          <a:xfrm rot="10800000">
            <a:off x="5829301" y="204628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DB11166A-85E1-42C2-9561-2E94E55891C2}"/>
              </a:ext>
            </a:extLst>
          </p:cNvPr>
          <p:cNvSpPr/>
          <p:nvPr/>
        </p:nvSpPr>
        <p:spPr>
          <a:xfrm>
            <a:off x="6529388" y="1911351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8" name="Isosceles Triangle 17">
            <a:extLst>
              <a:ext uri="{FF2B5EF4-FFF2-40B4-BE49-F238E27FC236}">
                <a16:creationId xmlns:a16="http://schemas.microsoft.com/office/drawing/2014/main" id="{5958605C-5DA6-4EA0-97CF-D23D46FCEC02}"/>
              </a:ext>
            </a:extLst>
          </p:cNvPr>
          <p:cNvSpPr/>
          <p:nvPr/>
        </p:nvSpPr>
        <p:spPr>
          <a:xfrm rot="5400000">
            <a:off x="6535738" y="250190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E172032-1E16-4C68-999A-7C5C5FB3E693}"/>
              </a:ext>
            </a:extLst>
          </p:cNvPr>
          <p:cNvCxnSpPr>
            <a:stCxn id="18" idx="3"/>
          </p:cNvCxnSpPr>
          <p:nvPr/>
        </p:nvCxnSpPr>
        <p:spPr>
          <a:xfrm rot="10800000">
            <a:off x="6278564" y="259080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FBF9D9C-725C-4CBD-8A3B-3B120BD74F16}"/>
              </a:ext>
            </a:extLst>
          </p:cNvPr>
          <p:cNvCxnSpPr/>
          <p:nvPr/>
        </p:nvCxnSpPr>
        <p:spPr>
          <a:xfrm rot="10800000">
            <a:off x="7294563" y="2052638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171">
            <a:extLst>
              <a:ext uri="{FF2B5EF4-FFF2-40B4-BE49-F238E27FC236}">
                <a16:creationId xmlns:a16="http://schemas.microsoft.com/office/drawing/2014/main" id="{AD00F49D-B909-4249-B0EA-667D345BA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676" y="162083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22" name="TextBox 172">
            <a:extLst>
              <a:ext uri="{FF2B5EF4-FFF2-40B4-BE49-F238E27FC236}">
                <a16:creationId xmlns:a16="http://schemas.microsoft.com/office/drawing/2014/main" id="{2A423B56-ABFB-4B46-8244-F61D858EB3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2052638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6B0DD30-C0CA-4AFE-ABC1-37F47F1D229D}"/>
              </a:ext>
            </a:extLst>
          </p:cNvPr>
          <p:cNvCxnSpPr/>
          <p:nvPr/>
        </p:nvCxnSpPr>
        <p:spPr>
          <a:xfrm rot="5400000">
            <a:off x="2815432" y="30900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4794F1B-AB14-4C00-9478-A4988228851B}"/>
              </a:ext>
            </a:extLst>
          </p:cNvPr>
          <p:cNvCxnSpPr/>
          <p:nvPr/>
        </p:nvCxnSpPr>
        <p:spPr>
          <a:xfrm rot="5400000">
            <a:off x="1367632" y="308848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B7613F-BC59-4EC4-977C-C1AB405A5CA8}"/>
              </a:ext>
            </a:extLst>
          </p:cNvPr>
          <p:cNvCxnSpPr/>
          <p:nvPr/>
        </p:nvCxnSpPr>
        <p:spPr>
          <a:xfrm rot="5400000">
            <a:off x="4269582" y="31154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E702C6-798C-40F0-9977-9CE5FEB4205D}"/>
              </a:ext>
            </a:extLst>
          </p:cNvPr>
          <p:cNvCxnSpPr/>
          <p:nvPr/>
        </p:nvCxnSpPr>
        <p:spPr>
          <a:xfrm rot="5400000">
            <a:off x="5757069" y="3129756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9F61B1B-0AC1-4F02-937A-5A5455073C4B}"/>
              </a:ext>
            </a:extLst>
          </p:cNvPr>
          <p:cNvCxnSpPr/>
          <p:nvPr/>
        </p:nvCxnSpPr>
        <p:spPr>
          <a:xfrm rot="10800000">
            <a:off x="1500188" y="3636964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919FEDAE-F4EC-4B0D-86D9-C1B2E6903FDF}"/>
              </a:ext>
            </a:extLst>
          </p:cNvPr>
          <p:cNvSpPr/>
          <p:nvPr/>
        </p:nvSpPr>
        <p:spPr>
          <a:xfrm>
            <a:off x="4781551" y="361315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724D6C4-B1AE-4E98-99D1-FC3618775BB4}"/>
              </a:ext>
            </a:extLst>
          </p:cNvPr>
          <p:cNvSpPr/>
          <p:nvPr/>
        </p:nvSpPr>
        <p:spPr>
          <a:xfrm>
            <a:off x="3314701" y="360045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8DA73A3-33AD-44C4-BD55-59977FB41377}"/>
              </a:ext>
            </a:extLst>
          </p:cNvPr>
          <p:cNvSpPr/>
          <p:nvPr/>
        </p:nvSpPr>
        <p:spPr>
          <a:xfrm>
            <a:off x="1855789" y="36147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171">
            <a:extLst>
              <a:ext uri="{FF2B5EF4-FFF2-40B4-BE49-F238E27FC236}">
                <a16:creationId xmlns:a16="http://schemas.microsoft.com/office/drawing/2014/main" id="{11410E96-E031-497B-82B0-F14662A3D7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1" y="161448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32" name="TextBox 171">
            <a:extLst>
              <a:ext uri="{FF2B5EF4-FFF2-40B4-BE49-F238E27FC236}">
                <a16:creationId xmlns:a16="http://schemas.microsoft.com/office/drawing/2014/main" id="{4E3FFA8E-F0BA-4B82-BAFB-6A5EB4790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388" y="1600200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33" name="TextBox 171">
            <a:extLst>
              <a:ext uri="{FF2B5EF4-FFF2-40B4-BE49-F238E27FC236}">
                <a16:creationId xmlns:a16="http://schemas.microsoft.com/office/drawing/2014/main" id="{414A189F-95FF-4143-BA56-2621D0ABFD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226" y="162877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F11AF5-8F7C-4A5D-AAC5-EC1A6CC6E267}"/>
              </a:ext>
            </a:extLst>
          </p:cNvPr>
          <p:cNvSpPr txBox="1"/>
          <p:nvPr/>
        </p:nvSpPr>
        <p:spPr>
          <a:xfrm>
            <a:off x="1135063" y="1849438"/>
            <a:ext cx="3984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 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5DE290F-4AB8-4535-B0BF-AC1A3D220905}"/>
              </a:ext>
            </a:extLst>
          </p:cNvPr>
          <p:cNvSpPr txBox="1"/>
          <p:nvPr/>
        </p:nvSpPr>
        <p:spPr>
          <a:xfrm>
            <a:off x="7369176" y="2605089"/>
            <a:ext cx="123666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CLK6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C4496DD-6CB7-4D0A-AAD3-2EE636C667AF}"/>
              </a:ext>
            </a:extLst>
          </p:cNvPr>
          <p:cNvCxnSpPr/>
          <p:nvPr/>
        </p:nvCxnSpPr>
        <p:spPr>
          <a:xfrm rot="10800000">
            <a:off x="685800" y="343535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E8D8C0C-2C18-4F37-93F5-FCEBFD1FE406}"/>
              </a:ext>
            </a:extLst>
          </p:cNvPr>
          <p:cNvCxnSpPr/>
          <p:nvPr/>
        </p:nvCxnSpPr>
        <p:spPr>
          <a:xfrm rot="10800000">
            <a:off x="1009650" y="3146425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D1D7998-6A2D-49F3-AE84-BCAF6B91F9FB}"/>
              </a:ext>
            </a:extLst>
          </p:cNvPr>
          <p:cNvCxnSpPr/>
          <p:nvPr/>
        </p:nvCxnSpPr>
        <p:spPr>
          <a:xfrm rot="5400000">
            <a:off x="1189831" y="3290094"/>
            <a:ext cx="287338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336A0C-C585-4D75-9D65-F625695D8B98}"/>
              </a:ext>
            </a:extLst>
          </p:cNvPr>
          <p:cNvCxnSpPr/>
          <p:nvPr/>
        </p:nvCxnSpPr>
        <p:spPr>
          <a:xfrm rot="10800000">
            <a:off x="1333500" y="343376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8635A7E-9831-4C1C-992B-E35628AA513E}"/>
              </a:ext>
            </a:extLst>
          </p:cNvPr>
          <p:cNvCxnSpPr/>
          <p:nvPr/>
        </p:nvCxnSpPr>
        <p:spPr>
          <a:xfrm rot="5400000" flipH="1" flipV="1">
            <a:off x="902494" y="3290094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5A7464B-FD8D-4DF1-830F-3ADA20893033}"/>
              </a:ext>
            </a:extLst>
          </p:cNvPr>
          <p:cNvCxnSpPr/>
          <p:nvPr/>
        </p:nvCxnSpPr>
        <p:spPr>
          <a:xfrm rot="5400000">
            <a:off x="865981" y="3290094"/>
            <a:ext cx="287338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>
            <a:extLst>
              <a:ext uri="{FF2B5EF4-FFF2-40B4-BE49-F238E27FC236}">
                <a16:creationId xmlns:a16="http://schemas.microsoft.com/office/drawing/2014/main" id="{DCAE4D4E-902A-4149-9BB6-18A546BD1C5A}"/>
              </a:ext>
            </a:extLst>
          </p:cNvPr>
          <p:cNvSpPr/>
          <p:nvPr/>
        </p:nvSpPr>
        <p:spPr>
          <a:xfrm>
            <a:off x="2155825" y="447675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3" name="Isosceles Triangle 42">
            <a:extLst>
              <a:ext uri="{FF2B5EF4-FFF2-40B4-BE49-F238E27FC236}">
                <a16:creationId xmlns:a16="http://schemas.microsoft.com/office/drawing/2014/main" id="{7DC840B3-D4D4-48DE-AF49-987B6A9F7E30}"/>
              </a:ext>
            </a:extLst>
          </p:cNvPr>
          <p:cNvSpPr/>
          <p:nvPr/>
        </p:nvSpPr>
        <p:spPr>
          <a:xfrm rot="5400000">
            <a:off x="2138363" y="507047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5C12AC-6407-46B5-B885-CBE62BFF2F36}"/>
              </a:ext>
            </a:extLst>
          </p:cNvPr>
          <p:cNvCxnSpPr>
            <a:stCxn id="43" idx="3"/>
          </p:cNvCxnSpPr>
          <p:nvPr/>
        </p:nvCxnSpPr>
        <p:spPr>
          <a:xfrm rot="10800000">
            <a:off x="1881189" y="5159375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2DBC953-7FBF-4C40-92EC-D5A1A5809F75}"/>
              </a:ext>
            </a:extLst>
          </p:cNvPr>
          <p:cNvCxnSpPr/>
          <p:nvPr/>
        </p:nvCxnSpPr>
        <p:spPr>
          <a:xfrm rot="10800000" flipV="1">
            <a:off x="1500189" y="4621213"/>
            <a:ext cx="65563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8AD332B-275A-4AFB-AC86-0A0F484455B0}"/>
              </a:ext>
            </a:extLst>
          </p:cNvPr>
          <p:cNvCxnSpPr/>
          <p:nvPr/>
        </p:nvCxnSpPr>
        <p:spPr>
          <a:xfrm rot="10800000">
            <a:off x="2911476" y="4621213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81294C4-C600-4595-9A9B-6FB3CFD138FA}"/>
              </a:ext>
            </a:extLst>
          </p:cNvPr>
          <p:cNvSpPr/>
          <p:nvPr/>
        </p:nvSpPr>
        <p:spPr>
          <a:xfrm>
            <a:off x="3621088" y="44878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48" name="Isosceles Triangle 47">
            <a:extLst>
              <a:ext uri="{FF2B5EF4-FFF2-40B4-BE49-F238E27FC236}">
                <a16:creationId xmlns:a16="http://schemas.microsoft.com/office/drawing/2014/main" id="{C11E2F01-2099-4969-BBFC-1E93FD807AB6}"/>
              </a:ext>
            </a:extLst>
          </p:cNvPr>
          <p:cNvSpPr/>
          <p:nvPr/>
        </p:nvSpPr>
        <p:spPr>
          <a:xfrm rot="5400000">
            <a:off x="3603626" y="50815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93F4A10-6373-48CC-AA9D-98F76BAB36B4}"/>
              </a:ext>
            </a:extLst>
          </p:cNvPr>
          <p:cNvCxnSpPr>
            <a:stCxn id="48" idx="3"/>
          </p:cNvCxnSpPr>
          <p:nvPr/>
        </p:nvCxnSpPr>
        <p:spPr>
          <a:xfrm rot="10800000">
            <a:off x="3346450" y="5170489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C1F1980-69EE-40BD-95C2-8CEEEC28AAD5}"/>
              </a:ext>
            </a:extLst>
          </p:cNvPr>
          <p:cNvCxnSpPr/>
          <p:nvPr/>
        </p:nvCxnSpPr>
        <p:spPr>
          <a:xfrm rot="10800000">
            <a:off x="4376738" y="46323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507D7D23-B247-4D5A-B06B-678632B7961C}"/>
              </a:ext>
            </a:extLst>
          </p:cNvPr>
          <p:cNvSpPr/>
          <p:nvPr/>
        </p:nvSpPr>
        <p:spPr>
          <a:xfrm>
            <a:off x="5073650" y="4492626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2" name="Isosceles Triangle 51">
            <a:extLst>
              <a:ext uri="{FF2B5EF4-FFF2-40B4-BE49-F238E27FC236}">
                <a16:creationId xmlns:a16="http://schemas.microsoft.com/office/drawing/2014/main" id="{778E3185-42EF-4C47-ABA8-F8CB8E0241B4}"/>
              </a:ext>
            </a:extLst>
          </p:cNvPr>
          <p:cNvSpPr/>
          <p:nvPr/>
        </p:nvSpPr>
        <p:spPr>
          <a:xfrm rot="5400000">
            <a:off x="5056188" y="508635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17B0783-E60A-4F68-9D0C-BF9E7981B930}"/>
              </a:ext>
            </a:extLst>
          </p:cNvPr>
          <p:cNvCxnSpPr>
            <a:stCxn id="52" idx="3"/>
          </p:cNvCxnSpPr>
          <p:nvPr/>
        </p:nvCxnSpPr>
        <p:spPr>
          <a:xfrm rot="10800000">
            <a:off x="4799014" y="517525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92A2B99-AAC6-4A06-ADC9-6CB126700F21}"/>
              </a:ext>
            </a:extLst>
          </p:cNvPr>
          <p:cNvCxnSpPr/>
          <p:nvPr/>
        </p:nvCxnSpPr>
        <p:spPr>
          <a:xfrm rot="10800000">
            <a:off x="5829301" y="463708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D3A936DA-D565-4098-8A02-C0422EF3170E}"/>
              </a:ext>
            </a:extLst>
          </p:cNvPr>
          <p:cNvSpPr/>
          <p:nvPr/>
        </p:nvSpPr>
        <p:spPr>
          <a:xfrm>
            <a:off x="6529388" y="4502151"/>
            <a:ext cx="755650" cy="133191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56" name="Isosceles Triangle 55">
            <a:extLst>
              <a:ext uri="{FF2B5EF4-FFF2-40B4-BE49-F238E27FC236}">
                <a16:creationId xmlns:a16="http://schemas.microsoft.com/office/drawing/2014/main" id="{59D4EF94-E926-47FE-A50C-6121E5C8A1B3}"/>
              </a:ext>
            </a:extLst>
          </p:cNvPr>
          <p:cNvSpPr/>
          <p:nvPr/>
        </p:nvSpPr>
        <p:spPr>
          <a:xfrm rot="5400000">
            <a:off x="6535738" y="509270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C0B27287-D606-466F-A249-A92A492DB8F6}"/>
              </a:ext>
            </a:extLst>
          </p:cNvPr>
          <p:cNvCxnSpPr>
            <a:stCxn id="56" idx="3"/>
          </p:cNvCxnSpPr>
          <p:nvPr/>
        </p:nvCxnSpPr>
        <p:spPr>
          <a:xfrm rot="10800000">
            <a:off x="6278564" y="518160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8E6FCF61-6EAA-413A-9F57-FB0C453E0206}"/>
              </a:ext>
            </a:extLst>
          </p:cNvPr>
          <p:cNvCxnSpPr/>
          <p:nvPr/>
        </p:nvCxnSpPr>
        <p:spPr>
          <a:xfrm rot="10800000">
            <a:off x="7294563" y="4643438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171">
            <a:extLst>
              <a:ext uri="{FF2B5EF4-FFF2-40B4-BE49-F238E27FC236}">
                <a16:creationId xmlns:a16="http://schemas.microsoft.com/office/drawing/2014/main" id="{4B24254B-CE72-4F3C-9303-98DF822578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676" y="421163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60" name="TextBox 172">
            <a:extLst>
              <a:ext uri="{FF2B5EF4-FFF2-40B4-BE49-F238E27FC236}">
                <a16:creationId xmlns:a16="http://schemas.microsoft.com/office/drawing/2014/main" id="{2FD1E2B5-81D7-4F85-8C31-B7602E01FB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0925" y="4643438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E2D76D45-AA35-4385-A3BE-3C77B2154CDB}"/>
              </a:ext>
            </a:extLst>
          </p:cNvPr>
          <p:cNvCxnSpPr/>
          <p:nvPr/>
        </p:nvCxnSpPr>
        <p:spPr>
          <a:xfrm rot="5400000">
            <a:off x="2815432" y="56808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E7743983-F54E-4FE1-9D16-1AE059E29D85}"/>
              </a:ext>
            </a:extLst>
          </p:cNvPr>
          <p:cNvCxnSpPr/>
          <p:nvPr/>
        </p:nvCxnSpPr>
        <p:spPr>
          <a:xfrm rot="5400000">
            <a:off x="1367632" y="567928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CEC5FA99-558C-4B62-8626-01367B6B6ED6}"/>
              </a:ext>
            </a:extLst>
          </p:cNvPr>
          <p:cNvCxnSpPr/>
          <p:nvPr/>
        </p:nvCxnSpPr>
        <p:spPr>
          <a:xfrm rot="5400000">
            <a:off x="4269582" y="5706270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9B4E7170-7C8B-4E80-ABBD-81F7F219B41C}"/>
              </a:ext>
            </a:extLst>
          </p:cNvPr>
          <p:cNvCxnSpPr/>
          <p:nvPr/>
        </p:nvCxnSpPr>
        <p:spPr>
          <a:xfrm rot="5400000">
            <a:off x="5757069" y="5720556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495E06D-E819-48ED-9191-BE2ABA93A26D}"/>
              </a:ext>
            </a:extLst>
          </p:cNvPr>
          <p:cNvCxnSpPr/>
          <p:nvPr/>
        </p:nvCxnSpPr>
        <p:spPr>
          <a:xfrm rot="10800000">
            <a:off x="1500188" y="6227764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Oval 65">
            <a:extLst>
              <a:ext uri="{FF2B5EF4-FFF2-40B4-BE49-F238E27FC236}">
                <a16:creationId xmlns:a16="http://schemas.microsoft.com/office/drawing/2014/main" id="{FF15D2BA-D6DE-4004-BEEB-0B272E2B7ED1}"/>
              </a:ext>
            </a:extLst>
          </p:cNvPr>
          <p:cNvSpPr/>
          <p:nvPr/>
        </p:nvSpPr>
        <p:spPr>
          <a:xfrm>
            <a:off x="4781551" y="620395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E0AE7ECF-CBBF-42DA-902B-84BE44C4406A}"/>
              </a:ext>
            </a:extLst>
          </p:cNvPr>
          <p:cNvSpPr/>
          <p:nvPr/>
        </p:nvSpPr>
        <p:spPr>
          <a:xfrm>
            <a:off x="3314701" y="619125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4B4C0B65-6FE1-482F-8ADE-8C3F03DF424E}"/>
              </a:ext>
            </a:extLst>
          </p:cNvPr>
          <p:cNvSpPr/>
          <p:nvPr/>
        </p:nvSpPr>
        <p:spPr>
          <a:xfrm>
            <a:off x="1855789" y="62055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9" name="TextBox 171">
            <a:extLst>
              <a:ext uri="{FF2B5EF4-FFF2-40B4-BE49-F238E27FC236}">
                <a16:creationId xmlns:a16="http://schemas.microsoft.com/office/drawing/2014/main" id="{75225B6E-DBFA-4F9A-A596-AF72B307AF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051" y="420528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70" name="TextBox 171">
            <a:extLst>
              <a:ext uri="{FF2B5EF4-FFF2-40B4-BE49-F238E27FC236}">
                <a16:creationId xmlns:a16="http://schemas.microsoft.com/office/drawing/2014/main" id="{7414D97C-403E-4A21-890C-69E7FF8AA0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1388" y="4191000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71" name="TextBox 171">
            <a:extLst>
              <a:ext uri="{FF2B5EF4-FFF2-40B4-BE49-F238E27FC236}">
                <a16:creationId xmlns:a16="http://schemas.microsoft.com/office/drawing/2014/main" id="{33AAB137-B965-4787-8AA7-5E718D3E3D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8226" y="4219575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62D5660-B8D8-4BDB-AEE4-0B5CFD242B28}"/>
              </a:ext>
            </a:extLst>
          </p:cNvPr>
          <p:cNvSpPr txBox="1"/>
          <p:nvPr/>
        </p:nvSpPr>
        <p:spPr>
          <a:xfrm>
            <a:off x="1135063" y="4440238"/>
            <a:ext cx="3984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 0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A416341-443E-4068-A7F9-709306C9AA67}"/>
              </a:ext>
            </a:extLst>
          </p:cNvPr>
          <p:cNvSpPr txBox="1"/>
          <p:nvPr/>
        </p:nvSpPr>
        <p:spPr>
          <a:xfrm>
            <a:off x="7369176" y="5195889"/>
            <a:ext cx="1236663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CLK7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D2DE3EA-69B2-48AE-BD96-544F01234560}"/>
              </a:ext>
            </a:extLst>
          </p:cNvPr>
          <p:cNvCxnSpPr/>
          <p:nvPr/>
        </p:nvCxnSpPr>
        <p:spPr>
          <a:xfrm rot="10800000">
            <a:off x="685800" y="602615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C7EBFFA3-A9FE-4DC1-8C0D-5D91033204B2}"/>
              </a:ext>
            </a:extLst>
          </p:cNvPr>
          <p:cNvCxnSpPr/>
          <p:nvPr/>
        </p:nvCxnSpPr>
        <p:spPr>
          <a:xfrm rot="10800000">
            <a:off x="1009650" y="5737225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25CA9BA-1CFD-4AF8-BB61-C1D6DE13123B}"/>
              </a:ext>
            </a:extLst>
          </p:cNvPr>
          <p:cNvCxnSpPr/>
          <p:nvPr/>
        </p:nvCxnSpPr>
        <p:spPr>
          <a:xfrm rot="5400000">
            <a:off x="1189831" y="5880894"/>
            <a:ext cx="287338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F021CF8B-518B-479E-972C-2CC81EF35702}"/>
              </a:ext>
            </a:extLst>
          </p:cNvPr>
          <p:cNvCxnSpPr/>
          <p:nvPr/>
        </p:nvCxnSpPr>
        <p:spPr>
          <a:xfrm rot="10800000">
            <a:off x="1333500" y="602456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45ED64C3-F4E1-414E-873F-4E2C4B10DC93}"/>
              </a:ext>
            </a:extLst>
          </p:cNvPr>
          <p:cNvCxnSpPr/>
          <p:nvPr/>
        </p:nvCxnSpPr>
        <p:spPr>
          <a:xfrm rot="5400000" flipH="1" flipV="1">
            <a:off x="902494" y="5880894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4F7282F-CC76-4793-BF19-2C1A19CB17B6}"/>
              </a:ext>
            </a:extLst>
          </p:cNvPr>
          <p:cNvCxnSpPr/>
          <p:nvPr/>
        </p:nvCxnSpPr>
        <p:spPr>
          <a:xfrm rot="5400000">
            <a:off x="865981" y="5880894"/>
            <a:ext cx="287338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86B3FEBA-0982-45E4-A0A8-E492C3C32FCF}"/>
              </a:ext>
            </a:extLst>
          </p:cNvPr>
          <p:cNvSpPr txBox="1"/>
          <p:nvPr/>
        </p:nvSpPr>
        <p:spPr>
          <a:xfrm>
            <a:off x="742951" y="6081713"/>
            <a:ext cx="8286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CLK7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4B0CBA8-A305-4425-A104-0F72801E49C5}"/>
              </a:ext>
            </a:extLst>
          </p:cNvPr>
          <p:cNvSpPr txBox="1"/>
          <p:nvPr/>
        </p:nvSpPr>
        <p:spPr>
          <a:xfrm>
            <a:off x="746125" y="3440113"/>
            <a:ext cx="827088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CLK6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CD33E52-6C87-4462-9AF0-307114FB0849}"/>
              </a:ext>
            </a:extLst>
          </p:cNvPr>
          <p:cNvSpPr txBox="1"/>
          <p:nvPr/>
        </p:nvSpPr>
        <p:spPr>
          <a:xfrm>
            <a:off x="8086726" y="4333876"/>
            <a:ext cx="868363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liệu 4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09A9E3E-B71B-4A10-92ED-3F96E525F480}"/>
              </a:ext>
            </a:extLst>
          </p:cNvPr>
          <p:cNvSpPr txBox="1"/>
          <p:nvPr/>
        </p:nvSpPr>
        <p:spPr>
          <a:xfrm>
            <a:off x="8086726" y="1676401"/>
            <a:ext cx="868363" cy="708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Bit dữ</a:t>
            </a:r>
          </a:p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liệu 3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85" name="Rectangle 2">
            <a:extLst>
              <a:ext uri="{FF2B5EF4-FFF2-40B4-BE49-F238E27FC236}">
                <a16:creationId xmlns:a16="http://schemas.microsoft.com/office/drawing/2014/main" id="{6F60AD59-4156-4B03-8A7C-795940AD57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85012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C3B96356-3E6B-4A52-840E-CDEAA8A92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1E9B75D-7A96-4454-B3CC-4C2D5C322C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724400"/>
            <a:ext cx="82296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69900" indent="-469900" algn="just">
              <a:spcBef>
                <a:spcPct val="20000"/>
              </a:spcBef>
              <a:buClr>
                <a:schemeClr val="bg2"/>
              </a:buClr>
              <a:buSzPct val="70000"/>
              <a:buFont typeface="Wingdings" pitchFamily="2" charset="2"/>
              <a:buChar char="o"/>
              <a:defRPr/>
            </a:pP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Sau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4 </a:t>
            </a:r>
            <a:r>
              <a:rPr lang="en-US" sz="2400" kern="0" err="1">
                <a:latin typeface="Arial" panose="020B0604020202020204" pitchFamily="34" charset="0"/>
                <a:cs typeface="Arial" panose="020B0604020202020204" pitchFamily="34" charset="0"/>
              </a:rPr>
              <a:t>xung</a:t>
            </a:r>
            <a:r>
              <a:rPr lang="en-US" sz="2400" ker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0" smtClean="0">
                <a:latin typeface="Arial" panose="020B0604020202020204" pitchFamily="34" charset="0"/>
                <a:cs typeface="Arial" panose="020B0604020202020204" pitchFamily="34" charset="0"/>
              </a:rPr>
              <a:t>clock (CLK 5-6-7-8),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dữ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k</a:t>
            </a:r>
            <a:r>
              <a:rPr lang="vi-VN" sz="2400" kern="0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ệu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1010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nối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tiếp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sz="2400" kern="0" dirty="0">
                <a:latin typeface="Arial" panose="020B0604020202020204" pitchFamily="34" charset="0"/>
                <a:cs typeface="Arial" panose="020B0604020202020204" pitchFamily="34" charset="0"/>
              </a:rPr>
              <a:t>ra khỏi mạch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ghi</a:t>
            </a:r>
            <a:r>
              <a:rPr lang="en-US" sz="2400" kern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0" dirty="0" err="1">
                <a:latin typeface="Arial" panose="020B0604020202020204" pitchFamily="34" charset="0"/>
                <a:cs typeface="Arial" panose="020B0604020202020204" pitchFamily="34" charset="0"/>
              </a:rPr>
              <a:t>dịch</a:t>
            </a:r>
            <a:r>
              <a:rPr lang="vi-VN" sz="2400" kern="0" dirty="0">
                <a:latin typeface="Arial" panose="020B0604020202020204" pitchFamily="34" charset="0"/>
                <a:cs typeface="Arial" panose="020B0604020202020204" pitchFamily="34" charset="0"/>
              </a:rPr>
              <a:t> và được thay thế bằng các zero. Nội dung của mạch ghi dịch là 0000 sau xung clock thứ 8.</a:t>
            </a:r>
            <a:endParaRPr lang="en-US" sz="2400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14BEB533-C58B-4E89-9A5C-998F7D25A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4038601"/>
            <a:ext cx="261001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400" dirty="0">
                <a:latin typeface="+mj-lt"/>
                <a:cs typeface="Arial" charset="0"/>
              </a:rPr>
              <a:t>Hình 9.5 (tiếp theo)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CC65C8-8162-4435-BFF1-E57733626790}"/>
              </a:ext>
            </a:extLst>
          </p:cNvPr>
          <p:cNvSpPr/>
          <p:nvPr/>
        </p:nvSpPr>
        <p:spPr>
          <a:xfrm>
            <a:off x="2146300" y="1804988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8" name="Isosceles Triangle 7">
            <a:extLst>
              <a:ext uri="{FF2B5EF4-FFF2-40B4-BE49-F238E27FC236}">
                <a16:creationId xmlns:a16="http://schemas.microsoft.com/office/drawing/2014/main" id="{83E01B06-F2EE-4CE8-B047-FA02E8BAA541}"/>
              </a:ext>
            </a:extLst>
          </p:cNvPr>
          <p:cNvSpPr/>
          <p:nvPr/>
        </p:nvSpPr>
        <p:spPr>
          <a:xfrm rot="5400000">
            <a:off x="2128838" y="23987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D1F6522-4404-4BA2-9002-4F82D693310F}"/>
              </a:ext>
            </a:extLst>
          </p:cNvPr>
          <p:cNvCxnSpPr>
            <a:stCxn id="8" idx="3"/>
          </p:cNvCxnSpPr>
          <p:nvPr/>
        </p:nvCxnSpPr>
        <p:spPr>
          <a:xfrm rot="10800000">
            <a:off x="1871664" y="2487614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0C75DD9-54C8-4CFE-A1D6-B52F824DD2B0}"/>
              </a:ext>
            </a:extLst>
          </p:cNvPr>
          <p:cNvCxnSpPr/>
          <p:nvPr/>
        </p:nvCxnSpPr>
        <p:spPr>
          <a:xfrm rot="10800000" flipV="1">
            <a:off x="1490664" y="1949451"/>
            <a:ext cx="65563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FEF0F6-52C6-4589-A602-F52C3C4C9DF6}"/>
              </a:ext>
            </a:extLst>
          </p:cNvPr>
          <p:cNvCxnSpPr/>
          <p:nvPr/>
        </p:nvCxnSpPr>
        <p:spPr>
          <a:xfrm rot="10800000">
            <a:off x="2901951" y="1949451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84F3105-549E-4872-B198-61D08CF6F6AC}"/>
              </a:ext>
            </a:extLst>
          </p:cNvPr>
          <p:cNvSpPr/>
          <p:nvPr/>
        </p:nvSpPr>
        <p:spPr>
          <a:xfrm>
            <a:off x="3611563" y="181610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3" name="Isosceles Triangle 12">
            <a:extLst>
              <a:ext uri="{FF2B5EF4-FFF2-40B4-BE49-F238E27FC236}">
                <a16:creationId xmlns:a16="http://schemas.microsoft.com/office/drawing/2014/main" id="{C3F09EE4-9834-48A0-B870-CD13DBDF31D9}"/>
              </a:ext>
            </a:extLst>
          </p:cNvPr>
          <p:cNvSpPr/>
          <p:nvPr/>
        </p:nvSpPr>
        <p:spPr>
          <a:xfrm rot="5400000">
            <a:off x="3594101" y="240982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C03BFD-F46C-4D43-97D8-8089D8B2735C}"/>
              </a:ext>
            </a:extLst>
          </p:cNvPr>
          <p:cNvCxnSpPr>
            <a:stCxn id="13" idx="3"/>
          </p:cNvCxnSpPr>
          <p:nvPr/>
        </p:nvCxnSpPr>
        <p:spPr>
          <a:xfrm rot="10800000">
            <a:off x="3336925" y="2498725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CFF1981-1DD1-4279-A50C-58DAAE10FB75}"/>
              </a:ext>
            </a:extLst>
          </p:cNvPr>
          <p:cNvCxnSpPr/>
          <p:nvPr/>
        </p:nvCxnSpPr>
        <p:spPr>
          <a:xfrm rot="10800000">
            <a:off x="4367213" y="1960563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0C33CBC9-E15C-4F79-BC26-00C940A336A0}"/>
              </a:ext>
            </a:extLst>
          </p:cNvPr>
          <p:cNvSpPr/>
          <p:nvPr/>
        </p:nvSpPr>
        <p:spPr>
          <a:xfrm>
            <a:off x="5064125" y="18208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7" name="Isosceles Triangle 16">
            <a:extLst>
              <a:ext uri="{FF2B5EF4-FFF2-40B4-BE49-F238E27FC236}">
                <a16:creationId xmlns:a16="http://schemas.microsoft.com/office/drawing/2014/main" id="{462C9741-F7D8-4CE0-9464-2DDF81D426F5}"/>
              </a:ext>
            </a:extLst>
          </p:cNvPr>
          <p:cNvSpPr/>
          <p:nvPr/>
        </p:nvSpPr>
        <p:spPr>
          <a:xfrm rot="5400000">
            <a:off x="5046663" y="24145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958FD4C-BB36-4075-8CEC-AA1994D8B8EF}"/>
              </a:ext>
            </a:extLst>
          </p:cNvPr>
          <p:cNvCxnSpPr>
            <a:stCxn id="17" idx="3"/>
          </p:cNvCxnSpPr>
          <p:nvPr/>
        </p:nvCxnSpPr>
        <p:spPr>
          <a:xfrm rot="10800000">
            <a:off x="4789489" y="2503489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A1A84D-188A-455D-AF10-2F24964242FB}"/>
              </a:ext>
            </a:extLst>
          </p:cNvPr>
          <p:cNvCxnSpPr/>
          <p:nvPr/>
        </p:nvCxnSpPr>
        <p:spPr>
          <a:xfrm rot="10800000">
            <a:off x="5819776" y="1965326"/>
            <a:ext cx="722313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0980AF8-4B2B-4FED-A72E-7D85A68CCDCE}"/>
              </a:ext>
            </a:extLst>
          </p:cNvPr>
          <p:cNvSpPr/>
          <p:nvPr/>
        </p:nvSpPr>
        <p:spPr>
          <a:xfrm>
            <a:off x="6519863" y="182880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1" name="Isosceles Triangle 20">
            <a:extLst>
              <a:ext uri="{FF2B5EF4-FFF2-40B4-BE49-F238E27FC236}">
                <a16:creationId xmlns:a16="http://schemas.microsoft.com/office/drawing/2014/main" id="{22ADB45E-05D1-4C78-B7E2-15EC8AB1CF00}"/>
              </a:ext>
            </a:extLst>
          </p:cNvPr>
          <p:cNvSpPr/>
          <p:nvPr/>
        </p:nvSpPr>
        <p:spPr>
          <a:xfrm rot="5400000">
            <a:off x="6526213" y="242093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89A1EC-3E88-4D11-BF4E-1563F6DE8CEF}"/>
              </a:ext>
            </a:extLst>
          </p:cNvPr>
          <p:cNvCxnSpPr>
            <a:stCxn id="21" idx="3"/>
          </p:cNvCxnSpPr>
          <p:nvPr/>
        </p:nvCxnSpPr>
        <p:spPr>
          <a:xfrm rot="10800000">
            <a:off x="6269039" y="2509839"/>
            <a:ext cx="274637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61CF5C-0CA9-4DA8-BB7B-1C1352BCCFC0}"/>
              </a:ext>
            </a:extLst>
          </p:cNvPr>
          <p:cNvCxnSpPr/>
          <p:nvPr/>
        </p:nvCxnSpPr>
        <p:spPr>
          <a:xfrm rot="10800000">
            <a:off x="7285038" y="197167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72">
            <a:extLst>
              <a:ext uri="{FF2B5EF4-FFF2-40B4-BE49-F238E27FC236}">
                <a16:creationId xmlns:a16="http://schemas.microsoft.com/office/drawing/2014/main" id="{FDAB5993-4E8E-440A-9225-95508844F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0" y="1971675"/>
            <a:ext cx="6858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  <a:cs typeface="Arial" charset="0"/>
              </a:rPr>
              <a:t>Q</a:t>
            </a:r>
            <a:r>
              <a:rPr lang="vi-VN" sz="2400" baseline="-25000" dirty="0">
                <a:latin typeface="+mj-lt"/>
                <a:cs typeface="Arial" charset="0"/>
              </a:rPr>
              <a:t>3</a:t>
            </a:r>
            <a:endParaRPr lang="en-US" sz="2400" baseline="-25000" dirty="0">
              <a:latin typeface="+mj-lt"/>
              <a:cs typeface="Arial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1980C3B-CE06-4C60-AE62-400AB4443EF9}"/>
              </a:ext>
            </a:extLst>
          </p:cNvPr>
          <p:cNvCxnSpPr/>
          <p:nvPr/>
        </p:nvCxnSpPr>
        <p:spPr>
          <a:xfrm rot="5400000">
            <a:off x="2805907" y="3009107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1579F1-EDAB-4D38-8FCD-C7814E0647D6}"/>
              </a:ext>
            </a:extLst>
          </p:cNvPr>
          <p:cNvCxnSpPr/>
          <p:nvPr/>
        </p:nvCxnSpPr>
        <p:spPr>
          <a:xfrm rot="5400000">
            <a:off x="1358107" y="3005932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DAD164-5AAC-4B51-B63C-E293E720A252}"/>
              </a:ext>
            </a:extLst>
          </p:cNvPr>
          <p:cNvCxnSpPr/>
          <p:nvPr/>
        </p:nvCxnSpPr>
        <p:spPr>
          <a:xfrm rot="5400000">
            <a:off x="4260057" y="3034507"/>
            <a:ext cx="10668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85A13DA-75ED-4C1E-B57C-8EF902D47326}"/>
              </a:ext>
            </a:extLst>
          </p:cNvPr>
          <p:cNvCxnSpPr/>
          <p:nvPr/>
        </p:nvCxnSpPr>
        <p:spPr>
          <a:xfrm rot="5400000">
            <a:off x="5747544" y="3048794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0353BC8-33D3-4ED0-942C-3ED895E8A4EB}"/>
              </a:ext>
            </a:extLst>
          </p:cNvPr>
          <p:cNvCxnSpPr/>
          <p:nvPr/>
        </p:nvCxnSpPr>
        <p:spPr>
          <a:xfrm rot="10800000">
            <a:off x="1490663" y="3556000"/>
            <a:ext cx="48006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2A8A467B-9850-48FC-BA0C-21A12CC5A98E}"/>
              </a:ext>
            </a:extLst>
          </p:cNvPr>
          <p:cNvSpPr/>
          <p:nvPr/>
        </p:nvSpPr>
        <p:spPr>
          <a:xfrm>
            <a:off x="4772026" y="353218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136A3897-D6D7-449B-9E78-76D6BBE8A635}"/>
              </a:ext>
            </a:extLst>
          </p:cNvPr>
          <p:cNvSpPr/>
          <p:nvPr/>
        </p:nvSpPr>
        <p:spPr>
          <a:xfrm>
            <a:off x="3305176" y="351948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4E165C8-14B1-49D4-B257-C2E98A382228}"/>
              </a:ext>
            </a:extLst>
          </p:cNvPr>
          <p:cNvSpPr/>
          <p:nvPr/>
        </p:nvSpPr>
        <p:spPr>
          <a:xfrm>
            <a:off x="1846264" y="353377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EE67F23-E3B7-4EB7-9BAF-C567933DFE4C}"/>
              </a:ext>
            </a:extLst>
          </p:cNvPr>
          <p:cNvSpPr txBox="1"/>
          <p:nvPr/>
        </p:nvSpPr>
        <p:spPr>
          <a:xfrm>
            <a:off x="1125538" y="1768475"/>
            <a:ext cx="398462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 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65204EB-55BB-4A76-BFB0-B1E015DDB2B6}"/>
              </a:ext>
            </a:extLst>
          </p:cNvPr>
          <p:cNvSpPr txBox="1"/>
          <p:nvPr/>
        </p:nvSpPr>
        <p:spPr>
          <a:xfrm>
            <a:off x="7359650" y="2524125"/>
            <a:ext cx="1620838" cy="12001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Sau CLK8,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mạch ghi dịch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có nội dung là</a:t>
            </a:r>
          </a:p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0000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2E45BF8-BE52-49FC-B24D-A6D129EFEF82}"/>
              </a:ext>
            </a:extLst>
          </p:cNvPr>
          <p:cNvCxnSpPr/>
          <p:nvPr/>
        </p:nvCxnSpPr>
        <p:spPr>
          <a:xfrm rot="10800000">
            <a:off x="676275" y="335280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7022704-0D6B-4064-BA83-C7F9F161A43B}"/>
              </a:ext>
            </a:extLst>
          </p:cNvPr>
          <p:cNvCxnSpPr/>
          <p:nvPr/>
        </p:nvCxnSpPr>
        <p:spPr>
          <a:xfrm rot="10800000">
            <a:off x="1000125" y="3065463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6BBA8F4-9CEF-4ADA-8E51-42363B97DD24}"/>
              </a:ext>
            </a:extLst>
          </p:cNvPr>
          <p:cNvCxnSpPr/>
          <p:nvPr/>
        </p:nvCxnSpPr>
        <p:spPr>
          <a:xfrm rot="5400000">
            <a:off x="1180307" y="320913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22E6D5E-3A70-429E-880E-0BC5C6D39B53}"/>
              </a:ext>
            </a:extLst>
          </p:cNvPr>
          <p:cNvCxnSpPr/>
          <p:nvPr/>
        </p:nvCxnSpPr>
        <p:spPr>
          <a:xfrm rot="10800000">
            <a:off x="1323975" y="3352800"/>
            <a:ext cx="323850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22D10A14-B6F0-4D9B-A30A-BA3A71145178}"/>
              </a:ext>
            </a:extLst>
          </p:cNvPr>
          <p:cNvCxnSpPr/>
          <p:nvPr/>
        </p:nvCxnSpPr>
        <p:spPr>
          <a:xfrm rot="5400000" flipH="1" flipV="1">
            <a:off x="892969" y="3209131"/>
            <a:ext cx="215900" cy="1588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664FA7A-0206-4478-B9D3-6BEFE02F67B6}"/>
              </a:ext>
            </a:extLst>
          </p:cNvPr>
          <p:cNvCxnSpPr/>
          <p:nvPr/>
        </p:nvCxnSpPr>
        <p:spPr>
          <a:xfrm rot="5400000">
            <a:off x="856457" y="3209132"/>
            <a:ext cx="287337" cy="0"/>
          </a:xfrm>
          <a:prstGeom prst="line">
            <a:avLst/>
          </a:prstGeom>
          <a:ln w="25400">
            <a:solidFill>
              <a:srgbClr val="FF33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F11E416B-162F-41C1-89D5-FA18A16A5E1D}"/>
              </a:ext>
            </a:extLst>
          </p:cNvPr>
          <p:cNvSpPr txBox="1"/>
          <p:nvPr/>
        </p:nvSpPr>
        <p:spPr>
          <a:xfrm>
            <a:off x="733426" y="3409950"/>
            <a:ext cx="828675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CLK8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42" name="TextBox 171">
            <a:extLst>
              <a:ext uri="{FF2B5EF4-FFF2-40B4-BE49-F238E27FC236}">
                <a16:creationId xmlns:a16="http://schemas.microsoft.com/office/drawing/2014/main" id="{5AAAAA98-640C-4ED5-A528-EF08B2A883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5151" y="154305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43" name="TextBox 171">
            <a:extLst>
              <a:ext uri="{FF2B5EF4-FFF2-40B4-BE49-F238E27FC236}">
                <a16:creationId xmlns:a16="http://schemas.microsoft.com/office/drawing/2014/main" id="{10370846-F9F3-475E-8A93-6ED47F9BE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1" y="153670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44" name="TextBox 171">
            <a:extLst>
              <a:ext uri="{FF2B5EF4-FFF2-40B4-BE49-F238E27FC236}">
                <a16:creationId xmlns:a16="http://schemas.microsoft.com/office/drawing/2014/main" id="{00DF0D46-2F4E-4DDA-8816-091F7460E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9801" y="1535113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  <p:sp>
        <p:nvSpPr>
          <p:cNvPr id="45" name="TextBox 171">
            <a:extLst>
              <a:ext uri="{FF2B5EF4-FFF2-40B4-BE49-F238E27FC236}">
                <a16:creationId xmlns:a16="http://schemas.microsoft.com/office/drawing/2014/main" id="{60A21CAC-22C1-45AA-91E9-78D98080CB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88238" y="1536700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0</a:t>
            </a:r>
            <a:endParaRPr lang="en-US" sz="2400" dirty="0"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4562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EF775F-4393-4297-B127-657B52E02796}"/>
              </a:ext>
            </a:extLst>
          </p:cNvPr>
          <p:cNvSpPr txBox="1"/>
          <p:nvPr/>
        </p:nvSpPr>
        <p:spPr>
          <a:xfrm>
            <a:off x="838200" y="1371600"/>
            <a:ext cx="10820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vi-VN" sz="2000" dirty="0">
                <a:solidFill>
                  <a:srgbClr val="0000FF"/>
                </a:solidFill>
                <a:latin typeface="+mj-lt"/>
                <a:cs typeface="Arial" charset="0"/>
              </a:rPr>
              <a:t>Thí dụ</a:t>
            </a:r>
            <a:r>
              <a:rPr lang="vi-VN" sz="2000" dirty="0">
                <a:latin typeface="+mj-lt"/>
                <a:cs typeface="Arial" charset="0"/>
              </a:rPr>
              <a:t>:  Vẽ dạng sóng ngõ ra của các flipflop trong thanh </a:t>
            </a:r>
            <a:r>
              <a:rPr lang="vi-VN" sz="2000">
                <a:latin typeface="+mj-lt"/>
                <a:cs typeface="Arial" charset="0"/>
              </a:rPr>
              <a:t>ghi </a:t>
            </a:r>
            <a:r>
              <a:rPr lang="vi-VN" sz="2000" smtClean="0">
                <a:latin typeface="+mj-lt"/>
                <a:cs typeface="Arial" charset="0"/>
              </a:rPr>
              <a:t>5-bit, </a:t>
            </a:r>
            <a:r>
              <a:rPr lang="vi-VN" sz="2000" dirty="0">
                <a:latin typeface="+mj-lt"/>
                <a:cs typeface="Arial" charset="0"/>
              </a:rPr>
              <a:t>cho trước dạng sóng của ngõ vào dữ liệu (data input). Giả sử ban đầu thanh ghi được xóa về 00000.</a:t>
            </a:r>
            <a:endParaRPr lang="en-US" sz="2000" dirty="0">
              <a:cs typeface="Arial" charset="0"/>
            </a:endParaRPr>
          </a:p>
        </p:txBody>
      </p:sp>
      <p:sp>
        <p:nvSpPr>
          <p:cNvPr id="18436" name="Title 1">
            <a:extLst>
              <a:ext uri="{FF2B5EF4-FFF2-40B4-BE49-F238E27FC236}">
                <a16:creationId xmlns:a16="http://schemas.microsoft.com/office/drawing/2014/main" id="{6D7D31A5-B055-4842-B975-15660710D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9.2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endParaRPr lang="en-US" altLang="en-US" sz="3200" dirty="0"/>
          </a:p>
        </p:txBody>
      </p:sp>
      <p:pic>
        <p:nvPicPr>
          <p:cNvPr id="55" name="Picture 5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895600"/>
            <a:ext cx="5943600" cy="2591989"/>
          </a:xfrm>
          <a:prstGeom prst="rect">
            <a:avLst/>
          </a:prstGeom>
        </p:spPr>
      </p:pic>
      <p:pic>
        <p:nvPicPr>
          <p:cNvPr id="63" name="Picture 2">
            <a:extLst>
              <a:ext uri="{FF2B5EF4-FFF2-40B4-BE49-F238E27FC236}">
                <a16:creationId xmlns:a16="http://schemas.microsoft.com/office/drawing/2014/main" id="{80039F78-A089-45C9-A8EC-E397CEA890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1" y="2209800"/>
            <a:ext cx="5486399" cy="4220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2" name="Straight Arrow Connector 61"/>
          <p:cNvCxnSpPr/>
          <p:nvPr/>
        </p:nvCxnSpPr>
        <p:spPr>
          <a:xfrm>
            <a:off x="7543800" y="3657600"/>
            <a:ext cx="685800" cy="45720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32" name="TextBox 18431"/>
          <p:cNvSpPr txBox="1"/>
          <p:nvPr/>
        </p:nvSpPr>
        <p:spPr>
          <a:xfrm>
            <a:off x="7242114" y="19357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927914" y="19166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593382" y="19254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3</a:t>
            </a:r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9262971" y="1925433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4</a:t>
            </a:r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9944650" y="19211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mtClean="0"/>
              <a:t>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65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27CAD8A6-5265-4793-AFD4-282226BAF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9.</a:t>
            </a:r>
            <a:r>
              <a:rPr lang="vi-VN" altLang="en-US" sz="3200" dirty="0"/>
              <a:t>3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en-US" altLang="en-US" sz="3200" dirty="0" err="1"/>
              <a:t>nối</a:t>
            </a:r>
            <a:r>
              <a:rPr lang="en-US" altLang="en-US" sz="3200" dirty="0"/>
              <a:t> </a:t>
            </a:r>
            <a:r>
              <a:rPr lang="en-US" altLang="en-US" sz="3200" dirty="0" err="1"/>
              <a:t>tiếp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vi-VN" altLang="en-US" sz="3200" dirty="0"/>
              <a:t>song song</a:t>
            </a:r>
            <a:endParaRPr lang="en-US" altLang="en-US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D4A8FD-F9C7-48EF-B50C-3AD4C29C11A2}"/>
              </a:ext>
            </a:extLst>
          </p:cNvPr>
          <p:cNvSpPr/>
          <p:nvPr/>
        </p:nvSpPr>
        <p:spPr>
          <a:xfrm>
            <a:off x="2589213" y="30908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9" name="Isosceles Triangle 8">
            <a:extLst>
              <a:ext uri="{FF2B5EF4-FFF2-40B4-BE49-F238E27FC236}">
                <a16:creationId xmlns:a16="http://schemas.microsoft.com/office/drawing/2014/main" id="{D6CCD477-40C5-41E4-9899-294495141ECD}"/>
              </a:ext>
            </a:extLst>
          </p:cNvPr>
          <p:cNvSpPr/>
          <p:nvPr/>
        </p:nvSpPr>
        <p:spPr>
          <a:xfrm rot="5400000">
            <a:off x="2571751" y="3684588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9C08B38-F671-49FE-B87D-AA0CE2EA45B2}"/>
              </a:ext>
            </a:extLst>
          </p:cNvPr>
          <p:cNvCxnSpPr>
            <a:stCxn id="9" idx="3"/>
          </p:cNvCxnSpPr>
          <p:nvPr/>
        </p:nvCxnSpPr>
        <p:spPr>
          <a:xfrm rot="10800000">
            <a:off x="2314575" y="3773489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1CA0C8-6021-48AE-8D80-2EBEBBE0609E}"/>
              </a:ext>
            </a:extLst>
          </p:cNvPr>
          <p:cNvCxnSpPr/>
          <p:nvPr/>
        </p:nvCxnSpPr>
        <p:spPr>
          <a:xfrm rot="10800000" flipV="1">
            <a:off x="1933575" y="3235326"/>
            <a:ext cx="65563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ED037E-7982-44A0-833E-033EF82222A4}"/>
              </a:ext>
            </a:extLst>
          </p:cNvPr>
          <p:cNvCxnSpPr/>
          <p:nvPr/>
        </p:nvCxnSpPr>
        <p:spPr>
          <a:xfrm rot="10800000">
            <a:off x="3344863" y="3235326"/>
            <a:ext cx="722312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1C6624F-5AD3-4681-8A8C-1F58D9259C2D}"/>
              </a:ext>
            </a:extLst>
          </p:cNvPr>
          <p:cNvSpPr/>
          <p:nvPr/>
        </p:nvSpPr>
        <p:spPr>
          <a:xfrm>
            <a:off x="4054475" y="3101976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AEB05638-A5F9-48B9-9ADE-6A5218F92015}"/>
              </a:ext>
            </a:extLst>
          </p:cNvPr>
          <p:cNvSpPr/>
          <p:nvPr/>
        </p:nvSpPr>
        <p:spPr>
          <a:xfrm rot="5400000">
            <a:off x="4037013" y="369570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F11995C-59A8-4037-A95E-C06BB1323A7B}"/>
              </a:ext>
            </a:extLst>
          </p:cNvPr>
          <p:cNvCxnSpPr>
            <a:stCxn id="14" idx="3"/>
          </p:cNvCxnSpPr>
          <p:nvPr/>
        </p:nvCxnSpPr>
        <p:spPr>
          <a:xfrm rot="10800000">
            <a:off x="3779839" y="378460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8F7F4B-8987-4BD6-A600-A8D5136819CA}"/>
              </a:ext>
            </a:extLst>
          </p:cNvPr>
          <p:cNvCxnSpPr/>
          <p:nvPr/>
        </p:nvCxnSpPr>
        <p:spPr>
          <a:xfrm rot="10800000">
            <a:off x="4810126" y="3246438"/>
            <a:ext cx="722313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19A16733-CA79-40D9-A73D-C7F228115490}"/>
              </a:ext>
            </a:extLst>
          </p:cNvPr>
          <p:cNvSpPr/>
          <p:nvPr/>
        </p:nvSpPr>
        <p:spPr>
          <a:xfrm>
            <a:off x="5507038" y="3108326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8" name="Isosceles Triangle 17">
            <a:extLst>
              <a:ext uri="{FF2B5EF4-FFF2-40B4-BE49-F238E27FC236}">
                <a16:creationId xmlns:a16="http://schemas.microsoft.com/office/drawing/2014/main" id="{D56FE981-9296-4037-B5FF-7F320B2F46AA}"/>
              </a:ext>
            </a:extLst>
          </p:cNvPr>
          <p:cNvSpPr/>
          <p:nvPr/>
        </p:nvSpPr>
        <p:spPr>
          <a:xfrm rot="5400000">
            <a:off x="5489576" y="3702051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82FF417-0885-4CDB-807C-DA34BE45DF03}"/>
              </a:ext>
            </a:extLst>
          </p:cNvPr>
          <p:cNvCxnSpPr>
            <a:stCxn id="18" idx="3"/>
          </p:cNvCxnSpPr>
          <p:nvPr/>
        </p:nvCxnSpPr>
        <p:spPr>
          <a:xfrm rot="10800000">
            <a:off x="5232400" y="3790950"/>
            <a:ext cx="274638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0764F8C-E9BB-4A4C-A75E-054FD50DBB6D}"/>
              </a:ext>
            </a:extLst>
          </p:cNvPr>
          <p:cNvCxnSpPr/>
          <p:nvPr/>
        </p:nvCxnSpPr>
        <p:spPr>
          <a:xfrm rot="10800000">
            <a:off x="6262688" y="3252788"/>
            <a:ext cx="722312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29A12166-1A3C-41AC-BAF5-9661CE899F32}"/>
              </a:ext>
            </a:extLst>
          </p:cNvPr>
          <p:cNvSpPr/>
          <p:nvPr/>
        </p:nvSpPr>
        <p:spPr>
          <a:xfrm>
            <a:off x="6962775" y="3116263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2" name="Isosceles Triangle 21">
            <a:extLst>
              <a:ext uri="{FF2B5EF4-FFF2-40B4-BE49-F238E27FC236}">
                <a16:creationId xmlns:a16="http://schemas.microsoft.com/office/drawing/2014/main" id="{46A57945-4BE5-41BA-B5F7-92577B5C1B3D}"/>
              </a:ext>
            </a:extLst>
          </p:cNvPr>
          <p:cNvSpPr/>
          <p:nvPr/>
        </p:nvSpPr>
        <p:spPr>
          <a:xfrm rot="5400000">
            <a:off x="6969126" y="37068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A82FA59-A9A0-4CE2-B320-3D73E2BF87FF}"/>
              </a:ext>
            </a:extLst>
          </p:cNvPr>
          <p:cNvCxnSpPr>
            <a:stCxn id="22" idx="3"/>
          </p:cNvCxnSpPr>
          <p:nvPr/>
        </p:nvCxnSpPr>
        <p:spPr>
          <a:xfrm rot="10800000">
            <a:off x="6711950" y="3795714"/>
            <a:ext cx="2746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171">
            <a:extLst>
              <a:ext uri="{FF2B5EF4-FFF2-40B4-BE49-F238E27FC236}">
                <a16:creationId xmlns:a16="http://schemas.microsoft.com/office/drawing/2014/main" id="{51BA6A78-B470-4312-B146-42BDD3F71C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2013" y="2828925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8EED58F-C6B8-4396-A774-1FA4D06B14FA}"/>
              </a:ext>
            </a:extLst>
          </p:cNvPr>
          <p:cNvCxnSpPr/>
          <p:nvPr/>
        </p:nvCxnSpPr>
        <p:spPr>
          <a:xfrm rot="5400000">
            <a:off x="3248819" y="429498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526DE43-8EAD-4527-8998-9418EA6D6BC4}"/>
              </a:ext>
            </a:extLst>
          </p:cNvPr>
          <p:cNvCxnSpPr/>
          <p:nvPr/>
        </p:nvCxnSpPr>
        <p:spPr>
          <a:xfrm rot="5400000">
            <a:off x="1801019" y="4293394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419A922-AD84-435B-B9BD-7F8D1CAE5165}"/>
              </a:ext>
            </a:extLst>
          </p:cNvPr>
          <p:cNvCxnSpPr/>
          <p:nvPr/>
        </p:nvCxnSpPr>
        <p:spPr>
          <a:xfrm rot="5400000">
            <a:off x="4702969" y="4320381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A57554C-88B1-4D07-A6C1-C606066E9631}"/>
              </a:ext>
            </a:extLst>
          </p:cNvPr>
          <p:cNvCxnSpPr/>
          <p:nvPr/>
        </p:nvCxnSpPr>
        <p:spPr>
          <a:xfrm rot="5400000">
            <a:off x="6192044" y="4334669"/>
            <a:ext cx="1066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945EB86-6A8E-4C9E-8E74-A96457BB8528}"/>
              </a:ext>
            </a:extLst>
          </p:cNvPr>
          <p:cNvCxnSpPr/>
          <p:nvPr/>
        </p:nvCxnSpPr>
        <p:spPr>
          <a:xfrm rot="10800000">
            <a:off x="1933575" y="4843464"/>
            <a:ext cx="4800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>
            <a:extLst>
              <a:ext uri="{FF2B5EF4-FFF2-40B4-BE49-F238E27FC236}">
                <a16:creationId xmlns:a16="http://schemas.microsoft.com/office/drawing/2014/main" id="{7D75C27E-20B1-48E9-9A87-6844E1D1A14A}"/>
              </a:ext>
            </a:extLst>
          </p:cNvPr>
          <p:cNvSpPr/>
          <p:nvPr/>
        </p:nvSpPr>
        <p:spPr>
          <a:xfrm>
            <a:off x="5214939" y="48180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F078DB5B-E6F4-497E-9575-5B82F5783B23}"/>
              </a:ext>
            </a:extLst>
          </p:cNvPr>
          <p:cNvSpPr/>
          <p:nvPr/>
        </p:nvSpPr>
        <p:spPr>
          <a:xfrm>
            <a:off x="3748089" y="48053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2951988-1076-4B3C-AE86-5736FA3D8AA8}"/>
              </a:ext>
            </a:extLst>
          </p:cNvPr>
          <p:cNvSpPr/>
          <p:nvPr/>
        </p:nvSpPr>
        <p:spPr>
          <a:xfrm>
            <a:off x="2289176" y="482123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8" name="TextBox 171">
            <a:extLst>
              <a:ext uri="{FF2B5EF4-FFF2-40B4-BE49-F238E27FC236}">
                <a16:creationId xmlns:a16="http://schemas.microsoft.com/office/drawing/2014/main" id="{96DED41F-1A88-49D5-BCB7-8AE7FA42F0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7438" y="28336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39" name="TextBox 171">
            <a:extLst>
              <a:ext uri="{FF2B5EF4-FFF2-40B4-BE49-F238E27FC236}">
                <a16:creationId xmlns:a16="http://schemas.microsoft.com/office/drawing/2014/main" id="{EC0DC285-E5B8-4B4B-BF22-A90BE5A68F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1901" y="2833688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2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40" name="TextBox 171">
            <a:extLst>
              <a:ext uri="{FF2B5EF4-FFF2-40B4-BE49-F238E27FC236}">
                <a16:creationId xmlns:a16="http://schemas.microsoft.com/office/drawing/2014/main" id="{67CB5E5F-8E58-4C7E-BC16-4A16109DA5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1613" y="2833688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516B03-8224-4A88-81F5-B4A6F8358A6E}"/>
              </a:ext>
            </a:extLst>
          </p:cNvPr>
          <p:cNvSpPr txBox="1"/>
          <p:nvPr/>
        </p:nvSpPr>
        <p:spPr>
          <a:xfrm>
            <a:off x="2663825" y="2600325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FF0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15F15D-8FA5-4E74-9D30-FEC04E3C1B60}"/>
              </a:ext>
            </a:extLst>
          </p:cNvPr>
          <p:cNvSpPr txBox="1"/>
          <p:nvPr/>
        </p:nvSpPr>
        <p:spPr>
          <a:xfrm>
            <a:off x="4111625" y="2605088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FF1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E3DDF0-77D7-47DE-8A00-B41AA721D198}"/>
              </a:ext>
            </a:extLst>
          </p:cNvPr>
          <p:cNvSpPr txBox="1"/>
          <p:nvPr/>
        </p:nvSpPr>
        <p:spPr>
          <a:xfrm>
            <a:off x="5559425" y="2590800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FF2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7AA8718-146F-4808-921C-9B1A1F2C8743}"/>
              </a:ext>
            </a:extLst>
          </p:cNvPr>
          <p:cNvSpPr txBox="1"/>
          <p:nvPr/>
        </p:nvSpPr>
        <p:spPr>
          <a:xfrm>
            <a:off x="7007225" y="2590800"/>
            <a:ext cx="64135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latin typeface="+mj-lt"/>
                <a:cs typeface="Arial" charset="0"/>
              </a:rPr>
              <a:t>FF3</a:t>
            </a:r>
            <a:endParaRPr lang="en-US" sz="2000" dirty="0">
              <a:latin typeface="+mj-lt"/>
              <a:cs typeface="Arial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3AD472-E2E0-423C-AD54-70786899ECF2}"/>
              </a:ext>
            </a:extLst>
          </p:cNvPr>
          <p:cNvSpPr txBox="1"/>
          <p:nvPr/>
        </p:nvSpPr>
        <p:spPr>
          <a:xfrm>
            <a:off x="996951" y="2695575"/>
            <a:ext cx="1209675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Ngõ vào </a:t>
            </a:r>
          </a:p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dữ liệu </a:t>
            </a:r>
          </a:p>
          <a:p>
            <a:pPr>
              <a:defRPr/>
            </a:pPr>
            <a:r>
              <a:rPr lang="vi-VN" sz="2000" dirty="0">
                <a:solidFill>
                  <a:srgbClr val="FF3300"/>
                </a:solidFill>
                <a:latin typeface="+mj-lt"/>
                <a:cs typeface="Arial" charset="0"/>
              </a:rPr>
              <a:t>nối tiếp</a:t>
            </a:r>
            <a:endParaRPr lang="en-US" sz="2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BA9AA72-A9CA-4750-952E-05A9F857E8DD}"/>
              </a:ext>
            </a:extLst>
          </p:cNvPr>
          <p:cNvSpPr txBox="1"/>
          <p:nvPr/>
        </p:nvSpPr>
        <p:spPr>
          <a:xfrm>
            <a:off x="1247776" y="4633913"/>
            <a:ext cx="684213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CLK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CCF1FDC-B80E-445B-9D5B-2E89D5B9B86F}"/>
              </a:ext>
            </a:extLst>
          </p:cNvPr>
          <p:cNvCxnSpPr/>
          <p:nvPr/>
        </p:nvCxnSpPr>
        <p:spPr>
          <a:xfrm rot="10800000">
            <a:off x="7735889" y="3263900"/>
            <a:ext cx="274637" cy="15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17EE041A-F62D-4239-B4DB-B0BFBA601AA6}"/>
              </a:ext>
            </a:extLst>
          </p:cNvPr>
          <p:cNvCxnSpPr/>
          <p:nvPr/>
        </p:nvCxnSpPr>
        <p:spPr>
          <a:xfrm rot="5400000">
            <a:off x="2514601" y="4292601"/>
            <a:ext cx="2133600" cy="317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F071758-4CDC-4667-ABA0-118E2C79C923}"/>
              </a:ext>
            </a:extLst>
          </p:cNvPr>
          <p:cNvCxnSpPr/>
          <p:nvPr/>
        </p:nvCxnSpPr>
        <p:spPr>
          <a:xfrm rot="5400000">
            <a:off x="3963194" y="4304506"/>
            <a:ext cx="21336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C5035495-2BCE-4D5D-84D5-F00723799324}"/>
              </a:ext>
            </a:extLst>
          </p:cNvPr>
          <p:cNvCxnSpPr/>
          <p:nvPr/>
        </p:nvCxnSpPr>
        <p:spPr>
          <a:xfrm rot="5400000">
            <a:off x="5474494" y="4317206"/>
            <a:ext cx="21336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7F6E170-F486-48CD-B7DD-D32C82C1ABF7}"/>
              </a:ext>
            </a:extLst>
          </p:cNvPr>
          <p:cNvCxnSpPr/>
          <p:nvPr/>
        </p:nvCxnSpPr>
        <p:spPr>
          <a:xfrm rot="5400000">
            <a:off x="6933407" y="4304507"/>
            <a:ext cx="21336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67CCE6CD-09E0-49F4-8968-3EE4BE8B8F03}"/>
              </a:ext>
            </a:extLst>
          </p:cNvPr>
          <p:cNvSpPr/>
          <p:nvPr/>
        </p:nvSpPr>
        <p:spPr>
          <a:xfrm>
            <a:off x="6505576" y="32258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02E6714E-91CF-447B-89BA-19218D72297B}"/>
              </a:ext>
            </a:extLst>
          </p:cNvPr>
          <p:cNvSpPr/>
          <p:nvPr/>
        </p:nvSpPr>
        <p:spPr>
          <a:xfrm>
            <a:off x="4991101" y="3201989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A562F573-9E92-4BD8-B303-0D15F6079E48}"/>
              </a:ext>
            </a:extLst>
          </p:cNvPr>
          <p:cNvSpPr/>
          <p:nvPr/>
        </p:nvSpPr>
        <p:spPr>
          <a:xfrm>
            <a:off x="3556001" y="32131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7" name="TextBox 171">
            <a:extLst>
              <a:ext uri="{FF2B5EF4-FFF2-40B4-BE49-F238E27FC236}">
                <a16:creationId xmlns:a16="http://schemas.microsoft.com/office/drawing/2014/main" id="{435D6EBB-2581-4660-8199-93C53C27F0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6301" y="539115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58" name="TextBox 171">
            <a:extLst>
              <a:ext uri="{FF2B5EF4-FFF2-40B4-BE49-F238E27FC236}">
                <a16:creationId xmlns:a16="http://schemas.microsoft.com/office/drawing/2014/main" id="{C2008250-02DB-45E2-9645-F4E662D88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5213" y="5378450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59" name="TextBox 171">
            <a:extLst>
              <a:ext uri="{FF2B5EF4-FFF2-40B4-BE49-F238E27FC236}">
                <a16:creationId xmlns:a16="http://schemas.microsoft.com/office/drawing/2014/main" id="{2D5611C6-6A61-485F-B6CE-D38F48295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01" y="5378450"/>
            <a:ext cx="588963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2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  <p:sp>
        <p:nvSpPr>
          <p:cNvPr id="60" name="TextBox 171">
            <a:extLst>
              <a:ext uri="{FF2B5EF4-FFF2-40B4-BE49-F238E27FC236}">
                <a16:creationId xmlns:a16="http://schemas.microsoft.com/office/drawing/2014/main" id="{0155A910-4CE4-4C02-98F3-B488EBBFD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3838" y="5402263"/>
            <a:ext cx="58896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FF33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33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3300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054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8C54492B-5458-4580-BB5C-5F62DD553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9.</a:t>
            </a:r>
            <a:r>
              <a:rPr lang="vi-VN" altLang="en-US" sz="3200" dirty="0"/>
              <a:t>4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vi-VN" altLang="en-US" sz="3200" dirty="0"/>
              <a:t>song song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vi-VN" altLang="en-US" sz="3200" dirty="0"/>
              <a:t>nối tiếp</a:t>
            </a:r>
            <a:endParaRPr lang="en-US" altLang="en-US" sz="3200" dirty="0"/>
          </a:p>
        </p:txBody>
      </p:sp>
      <p:pic>
        <p:nvPicPr>
          <p:cNvPr id="22531" name="Picture 2">
            <a:extLst>
              <a:ext uri="{FF2B5EF4-FFF2-40B4-BE49-F238E27FC236}">
                <a16:creationId xmlns:a16="http://schemas.microsoft.com/office/drawing/2014/main" id="{BB8158F3-DB66-4460-B9DF-6E1CA23F3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22121"/>
            <a:ext cx="9063038" cy="440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0857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Title 1">
            <a:extLst>
              <a:ext uri="{FF2B5EF4-FFF2-40B4-BE49-F238E27FC236}">
                <a16:creationId xmlns:a16="http://schemas.microsoft.com/office/drawing/2014/main" id="{94ADA66C-6A83-42A7-BC37-B739A31D6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dirty="0"/>
              <a:t>9.</a:t>
            </a:r>
            <a:r>
              <a:rPr lang="vi-VN" altLang="en-US" sz="3200" dirty="0"/>
              <a:t>5</a:t>
            </a:r>
            <a:r>
              <a:rPr lang="en-US" altLang="en-US" sz="3200" dirty="0"/>
              <a:t> </a:t>
            </a:r>
            <a:r>
              <a:rPr lang="en-US" altLang="en-US" sz="3200" dirty="0" err="1"/>
              <a:t>Vào</a:t>
            </a:r>
            <a:r>
              <a:rPr lang="en-US" altLang="en-US" sz="3200" dirty="0"/>
              <a:t> </a:t>
            </a:r>
            <a:r>
              <a:rPr lang="vi-VN" altLang="en-US" sz="3200" dirty="0"/>
              <a:t>song song</a:t>
            </a:r>
            <a:r>
              <a:rPr lang="en-US" altLang="en-US" sz="3200" dirty="0"/>
              <a:t> – </a:t>
            </a:r>
            <a:r>
              <a:rPr lang="en-US" altLang="en-US" sz="3200" dirty="0" err="1"/>
              <a:t>ra</a:t>
            </a:r>
            <a:r>
              <a:rPr lang="en-US" altLang="en-US" sz="3200" dirty="0"/>
              <a:t> </a:t>
            </a:r>
            <a:r>
              <a:rPr lang="vi-VN" altLang="en-US" sz="3200" dirty="0"/>
              <a:t>song song</a:t>
            </a:r>
            <a:endParaRPr lang="en-US" altLang="en-US" sz="32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E6E548-A43F-4EEB-8D68-9BAC7E70EF1A}"/>
              </a:ext>
            </a:extLst>
          </p:cNvPr>
          <p:cNvSpPr/>
          <p:nvPr/>
        </p:nvSpPr>
        <p:spPr>
          <a:xfrm>
            <a:off x="1663699" y="372110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9" name="Isosceles Triangle 8">
            <a:extLst>
              <a:ext uri="{FF2B5EF4-FFF2-40B4-BE49-F238E27FC236}">
                <a16:creationId xmlns:a16="http://schemas.microsoft.com/office/drawing/2014/main" id="{66282791-B330-4468-AAEC-7F1CA4FD241E}"/>
              </a:ext>
            </a:extLst>
          </p:cNvPr>
          <p:cNvSpPr/>
          <p:nvPr/>
        </p:nvSpPr>
        <p:spPr>
          <a:xfrm rot="5400000">
            <a:off x="1646237" y="431482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9736C2-2994-4D9F-80F9-BEBB84388F6E}"/>
              </a:ext>
            </a:extLst>
          </p:cNvPr>
          <p:cNvCxnSpPr/>
          <p:nvPr/>
        </p:nvCxnSpPr>
        <p:spPr>
          <a:xfrm rot="10800000" flipV="1">
            <a:off x="1382713" y="386556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A3F2CE-9FF0-40CD-AE24-93B267291CA2}"/>
              </a:ext>
            </a:extLst>
          </p:cNvPr>
          <p:cNvCxnSpPr/>
          <p:nvPr/>
        </p:nvCxnSpPr>
        <p:spPr>
          <a:xfrm rot="10800000" flipV="1">
            <a:off x="1382713" y="441166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135AD6E-D564-4A5A-A976-CE9EC1C6FCE5}"/>
              </a:ext>
            </a:extLst>
          </p:cNvPr>
          <p:cNvCxnSpPr/>
          <p:nvPr/>
        </p:nvCxnSpPr>
        <p:spPr>
          <a:xfrm rot="10800000" flipV="1">
            <a:off x="2436813" y="3870326"/>
            <a:ext cx="28098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1E4E1E37-2F00-41C9-94D8-C12ADEB8F3CC}"/>
              </a:ext>
            </a:extLst>
          </p:cNvPr>
          <p:cNvSpPr/>
          <p:nvPr/>
        </p:nvSpPr>
        <p:spPr>
          <a:xfrm>
            <a:off x="3365499" y="3721101"/>
            <a:ext cx="755650" cy="133191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4" name="Isosceles Triangle 13">
            <a:extLst>
              <a:ext uri="{FF2B5EF4-FFF2-40B4-BE49-F238E27FC236}">
                <a16:creationId xmlns:a16="http://schemas.microsoft.com/office/drawing/2014/main" id="{19971B82-3C00-4730-A9B7-C416CF831021}"/>
              </a:ext>
            </a:extLst>
          </p:cNvPr>
          <p:cNvSpPr/>
          <p:nvPr/>
        </p:nvSpPr>
        <p:spPr>
          <a:xfrm rot="5400000">
            <a:off x="3348037" y="4314826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422218A-DBDC-4DD1-A6BD-AF31F2D31D38}"/>
              </a:ext>
            </a:extLst>
          </p:cNvPr>
          <p:cNvCxnSpPr/>
          <p:nvPr/>
        </p:nvCxnSpPr>
        <p:spPr>
          <a:xfrm rot="10800000" flipV="1">
            <a:off x="3084513" y="386556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474CF9A-2E47-4F4D-BF02-B711B91E90E0}"/>
              </a:ext>
            </a:extLst>
          </p:cNvPr>
          <p:cNvCxnSpPr/>
          <p:nvPr/>
        </p:nvCxnSpPr>
        <p:spPr>
          <a:xfrm rot="10800000" flipV="1">
            <a:off x="3084513" y="441166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87C11D-187A-4B05-B618-8767237F3720}"/>
              </a:ext>
            </a:extLst>
          </p:cNvPr>
          <p:cNvCxnSpPr/>
          <p:nvPr/>
        </p:nvCxnSpPr>
        <p:spPr>
          <a:xfrm rot="10800000" flipV="1">
            <a:off x="4137024" y="3870326"/>
            <a:ext cx="28098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9B26B317-F461-43D1-AEB0-D8BFE0DA5260}"/>
              </a:ext>
            </a:extLst>
          </p:cNvPr>
          <p:cNvSpPr/>
          <p:nvPr/>
        </p:nvSpPr>
        <p:spPr>
          <a:xfrm>
            <a:off x="5102224" y="3722688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9" name="Isosceles Triangle 18">
            <a:extLst>
              <a:ext uri="{FF2B5EF4-FFF2-40B4-BE49-F238E27FC236}">
                <a16:creationId xmlns:a16="http://schemas.microsoft.com/office/drawing/2014/main" id="{0B611715-12AC-4FAC-B746-C92FC466FADA}"/>
              </a:ext>
            </a:extLst>
          </p:cNvPr>
          <p:cNvSpPr/>
          <p:nvPr/>
        </p:nvSpPr>
        <p:spPr>
          <a:xfrm rot="5400000">
            <a:off x="5084762" y="43164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868E1B6-7286-44C9-8C42-948EFB051800}"/>
              </a:ext>
            </a:extLst>
          </p:cNvPr>
          <p:cNvCxnSpPr/>
          <p:nvPr/>
        </p:nvCxnSpPr>
        <p:spPr>
          <a:xfrm rot="10800000" flipV="1">
            <a:off x="4821238" y="3867151"/>
            <a:ext cx="28098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4090CBC-D067-4E3B-A936-5F8539BC9960}"/>
              </a:ext>
            </a:extLst>
          </p:cNvPr>
          <p:cNvCxnSpPr/>
          <p:nvPr/>
        </p:nvCxnSpPr>
        <p:spPr>
          <a:xfrm rot="10800000" flipV="1">
            <a:off x="4821238" y="4413251"/>
            <a:ext cx="280987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732B29A-62F5-4774-8F90-2AC01CCA9EAF}"/>
              </a:ext>
            </a:extLst>
          </p:cNvPr>
          <p:cNvCxnSpPr/>
          <p:nvPr/>
        </p:nvCxnSpPr>
        <p:spPr>
          <a:xfrm rot="10800000" flipV="1">
            <a:off x="5875338" y="387191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7DCEBC35-22CC-43B9-9AA2-7F1256C4C5C9}"/>
              </a:ext>
            </a:extLst>
          </p:cNvPr>
          <p:cNvSpPr/>
          <p:nvPr/>
        </p:nvSpPr>
        <p:spPr>
          <a:xfrm>
            <a:off x="6872287" y="3722688"/>
            <a:ext cx="755650" cy="133191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spcBef>
                <a:spcPts val="600"/>
              </a:spcBef>
              <a:defRPr/>
            </a:pPr>
            <a:r>
              <a:rPr lang="en-US" dirty="0">
                <a:solidFill>
                  <a:schemeClr val="tx1"/>
                </a:solidFill>
              </a:rPr>
              <a:t>D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US" dirty="0">
                <a:solidFill>
                  <a:schemeClr val="tx1"/>
                </a:solidFill>
              </a:rPr>
              <a:t>  C</a:t>
            </a: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  <a:p>
            <a:pPr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4" name="Isosceles Triangle 23">
            <a:extLst>
              <a:ext uri="{FF2B5EF4-FFF2-40B4-BE49-F238E27FC236}">
                <a16:creationId xmlns:a16="http://schemas.microsoft.com/office/drawing/2014/main" id="{8AB19B61-F0CE-4578-84E1-6F3B321F4EA3}"/>
              </a:ext>
            </a:extLst>
          </p:cNvPr>
          <p:cNvSpPr/>
          <p:nvPr/>
        </p:nvSpPr>
        <p:spPr>
          <a:xfrm rot="5400000">
            <a:off x="6854825" y="4316413"/>
            <a:ext cx="215900" cy="180975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003808C-BD48-4E21-B18B-5755C51CA0AF}"/>
              </a:ext>
            </a:extLst>
          </p:cNvPr>
          <p:cNvCxnSpPr/>
          <p:nvPr/>
        </p:nvCxnSpPr>
        <p:spPr>
          <a:xfrm rot="10800000" flipV="1">
            <a:off x="6591299" y="3867151"/>
            <a:ext cx="28098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19B7CDD-4F88-47D8-BC60-5B99E42FD25B}"/>
              </a:ext>
            </a:extLst>
          </p:cNvPr>
          <p:cNvCxnSpPr/>
          <p:nvPr/>
        </p:nvCxnSpPr>
        <p:spPr>
          <a:xfrm rot="10800000" flipV="1">
            <a:off x="6591299" y="4413251"/>
            <a:ext cx="280988" cy="4763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DC17C90-2D48-45FC-9A5B-4F3F3FBC02FF}"/>
              </a:ext>
            </a:extLst>
          </p:cNvPr>
          <p:cNvCxnSpPr/>
          <p:nvPr/>
        </p:nvCxnSpPr>
        <p:spPr>
          <a:xfrm rot="10800000" flipV="1">
            <a:off x="7631113" y="3871913"/>
            <a:ext cx="280987" cy="4762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E6A18D8-33E9-4C31-B588-B9F7FEBEF0AF}"/>
              </a:ext>
            </a:extLst>
          </p:cNvPr>
          <p:cNvCxnSpPr/>
          <p:nvPr/>
        </p:nvCxnSpPr>
        <p:spPr>
          <a:xfrm rot="5400000" flipH="1" flipV="1">
            <a:off x="2720181" y="3491707"/>
            <a:ext cx="7620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3403F7C-1371-4A93-B242-71EF4549AEC0}"/>
              </a:ext>
            </a:extLst>
          </p:cNvPr>
          <p:cNvCxnSpPr/>
          <p:nvPr/>
        </p:nvCxnSpPr>
        <p:spPr>
          <a:xfrm rot="5400000" flipH="1" flipV="1">
            <a:off x="992981" y="3491707"/>
            <a:ext cx="7620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D3C31FB-67CC-4C88-8DB7-7A99AFF56BF1}"/>
              </a:ext>
            </a:extLst>
          </p:cNvPr>
          <p:cNvCxnSpPr/>
          <p:nvPr/>
        </p:nvCxnSpPr>
        <p:spPr>
          <a:xfrm rot="5400000" flipH="1" flipV="1">
            <a:off x="4445793" y="3477419"/>
            <a:ext cx="7620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5914D7B-5734-4DE9-89C7-208C73645990}"/>
              </a:ext>
            </a:extLst>
          </p:cNvPr>
          <p:cNvCxnSpPr/>
          <p:nvPr/>
        </p:nvCxnSpPr>
        <p:spPr>
          <a:xfrm rot="5400000" flipH="1" flipV="1">
            <a:off x="6225381" y="3491707"/>
            <a:ext cx="7620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67B2858-C91B-472C-90FE-C2E05EDD6A6D}"/>
              </a:ext>
            </a:extLst>
          </p:cNvPr>
          <p:cNvCxnSpPr/>
          <p:nvPr/>
        </p:nvCxnSpPr>
        <p:spPr>
          <a:xfrm rot="5400000">
            <a:off x="930275" y="4862513"/>
            <a:ext cx="914400" cy="3175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12177AE-28B8-4AE6-BA14-2062C9EC1D72}"/>
              </a:ext>
            </a:extLst>
          </p:cNvPr>
          <p:cNvCxnSpPr/>
          <p:nvPr/>
        </p:nvCxnSpPr>
        <p:spPr>
          <a:xfrm rot="5400000">
            <a:off x="2643981" y="4876007"/>
            <a:ext cx="9144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46A794E-2C9F-49ED-A95A-C619E86612D0}"/>
              </a:ext>
            </a:extLst>
          </p:cNvPr>
          <p:cNvCxnSpPr/>
          <p:nvPr/>
        </p:nvCxnSpPr>
        <p:spPr>
          <a:xfrm rot="5400000">
            <a:off x="4371181" y="4874420"/>
            <a:ext cx="9144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AF34ED8-0B47-4F49-973E-F0F9BB8FED4F}"/>
              </a:ext>
            </a:extLst>
          </p:cNvPr>
          <p:cNvCxnSpPr/>
          <p:nvPr/>
        </p:nvCxnSpPr>
        <p:spPr>
          <a:xfrm rot="5400000">
            <a:off x="6149181" y="4876007"/>
            <a:ext cx="9144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9060BA6-A695-47B0-883B-2BCB90B0B057}"/>
              </a:ext>
            </a:extLst>
          </p:cNvPr>
          <p:cNvCxnSpPr/>
          <p:nvPr/>
        </p:nvCxnSpPr>
        <p:spPr>
          <a:xfrm rot="10800000">
            <a:off x="955674" y="5321300"/>
            <a:ext cx="56388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0712A979-A029-4AA1-BD2C-963A9778ABA6}"/>
              </a:ext>
            </a:extLst>
          </p:cNvPr>
          <p:cNvSpPr txBox="1"/>
          <p:nvPr/>
        </p:nvSpPr>
        <p:spPr>
          <a:xfrm>
            <a:off x="1158875" y="2819400"/>
            <a:ext cx="479425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D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261A55-EB04-4F5E-96BE-45A5D2123F90}"/>
              </a:ext>
            </a:extLst>
          </p:cNvPr>
          <p:cNvSpPr txBox="1"/>
          <p:nvPr/>
        </p:nvSpPr>
        <p:spPr>
          <a:xfrm>
            <a:off x="2901949" y="2819400"/>
            <a:ext cx="4651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D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5B5301-9430-4B6F-A35B-7E2A3B335F6F}"/>
              </a:ext>
            </a:extLst>
          </p:cNvPr>
          <p:cNvSpPr txBox="1"/>
          <p:nvPr/>
        </p:nvSpPr>
        <p:spPr>
          <a:xfrm>
            <a:off x="4656138" y="2794000"/>
            <a:ext cx="46513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D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2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64F23AC-4A62-40B0-9F87-A4BCACCAC72A}"/>
              </a:ext>
            </a:extLst>
          </p:cNvPr>
          <p:cNvSpPr txBox="1"/>
          <p:nvPr/>
        </p:nvSpPr>
        <p:spPr>
          <a:xfrm>
            <a:off x="6429374" y="2806700"/>
            <a:ext cx="465138" cy="369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D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C35C2C21-4BE0-48CA-8202-35FAA167D5CB}"/>
              </a:ext>
            </a:extLst>
          </p:cNvPr>
          <p:cNvCxnSpPr/>
          <p:nvPr/>
        </p:nvCxnSpPr>
        <p:spPr>
          <a:xfrm>
            <a:off x="1311274" y="2743200"/>
            <a:ext cx="5486400" cy="1588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E440735-F27F-4FD1-BA2E-9DE53FCDA6E7}"/>
              </a:ext>
            </a:extLst>
          </p:cNvPr>
          <p:cNvSpPr txBox="1"/>
          <p:nvPr/>
        </p:nvSpPr>
        <p:spPr>
          <a:xfrm>
            <a:off x="2700338" y="2286000"/>
            <a:ext cx="2878137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Các ngõ vào song song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85E97C80-0E8B-4D4B-BC34-AD2E68DD3F13}"/>
              </a:ext>
            </a:extLst>
          </p:cNvPr>
          <p:cNvSpPr/>
          <p:nvPr/>
        </p:nvSpPr>
        <p:spPr>
          <a:xfrm>
            <a:off x="4792663" y="5275264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1E873F0-4E90-41EE-9EAF-0C70E61DA85F}"/>
              </a:ext>
            </a:extLst>
          </p:cNvPr>
          <p:cNvSpPr/>
          <p:nvPr/>
        </p:nvSpPr>
        <p:spPr>
          <a:xfrm>
            <a:off x="3063875" y="5299076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BE5A85E-D26A-4539-A295-D4931CCA0757}"/>
              </a:ext>
            </a:extLst>
          </p:cNvPr>
          <p:cNvSpPr/>
          <p:nvPr/>
        </p:nvSpPr>
        <p:spPr>
          <a:xfrm>
            <a:off x="1362075" y="5283201"/>
            <a:ext cx="73025" cy="7302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25B1C160-3462-4B64-8B84-22A2A8A8B166}"/>
              </a:ext>
            </a:extLst>
          </p:cNvPr>
          <p:cNvCxnSpPr/>
          <p:nvPr/>
        </p:nvCxnSpPr>
        <p:spPr>
          <a:xfrm rot="5400000">
            <a:off x="1756568" y="4825206"/>
            <a:ext cx="19050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4F1906D-FCD1-4B96-B3AC-D348A94C5140}"/>
              </a:ext>
            </a:extLst>
          </p:cNvPr>
          <p:cNvCxnSpPr/>
          <p:nvPr/>
        </p:nvCxnSpPr>
        <p:spPr>
          <a:xfrm rot="5400000">
            <a:off x="3456781" y="4823620"/>
            <a:ext cx="19050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71970C69-C514-45B4-86B1-E4C52C5A88FC}"/>
              </a:ext>
            </a:extLst>
          </p:cNvPr>
          <p:cNvCxnSpPr/>
          <p:nvPr/>
        </p:nvCxnSpPr>
        <p:spPr>
          <a:xfrm rot="5400000">
            <a:off x="5183981" y="4836320"/>
            <a:ext cx="1905000" cy="1587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57F86DB-304E-49F3-92BF-E082A310E002}"/>
              </a:ext>
            </a:extLst>
          </p:cNvPr>
          <p:cNvCxnSpPr/>
          <p:nvPr/>
        </p:nvCxnSpPr>
        <p:spPr>
          <a:xfrm rot="5400000">
            <a:off x="6973093" y="4825206"/>
            <a:ext cx="1905000" cy="1588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9F94EEB-0B11-483F-A663-36C5B2AF2DFD}"/>
              </a:ext>
            </a:extLst>
          </p:cNvPr>
          <p:cNvSpPr txBox="1"/>
          <p:nvPr/>
        </p:nvSpPr>
        <p:spPr>
          <a:xfrm>
            <a:off x="2520949" y="5726113"/>
            <a:ext cx="477838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0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10587C-C8E2-471B-A4A0-71301525171D}"/>
              </a:ext>
            </a:extLst>
          </p:cNvPr>
          <p:cNvSpPr txBox="1"/>
          <p:nvPr/>
        </p:nvSpPr>
        <p:spPr>
          <a:xfrm>
            <a:off x="4227513" y="5738813"/>
            <a:ext cx="47783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1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99AD09-CF45-4B16-A3B8-C260F7BC541B}"/>
              </a:ext>
            </a:extLst>
          </p:cNvPr>
          <p:cNvSpPr txBox="1"/>
          <p:nvPr/>
        </p:nvSpPr>
        <p:spPr>
          <a:xfrm>
            <a:off x="5976938" y="5738813"/>
            <a:ext cx="477837" cy="3683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2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2B3CB1-3B23-447A-9914-8C8ABE1810EA}"/>
              </a:ext>
            </a:extLst>
          </p:cNvPr>
          <p:cNvSpPr txBox="1"/>
          <p:nvPr/>
        </p:nvSpPr>
        <p:spPr>
          <a:xfrm>
            <a:off x="7754938" y="5726114"/>
            <a:ext cx="479425" cy="369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dirty="0">
                <a:solidFill>
                  <a:srgbClr val="FF0000"/>
                </a:solidFill>
                <a:latin typeface="+mj-lt"/>
                <a:cs typeface="Arial" charset="0"/>
              </a:rPr>
              <a:t>Q</a:t>
            </a:r>
            <a:r>
              <a:rPr lang="vi-VN" sz="2400" baseline="-25000" dirty="0">
                <a:solidFill>
                  <a:srgbClr val="FF0000"/>
                </a:solidFill>
                <a:latin typeface="+mj-lt"/>
                <a:cs typeface="Arial" charset="0"/>
              </a:rPr>
              <a:t>3</a:t>
            </a:r>
            <a:endParaRPr lang="en-US" sz="2400" baseline="-25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7389FA-486C-49C5-840D-0E1EF49BC14B}"/>
              </a:ext>
            </a:extLst>
          </p:cNvPr>
          <p:cNvCxnSpPr/>
          <p:nvPr/>
        </p:nvCxnSpPr>
        <p:spPr>
          <a:xfrm>
            <a:off x="2606674" y="6134100"/>
            <a:ext cx="5486400" cy="1588"/>
          </a:xfrm>
          <a:prstGeom prst="straightConnector1">
            <a:avLst/>
          </a:prstGeom>
          <a:ln w="3175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49DB4B60-C63D-40F4-B415-E43D258C5481}"/>
              </a:ext>
            </a:extLst>
          </p:cNvPr>
          <p:cNvSpPr txBox="1"/>
          <p:nvPr/>
        </p:nvSpPr>
        <p:spPr>
          <a:xfrm>
            <a:off x="4029074" y="6153150"/>
            <a:ext cx="2692400" cy="4000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vi-VN" sz="2000" dirty="0">
                <a:solidFill>
                  <a:srgbClr val="FF0000"/>
                </a:solidFill>
                <a:latin typeface="+mj-lt"/>
                <a:cs typeface="Arial" charset="0"/>
              </a:rPr>
              <a:t>Các ngõ ra song song</a:t>
            </a:r>
            <a:endParaRPr lang="en-US" sz="2000" dirty="0">
              <a:solidFill>
                <a:srgbClr val="FF0000"/>
              </a:solidFill>
              <a:latin typeface="+mj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3542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Câu hỏi trắc nghiệm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smtClean="0"/>
              <a:t>Cho sơ đồ, xác định mạch ghi dịch là vào ra nối tiếp hay song song, dịch trái hay dịch phải.</a:t>
            </a:r>
          </a:p>
          <a:p>
            <a:pPr marL="514350" indent="-514350">
              <a:buAutoNum type="arabicPeriod"/>
            </a:pPr>
            <a:r>
              <a:rPr lang="en-US" smtClean="0"/>
              <a:t>Nhớ quy tắc ghi dịch ở Slide-11</a:t>
            </a:r>
          </a:p>
          <a:p>
            <a:pPr marL="514350" indent="-514350">
              <a:buAutoNum type="arabicPeriod"/>
            </a:pPr>
            <a:r>
              <a:rPr lang="en-US" smtClean="0"/>
              <a:t>Xác định thời gian ghi dịch</a:t>
            </a:r>
          </a:p>
          <a:p>
            <a:pPr marL="0" indent="0">
              <a:buNone/>
            </a:pPr>
            <a:r>
              <a:rPr lang="en-US"/>
              <a:t>	</a:t>
            </a:r>
            <a:r>
              <a:rPr lang="en-US" smtClean="0"/>
              <a:t>vd: mạch ghi dịch vào nối tiếp, thời gian ghi 4 bit sẽ bằng thời 	gian của 4 xung clock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72AD7F-84AB-4CE1-A06B-1BA446E088B2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7881257"/>
      </p:ext>
    </p:extLst>
  </p:cSld>
  <p:clrMapOvr>
    <a:masterClrMapping/>
  </p:clrMapOvr>
</p:sld>
</file>

<file path=ppt/theme/theme1.xml><?xml version="1.0" encoding="utf-8"?>
<a:theme xmlns:a="http://schemas.openxmlformats.org/drawingml/2006/main" name="KTMT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8EB4430B-A0B8-4FCF-ADE2-9726C9E6BF0E}" vid="{F9066720-7376-400F-ADB6-4C91D81932F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KTS temp</Template>
  <TotalTime>624</TotalTime>
  <Words>1000</Words>
  <Application>Microsoft Office PowerPoint</Application>
  <PresentationFormat>Widescreen</PresentationFormat>
  <Paragraphs>499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UTM Avo</vt:lpstr>
      <vt:lpstr>Wingdings</vt:lpstr>
      <vt:lpstr>KTMT</vt:lpstr>
      <vt:lpstr>9. Mạch ghi dịch</vt:lpstr>
      <vt:lpstr>9.1 Chức năng cơ bản</vt:lpstr>
      <vt:lpstr>9.1 Chức năng cơ bản</vt:lpstr>
      <vt:lpstr>9.2 Vào nối tiếp – ra nối tiếp</vt:lpstr>
      <vt:lpstr>9.2 Vào nối tiếp – ra nối tiếp</vt:lpstr>
      <vt:lpstr>9.2 Vào nối tiếp – ra nối tiếp</vt:lpstr>
      <vt:lpstr>9.2 Vào nối tiếp – ra nối tiếp</vt:lpstr>
      <vt:lpstr> </vt:lpstr>
      <vt:lpstr>9.2 Vào nối tiếp – ra nối tiếp</vt:lpstr>
      <vt:lpstr>9.2 Vào nối tiếp – ra nối tiếp</vt:lpstr>
      <vt:lpstr>9.2 Vào nối tiếp – ra nối tiếp</vt:lpstr>
      <vt:lpstr>9.3 Vào nối tiếp – ra song song</vt:lpstr>
      <vt:lpstr>9.4 Vào song song – ra nối tiếp</vt:lpstr>
      <vt:lpstr>9.5 Vào song song – ra song song</vt:lpstr>
      <vt:lpstr>Câu hỏi trắc nghiệm</vt:lpstr>
    </vt:vector>
  </TitlesOfParts>
  <Manager/>
  <LinksUpToDate>false</LinksUpToDate>
  <SharedDoc>false</SharedDoc>
  <HyperlinkBase>http://phubinh.bachkim.vn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8: Mạch chốt và flipflop</dc:title>
  <dc:subject/>
  <dc:creator>admin</dc:creator>
  <cp:lastModifiedBy>ADMIN</cp:lastModifiedBy>
  <cp:revision>76</cp:revision>
  <dcterms:created xsi:type="dcterms:W3CDTF">2020-04-05T15:28:56Z</dcterms:created>
  <dcterms:modified xsi:type="dcterms:W3CDTF">2023-06-12T03:27:02Z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TC011368021033</vt:lpwstr>
  </property>
</Properties>
</file>