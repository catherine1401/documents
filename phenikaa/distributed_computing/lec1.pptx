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Lst>
  <p:sldSz cy="6858000" cx="12192000"/>
  <p:notesSz cx="9144000" cy="6858000"/>
  <p:embeddedFontLst>
    <p:embeddedFont>
      <p:font typeface="Tahoma"/>
      <p:regular r:id="rId52"/>
      <p:bold r:id="rId53"/>
    </p:embeddedFont>
    <p:embeddedFont>
      <p:font typeface="Carlito"/>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880">
          <p15:clr>
            <a:srgbClr val="A4A3A4"/>
          </p15:clr>
        </p15:guide>
      </p15:sldGuideLst>
    </p:ext>
    <p:ext uri="GoogleSlidesCustomDataVersion2">
      <go:slidesCustomData xmlns:go="http://customooxmlschemas.google.com/" r:id="rId58" roundtripDataSignature="AMtx7miHprRFk3R5pTl40WUARDLsfHpJD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C323075-4314-4EB2-9CAC-459D9B2DF269}">
  <a:tblStyle styleId="{5C323075-4314-4EB2-9CAC-459D9B2DF269}"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12DC6CC4-12EC-43A5-91A6-876F125985D1}" styleName="Table_1">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font" Target="fonts/Tahoma-bold.fntdata"/><Relationship Id="rId52" Type="http://schemas.openxmlformats.org/officeDocument/2006/relationships/font" Target="fonts/Tahoma-regular.fntdata"/><Relationship Id="rId11" Type="http://schemas.openxmlformats.org/officeDocument/2006/relationships/slide" Target="slides/slide5.xml"/><Relationship Id="rId55" Type="http://schemas.openxmlformats.org/officeDocument/2006/relationships/font" Target="fonts/Carlito-bold.fntdata"/><Relationship Id="rId10" Type="http://schemas.openxmlformats.org/officeDocument/2006/relationships/slide" Target="slides/slide4.xml"/><Relationship Id="rId54" Type="http://schemas.openxmlformats.org/officeDocument/2006/relationships/font" Target="fonts/Carlito-regular.fntdata"/><Relationship Id="rId13" Type="http://schemas.openxmlformats.org/officeDocument/2006/relationships/slide" Target="slides/slide7.xml"/><Relationship Id="rId57" Type="http://schemas.openxmlformats.org/officeDocument/2006/relationships/font" Target="fonts/Carlito-boldItalic.fntdata"/><Relationship Id="rId12" Type="http://schemas.openxmlformats.org/officeDocument/2006/relationships/slide" Target="slides/slide6.xml"/><Relationship Id="rId56" Type="http://schemas.openxmlformats.org/officeDocument/2006/relationships/font" Target="fonts/Carlito-italic.fntdata"/><Relationship Id="rId15" Type="http://schemas.openxmlformats.org/officeDocument/2006/relationships/slide" Target="slides/slide9.xml"/><Relationship Id="rId14" Type="http://schemas.openxmlformats.org/officeDocument/2006/relationships/slide" Target="slides/slide8.xml"/><Relationship Id="rId58" Type="http://customschemas.google.com/relationships/presentationmetadata" Target="meta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44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44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513"/>
            <a:ext cx="3962400" cy="3444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13513"/>
            <a:ext cx="3962400" cy="3444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 name="Google Shape;98;p2: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3: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 name="Google Shape;117;p4: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5: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6: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 name="Google Shape;134;p6: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7: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2" name="Google Shape;142;p7: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8: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8: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9: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0" name="Google Shape;160;p9: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0: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p10: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11: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3" name="Google Shape;433;p11: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12: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2" name="Google Shape;442;p12: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3: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13: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14: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0" name="Google Shape;460;p14: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15: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9" name="Google Shape;469;p15: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16: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8" name="Google Shape;478;p16: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17: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7" name="Google Shape;487;p17: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8: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18: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19: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5" name="Google Shape;505;p19: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20: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4" name="Google Shape;514;p20: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21: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3" name="Google Shape;523;p21: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22: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2" name="Google Shape;532;p22: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23: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23: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24: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9" name="Google Shape;549;p24: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25: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8" name="Google Shape;558;p25: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26: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26: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27: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2" name="Google Shape;592;p27: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28: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28: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29: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0" name="Google Shape;610;p29: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30: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0" name="Google Shape;620;p30: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31: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31: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32: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0" name="Google Shape;640;p32: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33: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50" name="Google Shape;650;p33: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a:t>
            </a:r>
            <a:endParaRPr/>
          </a:p>
        </p:txBody>
      </p:sp>
      <p:sp>
        <p:nvSpPr>
          <p:cNvPr id="651" name="Google Shape;651;p33:notes"/>
          <p:cNvSpPr txBox="1"/>
          <p:nvPr>
            <p:ph idx="12" type="sldNum"/>
          </p:nvPr>
        </p:nvSpPr>
        <p:spPr>
          <a:xfrm>
            <a:off x="5180013" y="6513513"/>
            <a:ext cx="3962400" cy="3444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34: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p34: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p35: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8" name="Google Shape;688;p35: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p36: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8" name="Google Shape;698;p36: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37: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21" name="Google Shape;721;p37: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p38: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32" name="Google Shape;732;p38: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p57: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42" name="Google Shape;742;p57: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p39: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3" name="Google Shape;753;p39: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p40: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3" name="Google Shape;763;p40: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p41: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3" name="Google Shape;773;p41: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42: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3" name="Google Shape;783;p42: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43: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3" name="Google Shape;793;p43: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p44: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3" name="Google Shape;803;p44: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4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4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4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5" name="Google Shape;35;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5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5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5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5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5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5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5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5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5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5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5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54"/>
          <p:cNvSpPr/>
          <p:nvPr>
            <p:ph idx="2" type="pic"/>
          </p:nvPr>
        </p:nvSpPr>
        <p:spPr>
          <a:xfrm>
            <a:off x="5183188" y="987425"/>
            <a:ext cx="6172200" cy="4873625"/>
          </a:xfrm>
          <a:prstGeom prst="rect">
            <a:avLst/>
          </a:prstGeom>
          <a:noFill/>
          <a:ln>
            <a:noFill/>
          </a:ln>
        </p:spPr>
      </p:sp>
      <p:sp>
        <p:nvSpPr>
          <p:cNvPr id="68" name="Google Shape;68;p5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5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5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5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5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3810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4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3810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3810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3810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3810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3810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3810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3810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3810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3810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40" Type="http://schemas.openxmlformats.org/officeDocument/2006/relationships/image" Target="../media/image46.png"/><Relationship Id="rId42" Type="http://schemas.openxmlformats.org/officeDocument/2006/relationships/image" Target="../media/image34.png"/><Relationship Id="rId41" Type="http://schemas.openxmlformats.org/officeDocument/2006/relationships/image" Target="../media/image47.png"/><Relationship Id="rId44" Type="http://schemas.openxmlformats.org/officeDocument/2006/relationships/image" Target="../media/image43.png"/><Relationship Id="rId43" Type="http://schemas.openxmlformats.org/officeDocument/2006/relationships/image" Target="../media/image35.png"/><Relationship Id="rId46" Type="http://schemas.openxmlformats.org/officeDocument/2006/relationships/image" Target="../media/image45.png"/><Relationship Id="rId45" Type="http://schemas.openxmlformats.org/officeDocument/2006/relationships/image" Target="../media/image40.png"/><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7.png"/><Relationship Id="rId9" Type="http://schemas.openxmlformats.org/officeDocument/2006/relationships/image" Target="../media/image12.png"/><Relationship Id="rId48" Type="http://schemas.openxmlformats.org/officeDocument/2006/relationships/image" Target="../media/image56.png"/><Relationship Id="rId47" Type="http://schemas.openxmlformats.org/officeDocument/2006/relationships/image" Target="../media/image41.png"/><Relationship Id="rId49" Type="http://schemas.openxmlformats.org/officeDocument/2006/relationships/image" Target="../media/image50.png"/><Relationship Id="rId5" Type="http://schemas.openxmlformats.org/officeDocument/2006/relationships/image" Target="../media/image4.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6.png"/><Relationship Id="rId31" Type="http://schemas.openxmlformats.org/officeDocument/2006/relationships/image" Target="../media/image32.png"/><Relationship Id="rId30" Type="http://schemas.openxmlformats.org/officeDocument/2006/relationships/image" Target="../media/image26.png"/><Relationship Id="rId33" Type="http://schemas.openxmlformats.org/officeDocument/2006/relationships/image" Target="../media/image29.png"/><Relationship Id="rId32" Type="http://schemas.openxmlformats.org/officeDocument/2006/relationships/image" Target="../media/image36.png"/><Relationship Id="rId35" Type="http://schemas.openxmlformats.org/officeDocument/2006/relationships/image" Target="../media/image42.png"/><Relationship Id="rId34" Type="http://schemas.openxmlformats.org/officeDocument/2006/relationships/image" Target="../media/image38.png"/><Relationship Id="rId37" Type="http://schemas.openxmlformats.org/officeDocument/2006/relationships/image" Target="../media/image25.png"/><Relationship Id="rId36" Type="http://schemas.openxmlformats.org/officeDocument/2006/relationships/image" Target="../media/image33.png"/><Relationship Id="rId39" Type="http://schemas.openxmlformats.org/officeDocument/2006/relationships/image" Target="../media/image27.png"/><Relationship Id="rId38" Type="http://schemas.openxmlformats.org/officeDocument/2006/relationships/image" Target="../media/image31.png"/><Relationship Id="rId62" Type="http://schemas.openxmlformats.org/officeDocument/2006/relationships/image" Target="../media/image60.png"/><Relationship Id="rId61" Type="http://schemas.openxmlformats.org/officeDocument/2006/relationships/image" Target="../media/image73.png"/><Relationship Id="rId20" Type="http://schemas.openxmlformats.org/officeDocument/2006/relationships/image" Target="../media/image20.png"/><Relationship Id="rId64" Type="http://schemas.openxmlformats.org/officeDocument/2006/relationships/image" Target="../media/image68.png"/><Relationship Id="rId63" Type="http://schemas.openxmlformats.org/officeDocument/2006/relationships/image" Target="../media/image54.png"/><Relationship Id="rId22" Type="http://schemas.openxmlformats.org/officeDocument/2006/relationships/image" Target="../media/image16.png"/><Relationship Id="rId66" Type="http://schemas.openxmlformats.org/officeDocument/2006/relationships/image" Target="../media/image58.png"/><Relationship Id="rId21" Type="http://schemas.openxmlformats.org/officeDocument/2006/relationships/image" Target="../media/image67.png"/><Relationship Id="rId65" Type="http://schemas.openxmlformats.org/officeDocument/2006/relationships/image" Target="../media/image64.png"/><Relationship Id="rId24" Type="http://schemas.openxmlformats.org/officeDocument/2006/relationships/image" Target="../media/image24.png"/><Relationship Id="rId68" Type="http://schemas.openxmlformats.org/officeDocument/2006/relationships/image" Target="../media/image59.png"/><Relationship Id="rId23" Type="http://schemas.openxmlformats.org/officeDocument/2006/relationships/image" Target="../media/image19.png"/><Relationship Id="rId67" Type="http://schemas.openxmlformats.org/officeDocument/2006/relationships/image" Target="../media/image65.png"/><Relationship Id="rId60" Type="http://schemas.openxmlformats.org/officeDocument/2006/relationships/image" Target="../media/image52.png"/><Relationship Id="rId26" Type="http://schemas.openxmlformats.org/officeDocument/2006/relationships/image" Target="../media/image21.png"/><Relationship Id="rId25" Type="http://schemas.openxmlformats.org/officeDocument/2006/relationships/image" Target="../media/image22.png"/><Relationship Id="rId69" Type="http://schemas.openxmlformats.org/officeDocument/2006/relationships/image" Target="../media/image55.jpg"/><Relationship Id="rId28" Type="http://schemas.openxmlformats.org/officeDocument/2006/relationships/image" Target="../media/image23.png"/><Relationship Id="rId27" Type="http://schemas.openxmlformats.org/officeDocument/2006/relationships/image" Target="../media/image37.png"/><Relationship Id="rId29" Type="http://schemas.openxmlformats.org/officeDocument/2006/relationships/image" Target="../media/image30.png"/><Relationship Id="rId51" Type="http://schemas.openxmlformats.org/officeDocument/2006/relationships/image" Target="../media/image44.png"/><Relationship Id="rId50" Type="http://schemas.openxmlformats.org/officeDocument/2006/relationships/image" Target="../media/image39.png"/><Relationship Id="rId53" Type="http://schemas.openxmlformats.org/officeDocument/2006/relationships/image" Target="../media/image53.png"/><Relationship Id="rId52" Type="http://schemas.openxmlformats.org/officeDocument/2006/relationships/image" Target="../media/image49.png"/><Relationship Id="rId11" Type="http://schemas.openxmlformats.org/officeDocument/2006/relationships/image" Target="../media/image13.png"/><Relationship Id="rId55" Type="http://schemas.openxmlformats.org/officeDocument/2006/relationships/image" Target="../media/image48.png"/><Relationship Id="rId10" Type="http://schemas.openxmlformats.org/officeDocument/2006/relationships/image" Target="../media/image28.png"/><Relationship Id="rId54" Type="http://schemas.openxmlformats.org/officeDocument/2006/relationships/image" Target="../media/image62.png"/><Relationship Id="rId13" Type="http://schemas.openxmlformats.org/officeDocument/2006/relationships/image" Target="../media/image15.png"/><Relationship Id="rId57" Type="http://schemas.openxmlformats.org/officeDocument/2006/relationships/image" Target="../media/image61.png"/><Relationship Id="rId12" Type="http://schemas.openxmlformats.org/officeDocument/2006/relationships/image" Target="../media/image1.png"/><Relationship Id="rId56" Type="http://schemas.openxmlformats.org/officeDocument/2006/relationships/image" Target="../media/image51.png"/><Relationship Id="rId15" Type="http://schemas.openxmlformats.org/officeDocument/2006/relationships/image" Target="../media/image18.png"/><Relationship Id="rId59" Type="http://schemas.openxmlformats.org/officeDocument/2006/relationships/image" Target="../media/image57.png"/><Relationship Id="rId14" Type="http://schemas.openxmlformats.org/officeDocument/2006/relationships/image" Target="../media/image5.png"/><Relationship Id="rId58" Type="http://schemas.openxmlformats.org/officeDocument/2006/relationships/image" Target="../media/image63.png"/><Relationship Id="rId17" Type="http://schemas.openxmlformats.org/officeDocument/2006/relationships/image" Target="../media/image17.png"/><Relationship Id="rId16" Type="http://schemas.openxmlformats.org/officeDocument/2006/relationships/image" Target="../media/image14.png"/><Relationship Id="rId19" Type="http://schemas.openxmlformats.org/officeDocument/2006/relationships/image" Target="../media/image10.png"/><Relationship Id="rId18"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69.jpg"/><Relationship Id="rId4" Type="http://schemas.openxmlformats.org/officeDocument/2006/relationships/image" Target="../media/image74.jpg"/><Relationship Id="rId5" Type="http://schemas.openxmlformats.org/officeDocument/2006/relationships/image" Target="../media/image78.jpg"/><Relationship Id="rId6" Type="http://schemas.openxmlformats.org/officeDocument/2006/relationships/image" Target="../media/image70.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66.png"/><Relationship Id="rId4" Type="http://schemas.openxmlformats.org/officeDocument/2006/relationships/image" Target="../media/image8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7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7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8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7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7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7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8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7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8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8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80.png"/><Relationship Id="rId4" Type="http://schemas.openxmlformats.org/officeDocument/2006/relationships/image" Target="../media/image84.png"/><Relationship Id="rId5" Type="http://schemas.openxmlformats.org/officeDocument/2006/relationships/image" Target="../media/image8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87" name="Shape 87"/>
        <p:cNvGrpSpPr/>
        <p:nvPr/>
      </p:nvGrpSpPr>
      <p:grpSpPr>
        <a:xfrm>
          <a:off x="0" y="0"/>
          <a:ext cx="0" cy="0"/>
          <a:chOff x="0" y="0"/>
          <a:chExt cx="0" cy="0"/>
        </a:xfrm>
      </p:grpSpPr>
      <p:sp>
        <p:nvSpPr>
          <p:cNvPr id="88" name="Google Shape;88;p1"/>
          <p:cNvSpPr txBox="1"/>
          <p:nvPr/>
        </p:nvSpPr>
        <p:spPr>
          <a:xfrm>
            <a:off x="3536442" y="1281810"/>
            <a:ext cx="2564130"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Arial"/>
                <a:ea typeface="Arial"/>
                <a:cs typeface="Arial"/>
                <a:sym typeface="Arial"/>
              </a:rPr>
              <a:t>Thiết kế và lập trình Web</a:t>
            </a:r>
            <a:endParaRPr b="0" i="0" sz="1800" u="none" cap="none" strike="noStrike">
              <a:solidFill>
                <a:schemeClr val="dk1"/>
              </a:solidFill>
              <a:latin typeface="Arial"/>
              <a:ea typeface="Arial"/>
              <a:cs typeface="Arial"/>
              <a:sym typeface="Arial"/>
            </a:endParaRPr>
          </a:p>
        </p:txBody>
      </p:sp>
      <p:sp>
        <p:nvSpPr>
          <p:cNvPr id="89" name="Google Shape;89;p1"/>
          <p:cNvSpPr txBox="1"/>
          <p:nvPr/>
        </p:nvSpPr>
        <p:spPr>
          <a:xfrm>
            <a:off x="7129653" y="5349951"/>
            <a:ext cx="2698750" cy="4521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2800"/>
              <a:buFont typeface="Arial"/>
              <a:buNone/>
            </a:pPr>
            <a:r>
              <a:rPr b="1" i="1" lang="en-US" sz="2800" u="none" cap="none" strike="noStrike">
                <a:solidFill>
                  <a:srgbClr val="FFFFFF"/>
                </a:solidFill>
                <a:latin typeface="Arial"/>
                <a:ea typeface="Arial"/>
                <a:cs typeface="Arial"/>
                <a:sym typeface="Arial"/>
              </a:rPr>
              <a:t>Viện CNTT &amp; TT</a:t>
            </a:r>
            <a:endParaRPr b="0" i="0" sz="2800" u="none" cap="none" strike="noStrike">
              <a:solidFill>
                <a:schemeClr val="dk1"/>
              </a:solidFill>
              <a:latin typeface="Arial"/>
              <a:ea typeface="Arial"/>
              <a:cs typeface="Arial"/>
              <a:sym typeface="Arial"/>
            </a:endParaRPr>
          </a:p>
        </p:txBody>
      </p:sp>
      <p:sp>
        <p:nvSpPr>
          <p:cNvPr id="90" name="Google Shape;90;p1"/>
          <p:cNvSpPr txBox="1"/>
          <p:nvPr>
            <p:ph type="ctrTitle"/>
          </p:nvPr>
        </p:nvSpPr>
        <p:spPr>
          <a:xfrm>
            <a:off x="2667000" y="1122363"/>
            <a:ext cx="6858000" cy="2140584"/>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213671"/>
              </a:buClr>
              <a:buSzPts val="5400"/>
              <a:buFont typeface="Calibri"/>
              <a:buNone/>
            </a:pPr>
            <a:r>
              <a:rPr b="1" lang="en-US" sz="5400">
                <a:solidFill>
                  <a:srgbClr val="213671"/>
                </a:solidFill>
                <a:latin typeface="Calibri"/>
                <a:ea typeface="Calibri"/>
                <a:cs typeface="Calibri"/>
                <a:sym typeface="Calibri"/>
              </a:rPr>
              <a:t>ỨNG DỤNG PHÂN TÁN</a:t>
            </a:r>
            <a:endParaRPr/>
          </a:p>
        </p:txBody>
      </p:sp>
      <p:sp>
        <p:nvSpPr>
          <p:cNvPr id="91" name="Google Shape;91;p1"/>
          <p:cNvSpPr txBox="1"/>
          <p:nvPr>
            <p:ph idx="1" type="subTitle"/>
          </p:nvPr>
        </p:nvSpPr>
        <p:spPr>
          <a:xfrm>
            <a:off x="2666999" y="4579542"/>
            <a:ext cx="6858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lt1"/>
              </a:buClr>
              <a:buSzPts val="2400"/>
              <a:buNone/>
            </a:pPr>
            <a:r>
              <a:rPr b="1" lang="en-US">
                <a:solidFill>
                  <a:schemeClr val="lt1"/>
                </a:solidFill>
                <a:latin typeface="Arial"/>
                <a:ea typeface="Arial"/>
                <a:cs typeface="Arial"/>
                <a:sym typeface="Arial"/>
              </a:rPr>
              <a:t>Nguyễn Thành Trung – Khoa Công nghệ thông tin</a:t>
            </a:r>
            <a:endParaRPr/>
          </a:p>
          <a:p>
            <a:pPr indent="0" lvl="0" marL="0" rtl="0" algn="ctr">
              <a:lnSpc>
                <a:spcPct val="90000"/>
              </a:lnSpc>
              <a:spcBef>
                <a:spcPts val="1000"/>
              </a:spcBef>
              <a:spcAft>
                <a:spcPts val="0"/>
              </a:spcAft>
              <a:buClr>
                <a:schemeClr val="lt1"/>
              </a:buClr>
              <a:buSzPts val="1600"/>
              <a:buNone/>
            </a:pPr>
            <a:r>
              <a:rPr lang="en-US" sz="1600">
                <a:solidFill>
                  <a:schemeClr val="lt1"/>
                </a:solidFill>
                <a:latin typeface="Arial"/>
                <a:ea typeface="Arial"/>
                <a:cs typeface="Arial"/>
                <a:sym typeface="Arial"/>
              </a:rPr>
              <a:t>trung.nguyenthanh@phenikaa-uni.edu.vn</a:t>
            </a:r>
            <a:endParaRPr/>
          </a:p>
        </p:txBody>
      </p:sp>
      <p:sp>
        <p:nvSpPr>
          <p:cNvPr id="92" name="Google Shape;92;p1"/>
          <p:cNvSpPr/>
          <p:nvPr/>
        </p:nvSpPr>
        <p:spPr>
          <a:xfrm>
            <a:off x="0" y="4412612"/>
            <a:ext cx="12192000" cy="2445391"/>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Calibri"/>
                <a:ea typeface="Calibri"/>
                <a:cs typeface="Calibri"/>
                <a:sym typeface="Calibri"/>
              </a:rPr>
              <a:t>Nhóm chuyên môn UDPT – Trường Công nghệ thông tin Phenikaa</a:t>
            </a:r>
            <a:endParaRPr b="1" i="0" sz="20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Calibri"/>
                <a:ea typeface="Calibri"/>
                <a:cs typeface="Calibri"/>
                <a:sym typeface="Calibri"/>
              </a:rPr>
              <a:t>(Trần Đăng Hoan, Đỗ Quốc Trường, Nguyễn Thành Trung, Phạm Kim Thành, Nguyễn Hữu Đạt)</a:t>
            </a:r>
            <a:endParaRPr b="0" i="0" sz="2000" u="none" cap="none" strike="noStrike">
              <a:solidFill>
                <a:schemeClr val="lt1"/>
              </a:solidFill>
              <a:latin typeface="Calibri"/>
              <a:ea typeface="Calibri"/>
              <a:cs typeface="Calibri"/>
              <a:sym typeface="Calibri"/>
            </a:endParaRPr>
          </a:p>
        </p:txBody>
      </p:sp>
      <p:sp>
        <p:nvSpPr>
          <p:cNvPr id="93" name="Google Shape;93;p1"/>
          <p:cNvSpPr/>
          <p:nvPr/>
        </p:nvSpPr>
        <p:spPr>
          <a:xfrm>
            <a:off x="0" y="41148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A picture containing text&#10;&#10;Description automatically generated" id="94" name="Google Shape;94;p1"/>
          <p:cNvPicPr preferRelativeResize="0"/>
          <p:nvPr/>
        </p:nvPicPr>
        <p:blipFill rotWithShape="1">
          <a:blip r:embed="rId3">
            <a:alphaModFix/>
          </a:blip>
          <a:srcRect b="0" l="0" r="0" t="0"/>
          <a:stretch/>
        </p:blipFill>
        <p:spPr>
          <a:xfrm>
            <a:off x="0" y="271253"/>
            <a:ext cx="2684477" cy="462203"/>
          </a:xfrm>
          <a:prstGeom prst="rect">
            <a:avLst/>
          </a:prstGeom>
          <a:noFill/>
          <a:ln>
            <a:noFill/>
          </a:ln>
        </p:spPr>
      </p:pic>
      <p:sp>
        <p:nvSpPr>
          <p:cNvPr id="95" name="Google Shape;95;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1" name="Google Shape;101;p2"/>
          <p:cNvSpPr txBox="1"/>
          <p:nvPr>
            <p:ph type="title"/>
          </p:nvPr>
        </p:nvSpPr>
        <p:spPr>
          <a:xfrm>
            <a:off x="838200" y="365125"/>
            <a:ext cx="10515600" cy="549275"/>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100000"/>
              <a:buFont typeface="Calibri"/>
              <a:buNone/>
            </a:pPr>
            <a:r>
              <a:rPr b="1" lang="en-US">
                <a:solidFill>
                  <a:schemeClr val="lt1"/>
                </a:solidFill>
                <a:latin typeface="Calibri"/>
                <a:ea typeface="Calibri"/>
                <a:cs typeface="Calibri"/>
                <a:sym typeface="Calibri"/>
              </a:rPr>
              <a:t>GIỚI THIỆU CHUNG HỌC PHẦN</a:t>
            </a:r>
            <a:endParaRPr/>
          </a:p>
        </p:txBody>
      </p:sp>
      <p:sp>
        <p:nvSpPr>
          <p:cNvPr id="102" name="Google Shape;102;p2"/>
          <p:cNvSpPr txBox="1"/>
          <p:nvPr>
            <p:ph idx="1" type="body"/>
          </p:nvPr>
        </p:nvSpPr>
        <p:spPr>
          <a:xfrm>
            <a:off x="838200" y="1600200"/>
            <a:ext cx="10515600" cy="5029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Học phần: Ứng dụng phân tán</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228600" lvl="1" marL="685800" rtl="0" algn="l">
              <a:lnSpc>
                <a:spcPct val="90000"/>
              </a:lnSpc>
              <a:spcBef>
                <a:spcPts val="500"/>
              </a:spcBef>
              <a:spcAft>
                <a:spcPts val="0"/>
              </a:spcAft>
              <a:buClr>
                <a:schemeClr val="dk1"/>
              </a:buClr>
              <a:buSzPts val="2400"/>
              <a:buChar char="•"/>
            </a:pPr>
            <a:r>
              <a:rPr lang="en-US"/>
              <a:t>Đánh giá giữa kỳ: B1. Bài kiểm tra + TL. Tiểu luận</a:t>
            </a:r>
            <a:endParaRPr/>
          </a:p>
          <a:p>
            <a:pPr indent="-228600" lvl="1" marL="685800" rtl="0" algn="l">
              <a:lnSpc>
                <a:spcPct val="90000"/>
              </a:lnSpc>
              <a:spcBef>
                <a:spcPts val="500"/>
              </a:spcBef>
              <a:spcAft>
                <a:spcPts val="0"/>
              </a:spcAft>
              <a:buClr>
                <a:schemeClr val="dk1"/>
              </a:buClr>
              <a:buSzPts val="2400"/>
              <a:buChar char="•"/>
            </a:pPr>
            <a:r>
              <a:rPr lang="en-US"/>
              <a:t>Đánh giá cuối kỳ: Thi trắc nghiệm trên máy</a:t>
            </a:r>
            <a:endParaRPr/>
          </a:p>
        </p:txBody>
      </p:sp>
      <p:sp>
        <p:nvSpPr>
          <p:cNvPr id="103" name="Google Shape;103;p2"/>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aphicFrame>
        <p:nvGraphicFramePr>
          <p:cNvPr id="104" name="Google Shape;104;p2"/>
          <p:cNvGraphicFramePr/>
          <p:nvPr/>
        </p:nvGraphicFramePr>
        <p:xfrm>
          <a:off x="1981200" y="2209800"/>
          <a:ext cx="3000000" cy="3000000"/>
        </p:xfrm>
        <a:graphic>
          <a:graphicData uri="http://schemas.openxmlformats.org/drawingml/2006/table">
            <a:tbl>
              <a:tblPr bandRow="1" firstCol="1" firstRow="1">
                <a:noFill/>
                <a:tableStyleId>{5C323075-4314-4EB2-9CAC-459D9B2DF269}</a:tableStyleId>
              </a:tblPr>
              <a:tblGrid>
                <a:gridCol w="3848100"/>
                <a:gridCol w="3848100"/>
              </a:tblGrid>
              <a:tr h="25400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Số tín chỉ</a:t>
                      </a:r>
                      <a:endParaRPr sz="2000" u="none" cap="none" strike="noStrike">
                        <a:latin typeface="Times New Roman"/>
                        <a:ea typeface="Times New Roman"/>
                        <a:cs typeface="Times New Roman"/>
                        <a:sym typeface="Times New Roman"/>
                      </a:endParaRPr>
                    </a:p>
                  </a:txBody>
                  <a:tcPr marT="76200" marB="76200" marR="76200" marL="76200" anchor="ct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t>2 (1.5; 0.5; 4)</a:t>
                      </a:r>
                      <a:endParaRPr sz="2000" u="none" cap="none" strike="noStrike">
                        <a:latin typeface="Times New Roman"/>
                        <a:ea typeface="Times New Roman"/>
                        <a:cs typeface="Times New Roman"/>
                        <a:sym typeface="Times New Roman"/>
                      </a:endParaRPr>
                    </a:p>
                  </a:txBody>
                  <a:tcPr marT="76200" marB="76200" marR="76200" marL="76200" anchor="ctr"/>
                </a:tc>
              </a:tr>
              <a:tr h="25400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Tống số tiết tín chỉ</a:t>
                      </a:r>
                      <a:endParaRPr sz="2000" u="none" cap="none" strike="noStrike">
                        <a:latin typeface="Times New Roman"/>
                        <a:ea typeface="Times New Roman"/>
                        <a:cs typeface="Times New Roman"/>
                        <a:sym typeface="Times New Roman"/>
                      </a:endParaRPr>
                    </a:p>
                  </a:txBody>
                  <a:tcPr marT="76200" marB="76200" marR="76200" marL="76200" anchor="ct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t>37.5</a:t>
                      </a:r>
                      <a:endParaRPr sz="2000" u="none" cap="none" strike="noStrike">
                        <a:latin typeface="Times New Roman"/>
                        <a:ea typeface="Times New Roman"/>
                        <a:cs typeface="Times New Roman"/>
                        <a:sym typeface="Times New Roman"/>
                      </a:endParaRPr>
                    </a:p>
                  </a:txBody>
                  <a:tcPr marT="76200" marB="76200" marR="76200" marL="76200" anchor="ctr"/>
                </a:tc>
              </a:tr>
              <a:tr h="25400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 Số tiết lý thuyết</a:t>
                      </a:r>
                      <a:endParaRPr sz="2000" u="none" cap="none" strike="noStrike">
                        <a:latin typeface="Times New Roman"/>
                        <a:ea typeface="Times New Roman"/>
                        <a:cs typeface="Times New Roman"/>
                        <a:sym typeface="Times New Roman"/>
                      </a:endParaRPr>
                    </a:p>
                  </a:txBody>
                  <a:tcPr marT="76200" marB="76200" marR="76200" marL="76200" anchor="ct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t>22.5</a:t>
                      </a:r>
                      <a:endParaRPr sz="2000" u="none" cap="none" strike="noStrike">
                        <a:latin typeface="Times New Roman"/>
                        <a:ea typeface="Times New Roman"/>
                        <a:cs typeface="Times New Roman"/>
                        <a:sym typeface="Times New Roman"/>
                      </a:endParaRPr>
                    </a:p>
                  </a:txBody>
                  <a:tcPr marT="76200" marB="76200" marR="76200" marL="76200" anchor="ctr"/>
                </a:tc>
              </a:tr>
              <a:tr h="25400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 Số tiết thảo luận/bài tập/thực hành</a:t>
                      </a:r>
                      <a:endParaRPr sz="2000" u="none" cap="none" strike="noStrike">
                        <a:latin typeface="Times New Roman"/>
                        <a:ea typeface="Times New Roman"/>
                        <a:cs typeface="Times New Roman"/>
                        <a:sym typeface="Times New Roman"/>
                      </a:endParaRPr>
                    </a:p>
                  </a:txBody>
                  <a:tcPr marT="76200" marB="76200" marR="76200" marL="76200" anchor="ct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15</a:t>
                      </a:r>
                      <a:endParaRPr sz="1400" u="none" cap="none" strike="noStrike"/>
                    </a:p>
                  </a:txBody>
                  <a:tcPr marT="76200" marB="76200" marR="76200" marL="76200" anchor="ctr"/>
                </a:tc>
              </a:tr>
              <a:tr h="25400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 Số tiết tự học</a:t>
                      </a:r>
                      <a:endParaRPr sz="2000" u="none" cap="none" strike="noStrike">
                        <a:latin typeface="Times New Roman"/>
                        <a:ea typeface="Times New Roman"/>
                        <a:cs typeface="Times New Roman"/>
                        <a:sym typeface="Times New Roman"/>
                      </a:endParaRPr>
                    </a:p>
                  </a:txBody>
                  <a:tcPr marT="76200" marB="76200" marR="76200" marL="76200" anchor="ct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t>60</a:t>
                      </a:r>
                      <a:endParaRPr sz="2000" u="none" cap="none" strike="noStrike">
                        <a:latin typeface="Times New Roman"/>
                        <a:ea typeface="Times New Roman"/>
                        <a:cs typeface="Times New Roman"/>
                        <a:sym typeface="Times New Roman"/>
                      </a:endParaRPr>
                    </a:p>
                  </a:txBody>
                  <a:tcPr marT="76200" marB="76200" marR="76200" marL="76200" anchor="ctr"/>
                </a:tc>
              </a:tr>
              <a:tr h="25400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Số bài kiểm tra</a:t>
                      </a:r>
                      <a:endParaRPr sz="2000" u="none" cap="none" strike="noStrike">
                        <a:latin typeface="Times New Roman"/>
                        <a:ea typeface="Times New Roman"/>
                        <a:cs typeface="Times New Roman"/>
                        <a:sym typeface="Times New Roman"/>
                      </a:endParaRPr>
                    </a:p>
                  </a:txBody>
                  <a:tcPr marT="76200" marB="76200" marR="76200" marL="76200" anchor="ct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t>1 (1 LT, 1 TH)</a:t>
                      </a:r>
                      <a:endParaRPr sz="2000" u="none" cap="none" strike="noStrike">
                        <a:latin typeface="Times New Roman"/>
                        <a:ea typeface="Times New Roman"/>
                        <a:cs typeface="Times New Roman"/>
                        <a:sym typeface="Times New Roman"/>
                      </a:endParaRPr>
                    </a:p>
                  </a:txBody>
                  <a:tcPr marT="76200" marB="76200" marR="76200" marL="76200" anchor="ctr"/>
                </a:tc>
              </a:tr>
            </a:tbl>
          </a:graphicData>
        </a:graphic>
      </p:graphicFrame>
      <p:sp>
        <p:nvSpPr>
          <p:cNvPr id="105" name="Google Shape;105;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3"/>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1" name="Google Shape;111;p3"/>
          <p:cNvSpPr txBox="1"/>
          <p:nvPr>
            <p:ph type="title"/>
          </p:nvPr>
        </p:nvSpPr>
        <p:spPr>
          <a:xfrm>
            <a:off x="838200" y="365125"/>
            <a:ext cx="10515600" cy="549275"/>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100000"/>
              <a:buFont typeface="Calibri"/>
              <a:buNone/>
            </a:pPr>
            <a:r>
              <a:rPr b="1" lang="en-US">
                <a:solidFill>
                  <a:schemeClr val="lt1"/>
                </a:solidFill>
                <a:latin typeface="Calibri"/>
                <a:ea typeface="Calibri"/>
                <a:cs typeface="Calibri"/>
                <a:sym typeface="Calibri"/>
              </a:rPr>
              <a:t>GIỚI THIỆU CHUNG HỌC PHẦN</a:t>
            </a:r>
            <a:endParaRPr/>
          </a:p>
        </p:txBody>
      </p:sp>
      <p:sp>
        <p:nvSpPr>
          <p:cNvPr id="112" name="Google Shape;112;p3"/>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3" name="Google Shape;113;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SzPts val="1200"/>
              <a:buNone/>
            </a:pPr>
            <a:fld id="{00000000-1234-1234-1234-123412341234}" type="slidenum">
              <a:rPr lang="en-US"/>
              <a:t>‹#›</a:t>
            </a:fld>
            <a:endParaRPr/>
          </a:p>
        </p:txBody>
      </p:sp>
      <p:graphicFrame>
        <p:nvGraphicFramePr>
          <p:cNvPr id="114" name="Google Shape;114;p3"/>
          <p:cNvGraphicFramePr/>
          <p:nvPr/>
        </p:nvGraphicFramePr>
        <p:xfrm>
          <a:off x="862584" y="2209800"/>
          <a:ext cx="3000000" cy="3000000"/>
        </p:xfrm>
        <a:graphic>
          <a:graphicData uri="http://schemas.openxmlformats.org/drawingml/2006/table">
            <a:tbl>
              <a:tblPr bandRow="1" firstCol="1" firstRow="1">
                <a:noFill/>
                <a:tableStyleId>{5C323075-4314-4EB2-9CAC-459D9B2DF269}</a:tableStyleId>
              </a:tblPr>
              <a:tblGrid>
                <a:gridCol w="2209800"/>
                <a:gridCol w="5995425"/>
                <a:gridCol w="2310375"/>
              </a:tblGrid>
              <a:tr h="304800">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t>Mục tiêu (MT)</a:t>
                      </a:r>
                      <a:endParaRPr sz="2400" u="none" cap="none" strike="noStrike">
                        <a:latin typeface="Times New Roman"/>
                        <a:ea typeface="Times New Roman"/>
                        <a:cs typeface="Times New Roman"/>
                        <a:sym typeface="Times New Roman"/>
                      </a:endParaRPr>
                    </a:p>
                  </a:txBody>
                  <a:tcPr marT="76200" marB="76200" marR="76200" marL="76200" anchor="ctr"/>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t>Miêu tả (mức độ tổng quát)</a:t>
                      </a:r>
                      <a:endParaRPr sz="2400" u="none" cap="none" strike="noStrike">
                        <a:latin typeface="Times New Roman"/>
                        <a:ea typeface="Times New Roman"/>
                        <a:cs typeface="Times New Roman"/>
                        <a:sym typeface="Times New Roman"/>
                      </a:endParaRPr>
                    </a:p>
                  </a:txBody>
                  <a:tcPr marT="76200" marB="76200" marR="76200" marL="76200" anchor="ctr"/>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t>CĐR của CTĐT cấp độ 2</a:t>
                      </a:r>
                      <a:endParaRPr sz="2400" u="none" cap="none" strike="noStrike">
                        <a:latin typeface="Times New Roman"/>
                        <a:ea typeface="Times New Roman"/>
                        <a:cs typeface="Times New Roman"/>
                        <a:sym typeface="Times New Roman"/>
                      </a:endParaRPr>
                    </a:p>
                  </a:txBody>
                  <a:tcPr marT="76200" marB="76200" marR="76200" marL="76200" anchor="ctr"/>
                </a:tc>
              </a:tr>
              <a:tr h="304800">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t>MT1</a:t>
                      </a:r>
                      <a:endParaRPr sz="2400" u="none" cap="none" strike="noStrike">
                        <a:latin typeface="Times New Roman"/>
                        <a:ea typeface="Times New Roman"/>
                        <a:cs typeface="Times New Roman"/>
                        <a:sym typeface="Times New Roman"/>
                      </a:endParaRPr>
                    </a:p>
                  </a:txBody>
                  <a:tcPr marT="76200" marB="76200" marR="76200" marL="76200" anchor="ctr"/>
                </a:tc>
                <a:tc>
                  <a:txBody>
                    <a:bodyPr/>
                    <a:lstStyle/>
                    <a:p>
                      <a:pPr indent="0" lvl="0" marL="0" marR="0" rtl="0" algn="just">
                        <a:lnSpc>
                          <a:spcPct val="100000"/>
                        </a:lnSpc>
                        <a:spcBef>
                          <a:spcPts val="0"/>
                        </a:spcBef>
                        <a:spcAft>
                          <a:spcPts val="0"/>
                        </a:spcAft>
                        <a:buClr>
                          <a:srgbClr val="000000"/>
                        </a:buClr>
                        <a:buSzPts val="2400"/>
                        <a:buFont typeface="Arial"/>
                        <a:buNone/>
                      </a:pPr>
                      <a:r>
                        <a:rPr lang="en-US" sz="2400" u="none" cap="none" strike="noStrike"/>
                        <a:t>Nắm được các kiến thức chuyên ngành về hệ thống phân tán bao gồm: mô hình client/server, các giải thuật phân tán, truyền thông, tiến trình, định danh, đồng bộ hóa trong hệ phân tán.</a:t>
                      </a:r>
                      <a:endParaRPr sz="2400" u="none" cap="none" strike="noStrike">
                        <a:latin typeface="Times New Roman"/>
                        <a:ea typeface="Times New Roman"/>
                        <a:cs typeface="Times New Roman"/>
                        <a:sym typeface="Times New Roman"/>
                      </a:endParaRPr>
                    </a:p>
                  </a:txBody>
                  <a:tcPr marT="76200" marB="76200" marR="76200" marL="76200" anchor="ctr"/>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t>1.3</a:t>
                      </a:r>
                      <a:endParaRPr sz="2400" u="none" cap="none" strike="noStrike">
                        <a:latin typeface="Times New Roman"/>
                        <a:ea typeface="Times New Roman"/>
                        <a:cs typeface="Times New Roman"/>
                        <a:sym typeface="Times New Roman"/>
                      </a:endParaRPr>
                    </a:p>
                  </a:txBody>
                  <a:tcPr marT="76200" marB="76200" marR="76200" marL="76200" anchor="ctr"/>
                </a:tc>
              </a:tr>
              <a:tr h="304800">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t>MT3</a:t>
                      </a:r>
                      <a:endParaRPr sz="2400" u="none" cap="none" strike="noStrike">
                        <a:latin typeface="Times New Roman"/>
                        <a:ea typeface="Times New Roman"/>
                        <a:cs typeface="Times New Roman"/>
                        <a:sym typeface="Times New Roman"/>
                      </a:endParaRPr>
                    </a:p>
                  </a:txBody>
                  <a:tcPr marT="76200" marB="76200" marR="76200" marL="76200" anchor="ctr"/>
                </a:tc>
                <a:tc>
                  <a:txBody>
                    <a:bodyPr/>
                    <a:lstStyle/>
                    <a:p>
                      <a:pPr indent="0" lvl="0" marL="0" marR="0" rtl="0" algn="just">
                        <a:lnSpc>
                          <a:spcPct val="100000"/>
                        </a:lnSpc>
                        <a:spcBef>
                          <a:spcPts val="0"/>
                        </a:spcBef>
                        <a:spcAft>
                          <a:spcPts val="0"/>
                        </a:spcAft>
                        <a:buClr>
                          <a:srgbClr val="000000"/>
                        </a:buClr>
                        <a:buSzPts val="2400"/>
                        <a:buFont typeface="Arial"/>
                        <a:buNone/>
                      </a:pPr>
                      <a:r>
                        <a:rPr lang="en-US" sz="2400" u="none" cap="none" strike="noStrike"/>
                        <a:t>Có khả năng làm việc nhóm, tổ chức nhóm </a:t>
                      </a:r>
                      <a:endParaRPr sz="2400" u="none" cap="none" strike="noStrike">
                        <a:latin typeface="Times New Roman"/>
                        <a:ea typeface="Times New Roman"/>
                        <a:cs typeface="Times New Roman"/>
                        <a:sym typeface="Times New Roman"/>
                      </a:endParaRPr>
                    </a:p>
                  </a:txBody>
                  <a:tcPr marT="76200" marB="76200" marR="76200" marL="76200" anchor="ctr"/>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t>3.1</a:t>
                      </a:r>
                      <a:endParaRPr sz="2400" u="none" cap="none" strike="noStrike">
                        <a:latin typeface="Times New Roman"/>
                        <a:ea typeface="Times New Roman"/>
                        <a:cs typeface="Times New Roman"/>
                        <a:sym typeface="Times New Roman"/>
                      </a:endParaRPr>
                    </a:p>
                  </a:txBody>
                  <a:tcPr marT="76200" marB="76200" marR="76200" marL="76200" anchor="ct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4"/>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0" name="Google Shape;120;p4"/>
          <p:cNvSpPr txBox="1"/>
          <p:nvPr>
            <p:ph type="title"/>
          </p:nvPr>
        </p:nvSpPr>
        <p:spPr>
          <a:xfrm>
            <a:off x="838200" y="365125"/>
            <a:ext cx="10515600" cy="549275"/>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100000"/>
              <a:buFont typeface="Calibri"/>
              <a:buNone/>
            </a:pPr>
            <a:r>
              <a:rPr b="1" lang="en-US">
                <a:solidFill>
                  <a:schemeClr val="lt1"/>
                </a:solidFill>
                <a:latin typeface="Calibri"/>
                <a:ea typeface="Calibri"/>
                <a:cs typeface="Calibri"/>
                <a:sym typeface="Calibri"/>
              </a:rPr>
              <a:t>GIỚI THIỆU CHUNG HỌC PHẦN</a:t>
            </a:r>
            <a:endParaRPr/>
          </a:p>
        </p:txBody>
      </p:sp>
      <p:sp>
        <p:nvSpPr>
          <p:cNvPr id="121" name="Google Shape;121;p4"/>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2" name="Google Shape;12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SzPts val="1200"/>
              <a:buNone/>
            </a:pPr>
            <a:fld id="{00000000-1234-1234-1234-123412341234}" type="slidenum">
              <a:rPr lang="en-US"/>
              <a:t>‹#›</a:t>
            </a:fld>
            <a:endParaRPr/>
          </a:p>
        </p:txBody>
      </p:sp>
      <p:sp>
        <p:nvSpPr>
          <p:cNvPr id="123" name="Google Shape;123;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None/>
            </a:pPr>
            <a:r>
              <a:rPr b="1" lang="en-US" sz="3200">
                <a:latin typeface="Calibri"/>
                <a:ea typeface="Calibri"/>
                <a:cs typeface="Calibri"/>
                <a:sym typeface="Calibri"/>
              </a:rPr>
              <a:t>1. Tổng quan và Kiến trúc</a:t>
            </a:r>
            <a:endParaRPr/>
          </a:p>
          <a:p>
            <a:pPr indent="0" lvl="0" marL="0" rtl="0" algn="l">
              <a:lnSpc>
                <a:spcPct val="90000"/>
              </a:lnSpc>
              <a:spcBef>
                <a:spcPts val="1000"/>
              </a:spcBef>
              <a:spcAft>
                <a:spcPts val="0"/>
              </a:spcAft>
              <a:buClr>
                <a:schemeClr val="dk1"/>
              </a:buClr>
              <a:buSzPts val="3200"/>
              <a:buNone/>
            </a:pPr>
            <a:r>
              <a:rPr b="1" lang="en-US" sz="3200">
                <a:latin typeface="Calibri"/>
                <a:ea typeface="Calibri"/>
                <a:cs typeface="Calibri"/>
                <a:sym typeface="Calibri"/>
              </a:rPr>
              <a:t>2. Tiến trình và Trao đổi thông tin trong Hệ phân tán</a:t>
            </a:r>
            <a:endParaRPr/>
          </a:p>
          <a:p>
            <a:pPr indent="0" lvl="0" marL="0" rtl="0" algn="l">
              <a:lnSpc>
                <a:spcPct val="90000"/>
              </a:lnSpc>
              <a:spcBef>
                <a:spcPts val="1000"/>
              </a:spcBef>
              <a:spcAft>
                <a:spcPts val="0"/>
              </a:spcAft>
              <a:buClr>
                <a:schemeClr val="dk1"/>
              </a:buClr>
              <a:buSzPts val="3200"/>
              <a:buNone/>
            </a:pPr>
            <a:r>
              <a:rPr b="1" lang="en-US" sz="3200">
                <a:latin typeface="Calibri"/>
                <a:ea typeface="Calibri"/>
                <a:cs typeface="Calibri"/>
                <a:sym typeface="Calibri"/>
              </a:rPr>
              <a:t>3. Định danh</a:t>
            </a:r>
            <a:endParaRPr/>
          </a:p>
          <a:p>
            <a:pPr indent="0" lvl="0" marL="0" rtl="0" algn="l">
              <a:lnSpc>
                <a:spcPct val="90000"/>
              </a:lnSpc>
              <a:spcBef>
                <a:spcPts val="1000"/>
              </a:spcBef>
              <a:spcAft>
                <a:spcPts val="0"/>
              </a:spcAft>
              <a:buClr>
                <a:schemeClr val="dk1"/>
              </a:buClr>
              <a:buSzPts val="3200"/>
              <a:buNone/>
            </a:pPr>
            <a:r>
              <a:rPr b="1" lang="en-US" sz="3200">
                <a:latin typeface="Calibri"/>
                <a:ea typeface="Calibri"/>
                <a:cs typeface="Calibri"/>
                <a:sym typeface="Calibri"/>
              </a:rPr>
              <a:t>4. Đồng bộ hóa</a:t>
            </a:r>
            <a:endParaRPr/>
          </a:p>
          <a:p>
            <a:pPr indent="0" lvl="0" marL="0" rtl="0" algn="l">
              <a:lnSpc>
                <a:spcPct val="90000"/>
              </a:lnSpc>
              <a:spcBef>
                <a:spcPts val="1000"/>
              </a:spcBef>
              <a:spcAft>
                <a:spcPts val="0"/>
              </a:spcAft>
              <a:buClr>
                <a:schemeClr val="dk1"/>
              </a:buClr>
              <a:buSzPts val="3200"/>
              <a:buNone/>
            </a:pPr>
            <a:r>
              <a:rPr b="1" lang="en-US" sz="3200">
                <a:latin typeface="Calibri"/>
                <a:ea typeface="Calibri"/>
                <a:cs typeface="Calibri"/>
                <a:sym typeface="Calibri"/>
              </a:rPr>
              <a:t>5. Sao lưu và Nhất quán</a:t>
            </a:r>
            <a:endParaRPr/>
          </a:p>
          <a:p>
            <a:pPr indent="0" lvl="0" marL="0" rtl="0" algn="l">
              <a:lnSpc>
                <a:spcPct val="90000"/>
              </a:lnSpc>
              <a:spcBef>
                <a:spcPts val="1000"/>
              </a:spcBef>
              <a:spcAft>
                <a:spcPts val="0"/>
              </a:spcAft>
              <a:buClr>
                <a:schemeClr val="dk1"/>
              </a:buClr>
              <a:buSzPts val="3200"/>
              <a:buNone/>
            </a:pPr>
            <a:r>
              <a:rPr b="1" lang="en-US" sz="3200">
                <a:latin typeface="Calibri"/>
                <a:ea typeface="Calibri"/>
                <a:cs typeface="Calibri"/>
                <a:sym typeface="Calibri"/>
              </a:rPr>
              <a:t>6. Chống chịu lỗi</a:t>
            </a:r>
            <a:endParaRPr b="1" sz="32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5"/>
          <p:cNvSpPr txBox="1"/>
          <p:nvPr/>
        </p:nvSpPr>
        <p:spPr>
          <a:xfrm>
            <a:off x="871728" y="1752600"/>
            <a:ext cx="7924800" cy="2607177"/>
          </a:xfrm>
          <a:prstGeom prst="rect">
            <a:avLst/>
          </a:prstGeom>
          <a:noFill/>
          <a:ln>
            <a:noFill/>
          </a:ln>
        </p:spPr>
        <p:txBody>
          <a:bodyPr anchorCtr="0" anchor="t" bIns="0" lIns="0" spcFirstLastPara="1" rIns="0" wrap="square" tIns="105450">
            <a:spAutoFit/>
          </a:bodyPr>
          <a:lstStyle/>
          <a:p>
            <a:pPr indent="-514350" lvl="0" marL="525300" marR="0" rtl="0" algn="l">
              <a:lnSpc>
                <a:spcPct val="100000"/>
              </a:lnSpc>
              <a:spcBef>
                <a:spcPts val="0"/>
              </a:spcBef>
              <a:spcAft>
                <a:spcPts val="0"/>
              </a:spcAft>
              <a:buClr>
                <a:srgbClr val="DD8047"/>
              </a:buClr>
              <a:buSzPts val="1680"/>
              <a:buFont typeface="Calibri"/>
              <a:buAutoNum type="arabicPeriod"/>
            </a:pPr>
            <a:r>
              <a:rPr b="1" i="0" lang="en-US" sz="2800" u="none" cap="none" strike="noStrike">
                <a:solidFill>
                  <a:schemeClr val="dk1"/>
                </a:solidFill>
                <a:latin typeface="Calibri"/>
                <a:ea typeface="Calibri"/>
                <a:cs typeface="Calibri"/>
                <a:sym typeface="Calibri"/>
              </a:rPr>
              <a:t>Định nghĩa</a:t>
            </a:r>
            <a:endParaRPr b="1" i="0" sz="2800" u="none" cap="none" strike="noStrike">
              <a:solidFill>
                <a:schemeClr val="dk1"/>
              </a:solidFill>
              <a:latin typeface="Calibri"/>
              <a:ea typeface="Calibri"/>
              <a:cs typeface="Calibri"/>
              <a:sym typeface="Calibri"/>
            </a:endParaRPr>
          </a:p>
          <a:p>
            <a:pPr indent="-514350" lvl="0" marL="525300" marR="0" rtl="0" algn="l">
              <a:lnSpc>
                <a:spcPct val="100000"/>
              </a:lnSpc>
              <a:spcBef>
                <a:spcPts val="740"/>
              </a:spcBef>
              <a:spcAft>
                <a:spcPts val="0"/>
              </a:spcAft>
              <a:buClr>
                <a:srgbClr val="DD8047"/>
              </a:buClr>
              <a:buSzPts val="1680"/>
              <a:buFont typeface="Calibri"/>
              <a:buAutoNum type="arabicPeriod"/>
            </a:pPr>
            <a:r>
              <a:rPr b="1" i="0" lang="en-US" sz="2800" u="none" cap="none" strike="noStrike">
                <a:solidFill>
                  <a:schemeClr val="dk1"/>
                </a:solidFill>
                <a:latin typeface="Calibri"/>
                <a:ea typeface="Calibri"/>
                <a:cs typeface="Calibri"/>
                <a:sym typeface="Calibri"/>
              </a:rPr>
              <a:t>Đặc điểm của hệ phân tán</a:t>
            </a:r>
            <a:endParaRPr b="1" i="0" sz="2800" u="none" cap="none" strike="noStrike">
              <a:solidFill>
                <a:schemeClr val="dk1"/>
              </a:solidFill>
              <a:latin typeface="Calibri"/>
              <a:ea typeface="Calibri"/>
              <a:cs typeface="Calibri"/>
              <a:sym typeface="Calibri"/>
            </a:endParaRPr>
          </a:p>
          <a:p>
            <a:pPr indent="-514350" lvl="0" marL="525300" marR="0" rtl="0" algn="l">
              <a:lnSpc>
                <a:spcPct val="100000"/>
              </a:lnSpc>
              <a:spcBef>
                <a:spcPts val="631"/>
              </a:spcBef>
              <a:spcAft>
                <a:spcPts val="0"/>
              </a:spcAft>
              <a:buClr>
                <a:srgbClr val="DD8047"/>
              </a:buClr>
              <a:buSzPts val="1680"/>
              <a:buFont typeface="Calibri"/>
              <a:buAutoNum type="arabicPeriod"/>
            </a:pPr>
            <a:r>
              <a:rPr b="1" i="0" lang="en-US" sz="2800" u="none" cap="none" strike="noStrike">
                <a:solidFill>
                  <a:schemeClr val="dk1"/>
                </a:solidFill>
                <a:latin typeface="Calibri"/>
                <a:ea typeface="Calibri"/>
                <a:cs typeface="Calibri"/>
                <a:sym typeface="Calibri"/>
              </a:rPr>
              <a:t>Thành phần của hệ phân tán</a:t>
            </a:r>
            <a:endParaRPr b="1" i="0" sz="2800" u="none" cap="none" strike="noStrike">
              <a:solidFill>
                <a:schemeClr val="dk1"/>
              </a:solidFill>
              <a:latin typeface="Calibri"/>
              <a:ea typeface="Calibri"/>
              <a:cs typeface="Calibri"/>
              <a:sym typeface="Calibri"/>
            </a:endParaRPr>
          </a:p>
          <a:p>
            <a:pPr indent="-514350" lvl="0" marL="525300" marR="0" rtl="0" algn="l">
              <a:lnSpc>
                <a:spcPct val="100000"/>
              </a:lnSpc>
              <a:spcBef>
                <a:spcPts val="722"/>
              </a:spcBef>
              <a:spcAft>
                <a:spcPts val="0"/>
              </a:spcAft>
              <a:buClr>
                <a:srgbClr val="DD8047"/>
              </a:buClr>
              <a:buSzPts val="1680"/>
              <a:buFont typeface="Calibri"/>
              <a:buAutoNum type="arabicPeriod"/>
            </a:pPr>
            <a:r>
              <a:rPr b="1" i="0" lang="en-US" sz="2800" u="none" cap="none" strike="noStrike">
                <a:solidFill>
                  <a:schemeClr val="dk1"/>
                </a:solidFill>
                <a:latin typeface="Calibri"/>
                <a:ea typeface="Calibri"/>
                <a:cs typeface="Calibri"/>
                <a:sym typeface="Calibri"/>
              </a:rPr>
              <a:t>Các loại hệ phân tán</a:t>
            </a:r>
            <a:endParaRPr b="1" i="0" sz="2800" u="none" cap="none" strike="noStrike">
              <a:solidFill>
                <a:schemeClr val="dk1"/>
              </a:solidFill>
              <a:latin typeface="Calibri"/>
              <a:ea typeface="Calibri"/>
              <a:cs typeface="Calibri"/>
              <a:sym typeface="Calibri"/>
            </a:endParaRPr>
          </a:p>
          <a:p>
            <a:pPr indent="-514350" lvl="0" marL="525300" marR="0" rtl="0" algn="l">
              <a:lnSpc>
                <a:spcPct val="100000"/>
              </a:lnSpc>
              <a:spcBef>
                <a:spcPts val="653"/>
              </a:spcBef>
              <a:spcAft>
                <a:spcPts val="0"/>
              </a:spcAft>
              <a:buClr>
                <a:srgbClr val="DD8047"/>
              </a:buClr>
              <a:buSzPts val="1680"/>
              <a:buFont typeface="Calibri"/>
              <a:buAutoNum type="arabicPeriod"/>
            </a:pPr>
            <a:r>
              <a:rPr b="1" i="0" lang="en-US" sz="2800" u="none" cap="none" strike="noStrike">
                <a:solidFill>
                  <a:schemeClr val="dk1"/>
                </a:solidFill>
                <a:latin typeface="Calibri"/>
                <a:ea typeface="Calibri"/>
                <a:cs typeface="Calibri"/>
                <a:sym typeface="Calibri"/>
              </a:rPr>
              <a:t>Các vấn đề cần nghiên cứu trong hệ phân tán</a:t>
            </a:r>
            <a:endParaRPr b="1" i="0" sz="2800" u="none" cap="none" strike="noStrike">
              <a:solidFill>
                <a:schemeClr val="dk1"/>
              </a:solidFill>
              <a:latin typeface="Calibri"/>
              <a:ea typeface="Calibri"/>
              <a:cs typeface="Calibri"/>
              <a:sym typeface="Calibri"/>
            </a:endParaRPr>
          </a:p>
        </p:txBody>
      </p:sp>
      <p:sp>
        <p:nvSpPr>
          <p:cNvPr id="129" name="Google Shape;129;p5"/>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0" name="Google Shape;130;p5"/>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i="0" lang="en-US" sz="4400" u="none" cap="none" strike="noStrike">
                <a:solidFill>
                  <a:schemeClr val="lt1"/>
                </a:solidFill>
                <a:latin typeface="Calibri"/>
                <a:ea typeface="Calibri"/>
                <a:cs typeface="Calibri"/>
                <a:sym typeface="Calibri"/>
              </a:rPr>
              <a:t>HỆ PHÂN TÁN</a:t>
            </a:r>
            <a:endParaRPr b="0" i="0" sz="1400" u="none" cap="none" strike="noStrike">
              <a:solidFill>
                <a:srgbClr val="000000"/>
              </a:solidFill>
              <a:latin typeface="Arial"/>
              <a:ea typeface="Arial"/>
              <a:cs typeface="Arial"/>
              <a:sym typeface="Arial"/>
            </a:endParaRPr>
          </a:p>
        </p:txBody>
      </p:sp>
      <p:sp>
        <p:nvSpPr>
          <p:cNvPr id="131" name="Google Shape;131;p5"/>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6"/>
          <p:cNvSpPr txBox="1"/>
          <p:nvPr/>
        </p:nvSpPr>
        <p:spPr>
          <a:xfrm>
            <a:off x="1011276" y="2000084"/>
            <a:ext cx="6227724" cy="1567635"/>
          </a:xfrm>
          <a:prstGeom prst="rect">
            <a:avLst/>
          </a:prstGeom>
          <a:noFill/>
          <a:ln>
            <a:noFill/>
          </a:ln>
        </p:spPr>
        <p:txBody>
          <a:bodyPr anchorCtr="0" anchor="t" bIns="0" lIns="0" spcFirstLastPara="1" rIns="0" wrap="square" tIns="94500">
            <a:spAutoFit/>
          </a:bodyPr>
          <a:lstStyle/>
          <a:p>
            <a:pPr indent="-584971" lvl="1" marL="595921" marR="0" rtl="0" algn="l">
              <a:lnSpc>
                <a:spcPct val="100000"/>
              </a:lnSpc>
              <a:spcBef>
                <a:spcPts val="0"/>
              </a:spcBef>
              <a:spcAft>
                <a:spcPts val="0"/>
              </a:spcAft>
              <a:buClr>
                <a:schemeClr val="dk1"/>
              </a:buClr>
              <a:buSzPts val="2800"/>
              <a:buFont typeface="Calibri"/>
              <a:buAutoNum type="arabicPeriod"/>
            </a:pPr>
            <a:r>
              <a:rPr b="1" i="0" lang="en-US" sz="2800" u="none" cap="none" strike="noStrike">
                <a:solidFill>
                  <a:schemeClr val="dk1"/>
                </a:solidFill>
                <a:latin typeface="Calibri"/>
                <a:ea typeface="Calibri"/>
                <a:cs typeface="Calibri"/>
                <a:sym typeface="Calibri"/>
              </a:rPr>
              <a:t>Lịch sử phát triển</a:t>
            </a:r>
            <a:endParaRPr b="1" i="0" sz="2800" u="none" cap="none" strike="noStrike">
              <a:solidFill>
                <a:schemeClr val="dk1"/>
              </a:solidFill>
              <a:latin typeface="Calibri"/>
              <a:ea typeface="Calibri"/>
              <a:cs typeface="Calibri"/>
              <a:sym typeface="Calibri"/>
            </a:endParaRPr>
          </a:p>
          <a:p>
            <a:pPr indent="-584971" lvl="1" marL="595921" marR="0" rtl="0" algn="l">
              <a:lnSpc>
                <a:spcPct val="100000"/>
              </a:lnSpc>
              <a:spcBef>
                <a:spcPts val="653"/>
              </a:spcBef>
              <a:spcAft>
                <a:spcPts val="0"/>
              </a:spcAft>
              <a:buClr>
                <a:schemeClr val="dk1"/>
              </a:buClr>
              <a:buSzPts val="2800"/>
              <a:buFont typeface="Calibri"/>
              <a:buAutoNum type="arabicPeriod"/>
            </a:pPr>
            <a:r>
              <a:rPr b="1" i="0" lang="en-US" sz="2800" u="none" cap="none" strike="noStrike">
                <a:solidFill>
                  <a:schemeClr val="dk1"/>
                </a:solidFill>
                <a:latin typeface="Calibri"/>
                <a:ea typeface="Calibri"/>
                <a:cs typeface="Calibri"/>
                <a:sym typeface="Calibri"/>
              </a:rPr>
              <a:t>Các định nghĩa</a:t>
            </a:r>
            <a:endParaRPr b="1" i="0" sz="2800" u="none" cap="none" strike="noStrike">
              <a:solidFill>
                <a:schemeClr val="dk1"/>
              </a:solidFill>
              <a:latin typeface="Calibri"/>
              <a:ea typeface="Calibri"/>
              <a:cs typeface="Calibri"/>
              <a:sym typeface="Calibri"/>
            </a:endParaRPr>
          </a:p>
          <a:p>
            <a:pPr indent="-578631" lvl="1" marL="589581" marR="0" rtl="0" algn="l">
              <a:lnSpc>
                <a:spcPct val="100000"/>
              </a:lnSpc>
              <a:spcBef>
                <a:spcPts val="740"/>
              </a:spcBef>
              <a:spcAft>
                <a:spcPts val="0"/>
              </a:spcAft>
              <a:buClr>
                <a:schemeClr val="dk1"/>
              </a:buClr>
              <a:buSzPts val="2800"/>
              <a:buFont typeface="Calibri"/>
              <a:buAutoNum type="arabicPeriod"/>
            </a:pPr>
            <a:r>
              <a:rPr b="1" i="0" lang="en-US" sz="2800" u="none" cap="none" strike="noStrike">
                <a:solidFill>
                  <a:schemeClr val="dk1"/>
                </a:solidFill>
                <a:latin typeface="Calibri"/>
                <a:ea typeface="Calibri"/>
                <a:cs typeface="Calibri"/>
                <a:sym typeface="Calibri"/>
              </a:rPr>
              <a:t>Ví dụ</a:t>
            </a:r>
            <a:endParaRPr b="1" i="0" sz="2800" u="none" cap="none" strike="noStrike">
              <a:solidFill>
                <a:schemeClr val="dk1"/>
              </a:solidFill>
              <a:latin typeface="Calibri"/>
              <a:ea typeface="Calibri"/>
              <a:cs typeface="Calibri"/>
              <a:sym typeface="Calibri"/>
            </a:endParaRPr>
          </a:p>
        </p:txBody>
      </p:sp>
      <p:sp>
        <p:nvSpPr>
          <p:cNvPr id="137" name="Google Shape;137;p6"/>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8" name="Google Shape;138;p6"/>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i="0" lang="en-US" sz="4400" u="none" cap="none" strike="noStrike">
                <a:solidFill>
                  <a:schemeClr val="lt1"/>
                </a:solidFill>
                <a:latin typeface="Calibri"/>
                <a:ea typeface="Calibri"/>
                <a:cs typeface="Calibri"/>
                <a:sym typeface="Calibri"/>
              </a:rPr>
              <a:t>1. Định nghĩa</a:t>
            </a:r>
            <a:endParaRPr b="1" i="0" sz="4400" u="none" cap="none" strike="noStrike">
              <a:solidFill>
                <a:schemeClr val="lt1"/>
              </a:solidFill>
              <a:latin typeface="Calibri"/>
              <a:ea typeface="Calibri"/>
              <a:cs typeface="Calibri"/>
              <a:sym typeface="Calibri"/>
            </a:endParaRPr>
          </a:p>
        </p:txBody>
      </p:sp>
      <p:sp>
        <p:nvSpPr>
          <p:cNvPr id="139" name="Google Shape;139;p6"/>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7"/>
          <p:cNvSpPr txBox="1"/>
          <p:nvPr>
            <p:ph type="title"/>
          </p:nvPr>
        </p:nvSpPr>
        <p:spPr>
          <a:xfrm>
            <a:off x="838200" y="1531565"/>
            <a:ext cx="10707624" cy="604613"/>
          </a:xfrm>
          <a:prstGeom prst="rect">
            <a:avLst/>
          </a:prstGeom>
          <a:noFill/>
          <a:ln>
            <a:noFill/>
          </a:ln>
        </p:spPr>
        <p:txBody>
          <a:bodyPr anchorCtr="0" anchor="ctr" bIns="0" lIns="0" spcFirstLastPara="1" rIns="0" wrap="square" tIns="2875">
            <a:spAutoFit/>
          </a:bodyPr>
          <a:lstStyle/>
          <a:p>
            <a:pPr indent="0" lvl="0" marL="11527" marR="4611" rtl="0" algn="l">
              <a:lnSpc>
                <a:spcPct val="101499"/>
              </a:lnSpc>
              <a:spcBef>
                <a:spcPts val="0"/>
              </a:spcBef>
              <a:spcAft>
                <a:spcPts val="0"/>
              </a:spcAft>
              <a:buClr>
                <a:schemeClr val="dk1"/>
              </a:buClr>
              <a:buSzPts val="4000"/>
              <a:buFont typeface="Calibri"/>
              <a:buNone/>
            </a:pPr>
            <a:r>
              <a:rPr lang="en-US" sz="4000"/>
              <a:t>1.1. Lịch sử phát triển của các hệ  thống máy tính</a:t>
            </a:r>
            <a:endParaRPr/>
          </a:p>
        </p:txBody>
      </p:sp>
      <p:sp>
        <p:nvSpPr>
          <p:cNvPr id="145" name="Google Shape;145;p7"/>
          <p:cNvSpPr txBox="1"/>
          <p:nvPr/>
        </p:nvSpPr>
        <p:spPr>
          <a:xfrm>
            <a:off x="1143000" y="2272076"/>
            <a:ext cx="10210800" cy="4226895"/>
          </a:xfrm>
          <a:prstGeom prst="rect">
            <a:avLst/>
          </a:prstGeom>
          <a:noFill/>
          <a:ln>
            <a:noFill/>
          </a:ln>
        </p:spPr>
        <p:txBody>
          <a:bodyPr anchorCtr="0" anchor="t" bIns="0" lIns="0" spcFirstLastPara="1" rIns="0" wrap="square" tIns="11525">
            <a:spAutoFit/>
          </a:bodyPr>
          <a:lstStyle/>
          <a:p>
            <a:pPr indent="-300841" lvl="0" marL="311792" marR="0" rtl="0" algn="l">
              <a:lnSpc>
                <a:spcPct val="100000"/>
              </a:lnSpc>
              <a:spcBef>
                <a:spcPts val="0"/>
              </a:spcBef>
              <a:spcAft>
                <a:spcPts val="0"/>
              </a:spcAft>
              <a:buClr>
                <a:srgbClr val="DD8047"/>
              </a:buClr>
              <a:buSzPts val="1543"/>
              <a:buFont typeface="Noto Sans Symbols"/>
              <a:buChar char="◻"/>
            </a:pPr>
            <a:r>
              <a:rPr b="0" i="0" lang="en-US" sz="2541" u="none" cap="none" strike="noStrike">
                <a:solidFill>
                  <a:schemeClr val="dk1"/>
                </a:solidFill>
                <a:latin typeface="Calibri"/>
                <a:ea typeface="Calibri"/>
                <a:cs typeface="Calibri"/>
                <a:sym typeface="Calibri"/>
              </a:rPr>
              <a:t>Lịch sử phát triển các hệ thống máy tính</a:t>
            </a:r>
            <a:endParaRPr b="0" i="0" sz="2541" u="none" cap="none" strike="noStrike">
              <a:solidFill>
                <a:schemeClr val="dk1"/>
              </a:solidFill>
              <a:latin typeface="Calibri"/>
              <a:ea typeface="Calibri"/>
              <a:cs typeface="Calibri"/>
              <a:sym typeface="Calibri"/>
            </a:endParaRPr>
          </a:p>
          <a:p>
            <a:pPr indent="-258193" lvl="1" marL="612635" marR="0" rtl="0" algn="l">
              <a:lnSpc>
                <a:spcPct val="100000"/>
              </a:lnSpc>
              <a:spcBef>
                <a:spcPts val="32"/>
              </a:spcBef>
              <a:spcAft>
                <a:spcPts val="0"/>
              </a:spcAft>
              <a:buClr>
                <a:srgbClr val="94B6D2"/>
              </a:buClr>
              <a:buSzPts val="1543"/>
              <a:buFont typeface="Arial"/>
              <a:buChar char="¤"/>
            </a:pPr>
            <a:r>
              <a:rPr b="0" i="0" lang="en-US" sz="2269" u="none" cap="none" strike="noStrike">
                <a:solidFill>
                  <a:schemeClr val="dk1"/>
                </a:solidFill>
                <a:latin typeface="Calibri"/>
                <a:ea typeface="Calibri"/>
                <a:cs typeface="Calibri"/>
                <a:sym typeface="Calibri"/>
              </a:rPr>
              <a:t>Thế hệ máy tính thứ nhất (1945 – 1956)</a:t>
            </a:r>
            <a:endParaRPr b="0" i="0" sz="2269" u="none" cap="none" strike="noStrike">
              <a:solidFill>
                <a:schemeClr val="dk1"/>
              </a:solidFill>
              <a:latin typeface="Calibri"/>
              <a:ea typeface="Calibri"/>
              <a:cs typeface="Calibri"/>
              <a:sym typeface="Calibri"/>
            </a:endParaRPr>
          </a:p>
          <a:p>
            <a:pPr indent="-214969" lvl="2" marL="870252" marR="0" rtl="0" algn="l">
              <a:lnSpc>
                <a:spcPct val="119338"/>
              </a:lnSpc>
              <a:spcBef>
                <a:spcPts val="14"/>
              </a:spcBef>
              <a:spcAft>
                <a:spcPts val="0"/>
              </a:spcAft>
              <a:buClr>
                <a:srgbClr val="DD8047"/>
              </a:buClr>
              <a:buSzPts val="1452"/>
              <a:buFont typeface="Noto Sans Symbols"/>
              <a:buChar char="■"/>
            </a:pPr>
            <a:r>
              <a:rPr b="0" i="0" lang="en-US" sz="1995" u="none" cap="none" strike="noStrike">
                <a:solidFill>
                  <a:schemeClr val="dk1"/>
                </a:solidFill>
                <a:latin typeface="Calibri"/>
                <a:ea typeface="Calibri"/>
                <a:cs typeface="Calibri"/>
                <a:sym typeface="Calibri"/>
              </a:rPr>
              <a:t>Bóng đèn chân không</a:t>
            </a:r>
            <a:endParaRPr b="0" i="0" sz="1995" u="none" cap="none" strike="noStrike">
              <a:solidFill>
                <a:schemeClr val="dk1"/>
              </a:solidFill>
              <a:latin typeface="Calibri"/>
              <a:ea typeface="Calibri"/>
              <a:cs typeface="Calibri"/>
              <a:sym typeface="Calibri"/>
            </a:endParaRPr>
          </a:p>
          <a:p>
            <a:pPr indent="-214969" lvl="2" marL="870252" marR="0" rtl="0" algn="l">
              <a:lnSpc>
                <a:spcPct val="119375"/>
              </a:lnSpc>
              <a:spcBef>
                <a:spcPts val="0"/>
              </a:spcBef>
              <a:spcAft>
                <a:spcPts val="0"/>
              </a:spcAft>
              <a:buClr>
                <a:srgbClr val="DD8047"/>
              </a:buClr>
              <a:buSzPts val="1633"/>
              <a:buFont typeface="Noto Sans Symbols"/>
              <a:buChar char="■"/>
            </a:pPr>
            <a:r>
              <a:rPr b="0" i="0" lang="en-US" sz="2178" u="none" cap="none" strike="noStrike">
                <a:solidFill>
                  <a:schemeClr val="dk1"/>
                </a:solidFill>
                <a:latin typeface="Calibri"/>
                <a:ea typeface="Calibri"/>
                <a:cs typeface="Calibri"/>
                <a:sym typeface="Calibri"/>
              </a:rPr>
              <a:t>ENIAC (Electronic Numerical Integrator And Computer)</a:t>
            </a:r>
            <a:endParaRPr b="0" i="0" sz="2178" u="none" cap="none" strike="noStrike">
              <a:solidFill>
                <a:schemeClr val="dk1"/>
              </a:solidFill>
              <a:latin typeface="Calibri"/>
              <a:ea typeface="Calibri"/>
              <a:cs typeface="Calibri"/>
              <a:sym typeface="Calibri"/>
            </a:endParaRPr>
          </a:p>
          <a:p>
            <a:pPr indent="-258193" lvl="1" marL="612635" marR="0" rtl="0" algn="l">
              <a:lnSpc>
                <a:spcPct val="119612"/>
              </a:lnSpc>
              <a:spcBef>
                <a:spcPts val="18"/>
              </a:spcBef>
              <a:spcAft>
                <a:spcPts val="0"/>
              </a:spcAft>
              <a:buClr>
                <a:srgbClr val="94B6D2"/>
              </a:buClr>
              <a:buSzPts val="1543"/>
              <a:buFont typeface="Arial"/>
              <a:buChar char="¤"/>
            </a:pPr>
            <a:r>
              <a:rPr b="0" i="0" lang="en-US" sz="2269" u="none" cap="none" strike="noStrike">
                <a:solidFill>
                  <a:schemeClr val="dk1"/>
                </a:solidFill>
                <a:latin typeface="Calibri"/>
                <a:ea typeface="Calibri"/>
                <a:cs typeface="Calibri"/>
                <a:sym typeface="Calibri"/>
              </a:rPr>
              <a:t>Thế hệ thứ hai (1958-1964)</a:t>
            </a:r>
            <a:endParaRPr b="0" i="0" sz="2269" u="none" cap="none" strike="noStrike">
              <a:solidFill>
                <a:schemeClr val="dk1"/>
              </a:solidFill>
              <a:latin typeface="Calibri"/>
              <a:ea typeface="Calibri"/>
              <a:cs typeface="Calibri"/>
              <a:sym typeface="Calibri"/>
            </a:endParaRPr>
          </a:p>
          <a:p>
            <a:pPr indent="-214969" lvl="2" marL="870252" marR="0" rtl="0" algn="l">
              <a:lnSpc>
                <a:spcPct val="119605"/>
              </a:lnSpc>
              <a:spcBef>
                <a:spcPts val="0"/>
              </a:spcBef>
              <a:spcAft>
                <a:spcPts val="0"/>
              </a:spcAft>
              <a:buClr>
                <a:srgbClr val="DD8047"/>
              </a:buClr>
              <a:buSzPts val="1633"/>
              <a:buFont typeface="Noto Sans Symbols"/>
              <a:buChar char="■"/>
            </a:pPr>
            <a:r>
              <a:rPr b="0" i="0" lang="en-US" sz="2178" u="none" cap="none" strike="noStrike">
                <a:solidFill>
                  <a:schemeClr val="dk1"/>
                </a:solidFill>
                <a:latin typeface="Calibri"/>
                <a:ea typeface="Calibri"/>
                <a:cs typeface="Calibri"/>
                <a:sym typeface="Calibri"/>
              </a:rPr>
              <a:t>Transistor</a:t>
            </a:r>
            <a:endParaRPr b="0" i="0" sz="2178" u="none" cap="none" strike="noStrike">
              <a:solidFill>
                <a:schemeClr val="dk1"/>
              </a:solidFill>
              <a:latin typeface="Calibri"/>
              <a:ea typeface="Calibri"/>
              <a:cs typeface="Calibri"/>
              <a:sym typeface="Calibri"/>
            </a:endParaRPr>
          </a:p>
          <a:p>
            <a:pPr indent="0" lvl="0" marL="354440" marR="0" rtl="0" algn="l">
              <a:lnSpc>
                <a:spcPct val="118201"/>
              </a:lnSpc>
              <a:spcBef>
                <a:spcPts val="18"/>
              </a:spcBef>
              <a:spcAft>
                <a:spcPts val="0"/>
              </a:spcAft>
              <a:buClr>
                <a:srgbClr val="000000"/>
              </a:buClr>
              <a:buSzPts val="1543"/>
              <a:buFont typeface="Arial"/>
              <a:buNone/>
            </a:pPr>
            <a:r>
              <a:rPr b="0" i="0" lang="en-US" sz="1543" u="none" cap="none" strike="noStrike">
                <a:solidFill>
                  <a:srgbClr val="94B6D2"/>
                </a:solidFill>
                <a:latin typeface="Calibri"/>
                <a:ea typeface="Calibri"/>
                <a:cs typeface="Calibri"/>
                <a:sym typeface="Calibri"/>
              </a:rPr>
              <a:t>¤ </a:t>
            </a:r>
            <a:r>
              <a:rPr b="0" i="0" lang="en-US" sz="2269" u="none" cap="none" strike="noStrike">
                <a:solidFill>
                  <a:schemeClr val="dk1"/>
                </a:solidFill>
                <a:latin typeface="Calibri"/>
                <a:ea typeface="Calibri"/>
                <a:cs typeface="Calibri"/>
                <a:sym typeface="Calibri"/>
              </a:rPr>
              <a:t>Thế hệ thứ ba (1965-1971)</a:t>
            </a:r>
            <a:endParaRPr b="0" i="0" sz="2269" u="none" cap="none" strike="noStrike">
              <a:solidFill>
                <a:schemeClr val="dk1"/>
              </a:solidFill>
              <a:latin typeface="Calibri"/>
              <a:ea typeface="Calibri"/>
              <a:cs typeface="Calibri"/>
              <a:sym typeface="Calibri"/>
            </a:endParaRPr>
          </a:p>
          <a:p>
            <a:pPr indent="-214969" lvl="2" marL="870252" marR="0" rtl="0" algn="l">
              <a:lnSpc>
                <a:spcPct val="118135"/>
              </a:lnSpc>
              <a:spcBef>
                <a:spcPts val="0"/>
              </a:spcBef>
              <a:spcAft>
                <a:spcPts val="0"/>
              </a:spcAft>
              <a:buClr>
                <a:srgbClr val="DD8047"/>
              </a:buClr>
              <a:buSzPts val="1633"/>
              <a:buFont typeface="Noto Sans Symbols"/>
              <a:buChar char="■"/>
            </a:pPr>
            <a:r>
              <a:rPr b="0" i="0" lang="en-US" sz="2178" u="none" cap="none" strike="noStrike">
                <a:solidFill>
                  <a:schemeClr val="dk1"/>
                </a:solidFill>
                <a:latin typeface="Calibri"/>
                <a:ea typeface="Calibri"/>
                <a:cs typeface="Calibri"/>
                <a:sym typeface="Calibri"/>
              </a:rPr>
              <a:t>IC: Integrated Circuit</a:t>
            </a:r>
            <a:endParaRPr b="0" i="0" sz="2178" u="none" cap="none" strike="noStrike">
              <a:solidFill>
                <a:schemeClr val="dk1"/>
              </a:solidFill>
              <a:latin typeface="Calibri"/>
              <a:ea typeface="Calibri"/>
              <a:cs typeface="Calibri"/>
              <a:sym typeface="Calibri"/>
            </a:endParaRPr>
          </a:p>
          <a:p>
            <a:pPr indent="-258193" lvl="1" marL="612635" marR="0" rtl="0" algn="l">
              <a:lnSpc>
                <a:spcPct val="118201"/>
              </a:lnSpc>
              <a:spcBef>
                <a:spcPts val="18"/>
              </a:spcBef>
              <a:spcAft>
                <a:spcPts val="0"/>
              </a:spcAft>
              <a:buClr>
                <a:srgbClr val="94B6D2"/>
              </a:buClr>
              <a:buSzPts val="1543"/>
              <a:buFont typeface="Arial"/>
              <a:buChar char="¤"/>
            </a:pPr>
            <a:r>
              <a:rPr b="0" i="0" lang="en-US" sz="2269" u="none" cap="none" strike="noStrike">
                <a:solidFill>
                  <a:schemeClr val="dk1"/>
                </a:solidFill>
                <a:latin typeface="Calibri"/>
                <a:ea typeface="Calibri"/>
                <a:cs typeface="Calibri"/>
                <a:sym typeface="Calibri"/>
              </a:rPr>
              <a:t>Thế hệ thứ tư (1972-ngày nay)</a:t>
            </a:r>
            <a:endParaRPr b="0" i="0" sz="2269" u="none" cap="none" strike="noStrike">
              <a:solidFill>
                <a:schemeClr val="dk1"/>
              </a:solidFill>
              <a:latin typeface="Calibri"/>
              <a:ea typeface="Calibri"/>
              <a:cs typeface="Calibri"/>
              <a:sym typeface="Calibri"/>
            </a:endParaRPr>
          </a:p>
          <a:p>
            <a:pPr indent="-214969" lvl="2" marL="870252" marR="0" rtl="0" algn="l">
              <a:lnSpc>
                <a:spcPct val="118135"/>
              </a:lnSpc>
              <a:spcBef>
                <a:spcPts val="0"/>
              </a:spcBef>
              <a:spcAft>
                <a:spcPts val="0"/>
              </a:spcAft>
              <a:buClr>
                <a:srgbClr val="DD8047"/>
              </a:buClr>
              <a:buSzPts val="1633"/>
              <a:buFont typeface="Noto Sans Symbols"/>
              <a:buChar char="■"/>
            </a:pPr>
            <a:r>
              <a:rPr b="0" i="0" lang="en-US" sz="2178" u="none" cap="none" strike="noStrike">
                <a:solidFill>
                  <a:schemeClr val="dk1"/>
                </a:solidFill>
                <a:latin typeface="Calibri"/>
                <a:ea typeface="Calibri"/>
                <a:cs typeface="Calibri"/>
                <a:sym typeface="Calibri"/>
              </a:rPr>
              <a:t>VLSI: Very Large Scale Integration</a:t>
            </a:r>
            <a:endParaRPr b="0" i="0" sz="2178" u="none" cap="none" strike="noStrike">
              <a:solidFill>
                <a:schemeClr val="dk1"/>
              </a:solidFill>
              <a:latin typeface="Calibri"/>
              <a:ea typeface="Calibri"/>
              <a:cs typeface="Calibri"/>
              <a:sym typeface="Calibri"/>
            </a:endParaRPr>
          </a:p>
          <a:p>
            <a:pPr indent="-300841" lvl="0" marL="311792" marR="0" rtl="0" algn="l">
              <a:lnSpc>
                <a:spcPct val="100000"/>
              </a:lnSpc>
              <a:spcBef>
                <a:spcPts val="113"/>
              </a:spcBef>
              <a:spcAft>
                <a:spcPts val="0"/>
              </a:spcAft>
              <a:buClr>
                <a:srgbClr val="DD8047"/>
              </a:buClr>
              <a:buSzPts val="1543"/>
              <a:buFont typeface="Noto Sans Symbols"/>
              <a:buChar char="◻"/>
            </a:pPr>
            <a:r>
              <a:rPr b="0" i="0" lang="en-US" sz="2541" u="none" cap="none" strike="noStrike">
                <a:solidFill>
                  <a:schemeClr val="dk1"/>
                </a:solidFill>
                <a:latin typeface="Calibri"/>
                <a:ea typeface="Calibri"/>
                <a:cs typeface="Calibri"/>
                <a:sym typeface="Calibri"/>
              </a:rPr>
              <a:t>Lịch sử phát triển Mạng máy tính</a:t>
            </a:r>
            <a:endParaRPr b="0" i="0" sz="2541" u="none" cap="none" strike="noStrike">
              <a:solidFill>
                <a:schemeClr val="dk1"/>
              </a:solidFill>
              <a:latin typeface="Calibri"/>
              <a:ea typeface="Calibri"/>
              <a:cs typeface="Calibri"/>
              <a:sym typeface="Calibri"/>
            </a:endParaRPr>
          </a:p>
          <a:p>
            <a:pPr indent="-300841" lvl="0" marL="311792" marR="0" rtl="0" algn="l">
              <a:lnSpc>
                <a:spcPct val="100000"/>
              </a:lnSpc>
              <a:spcBef>
                <a:spcPts val="23"/>
              </a:spcBef>
              <a:spcAft>
                <a:spcPts val="0"/>
              </a:spcAft>
              <a:buClr>
                <a:srgbClr val="DD8047"/>
              </a:buClr>
              <a:buSzPts val="1543"/>
              <a:buFont typeface="Noto Sans Symbols"/>
              <a:buChar char="◻"/>
            </a:pPr>
            <a:r>
              <a:rPr b="0" i="0" lang="en-US" sz="2541" u="none" cap="none" strike="noStrike">
                <a:solidFill>
                  <a:schemeClr val="dk1"/>
                </a:solidFill>
                <a:latin typeface="Calibri"/>
                <a:ea typeface="Calibri"/>
                <a:cs typeface="Calibri"/>
                <a:sym typeface="Calibri"/>
              </a:rPr>
              <a:t>Thay đổi về cách thức sử dụng máy tính</a:t>
            </a:r>
            <a:endParaRPr b="0" i="0" sz="2541" u="none" cap="none" strike="noStrike">
              <a:solidFill>
                <a:schemeClr val="dk1"/>
              </a:solidFill>
              <a:latin typeface="Calibri"/>
              <a:ea typeface="Calibri"/>
              <a:cs typeface="Calibri"/>
              <a:sym typeface="Calibri"/>
            </a:endParaRPr>
          </a:p>
        </p:txBody>
      </p:sp>
      <p:sp>
        <p:nvSpPr>
          <p:cNvPr id="146" name="Google Shape;146;p7"/>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7" name="Google Shape;147;p7"/>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i="0" lang="en-US" sz="4400" u="none" cap="none" strike="noStrike">
                <a:solidFill>
                  <a:schemeClr val="lt1"/>
                </a:solidFill>
                <a:latin typeface="Calibri"/>
                <a:ea typeface="Calibri"/>
                <a:cs typeface="Calibri"/>
                <a:sym typeface="Calibri"/>
              </a:rPr>
              <a:t>1. Định nghĩa</a:t>
            </a:r>
            <a:endParaRPr b="1" i="0" sz="4400" u="none" cap="none" strike="noStrike">
              <a:solidFill>
                <a:schemeClr val="lt1"/>
              </a:solidFill>
              <a:latin typeface="Calibri"/>
              <a:ea typeface="Calibri"/>
              <a:cs typeface="Calibri"/>
              <a:sym typeface="Calibri"/>
            </a:endParaRPr>
          </a:p>
        </p:txBody>
      </p:sp>
      <p:sp>
        <p:nvSpPr>
          <p:cNvPr id="148" name="Google Shape;148;p7"/>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8"/>
          <p:cNvSpPr txBox="1"/>
          <p:nvPr>
            <p:ph type="title"/>
          </p:nvPr>
        </p:nvSpPr>
        <p:spPr>
          <a:xfrm>
            <a:off x="838200" y="1443325"/>
            <a:ext cx="4450800" cy="654300"/>
          </a:xfrm>
          <a:prstGeom prst="rect">
            <a:avLst/>
          </a:prstGeom>
          <a:noFill/>
          <a:ln>
            <a:noFill/>
          </a:ln>
        </p:spPr>
        <p:txBody>
          <a:bodyPr anchorCtr="0" anchor="ctr" bIns="0" lIns="0" spcFirstLastPara="1" rIns="0" wrap="square" tIns="11525">
            <a:spAutoFit/>
          </a:bodyPr>
          <a:lstStyle/>
          <a:p>
            <a:pPr indent="0" lvl="0" marL="11527" rtl="0" algn="l">
              <a:lnSpc>
                <a:spcPct val="100000"/>
              </a:lnSpc>
              <a:spcBef>
                <a:spcPts val="0"/>
              </a:spcBef>
              <a:spcAft>
                <a:spcPts val="0"/>
              </a:spcAft>
              <a:buClr>
                <a:schemeClr val="dk1"/>
              </a:buClr>
              <a:buSzPts val="4175"/>
              <a:buFont typeface="Calibri"/>
              <a:buNone/>
            </a:pPr>
            <a:r>
              <a:rPr lang="en-US" sz="4175"/>
              <a:t>1.2. Định nghĩa</a:t>
            </a:r>
            <a:endParaRPr sz="4175"/>
          </a:p>
        </p:txBody>
      </p:sp>
      <p:sp>
        <p:nvSpPr>
          <p:cNvPr id="154" name="Google Shape;154;p8"/>
          <p:cNvSpPr txBox="1"/>
          <p:nvPr/>
        </p:nvSpPr>
        <p:spPr>
          <a:xfrm>
            <a:off x="1066800" y="2097458"/>
            <a:ext cx="9906000" cy="4773600"/>
          </a:xfrm>
          <a:prstGeom prst="rect">
            <a:avLst/>
          </a:prstGeom>
          <a:noFill/>
          <a:ln>
            <a:noFill/>
          </a:ln>
        </p:spPr>
        <p:txBody>
          <a:bodyPr anchorCtr="0" anchor="t" bIns="0" lIns="0" spcFirstLastPara="1" rIns="0" wrap="square" tIns="11525">
            <a:spAutoFit/>
          </a:bodyPr>
          <a:lstStyle/>
          <a:p>
            <a:pPr indent="-300842" lvl="0" marL="311792" marR="0" rtl="0" algn="l">
              <a:lnSpc>
                <a:spcPct val="100000"/>
              </a:lnSpc>
              <a:spcBef>
                <a:spcPts val="0"/>
              </a:spcBef>
              <a:spcAft>
                <a:spcPts val="0"/>
              </a:spcAft>
              <a:buClr>
                <a:srgbClr val="DD8047"/>
              </a:buClr>
              <a:buSzPts val="1680"/>
              <a:buFont typeface="Noto Sans Symbols"/>
              <a:buChar char="◻"/>
            </a:pPr>
            <a:r>
              <a:rPr b="0" i="0" lang="en-US" sz="2800" u="none" cap="none" strike="noStrike">
                <a:solidFill>
                  <a:schemeClr val="dk1"/>
                </a:solidFill>
                <a:latin typeface="Calibri"/>
                <a:ea typeface="Calibri"/>
                <a:cs typeface="Calibri"/>
                <a:sym typeface="Calibri"/>
              </a:rPr>
              <a:t>Các máy tính độc lập</a:t>
            </a:r>
            <a:endParaRPr b="0" i="0" sz="2800" u="none" cap="none" strike="noStrike">
              <a:solidFill>
                <a:schemeClr val="dk1"/>
              </a:solidFill>
              <a:latin typeface="Calibri"/>
              <a:ea typeface="Calibri"/>
              <a:cs typeface="Calibri"/>
              <a:sym typeface="Calibri"/>
            </a:endParaRPr>
          </a:p>
          <a:p>
            <a:pPr indent="-257618" lvl="1" marL="612058" marR="293350" rtl="0" algn="l">
              <a:lnSpc>
                <a:spcPct val="77785"/>
              </a:lnSpc>
              <a:spcBef>
                <a:spcPts val="526"/>
              </a:spcBef>
              <a:spcAft>
                <a:spcPts val="0"/>
              </a:spcAft>
              <a:buClr>
                <a:srgbClr val="94B6D2"/>
              </a:buClr>
              <a:buSzPts val="1904"/>
              <a:buFont typeface="Arial"/>
              <a:buChar char="¤"/>
            </a:pPr>
            <a:r>
              <a:rPr b="0" i="0" lang="en-US" sz="2800" u="none" cap="none" strike="noStrike">
                <a:solidFill>
                  <a:schemeClr val="dk1"/>
                </a:solidFill>
                <a:latin typeface="Calibri"/>
                <a:ea typeface="Calibri"/>
                <a:cs typeface="Calibri"/>
                <a:sym typeface="Calibri"/>
              </a:rPr>
              <a:t>Không phụ thuộc lẫn nhau, có thể là các máy tính có kiến  trúc khác nhau, có thể là các máy tính có phần mềm hệ  thống khác nhau</a:t>
            </a:r>
            <a:endParaRPr b="0" i="0" sz="2800" u="none" cap="none" strike="noStrike">
              <a:solidFill>
                <a:schemeClr val="dk1"/>
              </a:solidFill>
              <a:latin typeface="Calibri"/>
              <a:ea typeface="Calibri"/>
              <a:cs typeface="Calibri"/>
              <a:sym typeface="Calibri"/>
            </a:endParaRPr>
          </a:p>
          <a:p>
            <a:pPr indent="-300842" lvl="0" marL="311792" marR="0" rtl="0" algn="l">
              <a:lnSpc>
                <a:spcPct val="100000"/>
              </a:lnSpc>
              <a:spcBef>
                <a:spcPts val="191"/>
              </a:spcBef>
              <a:spcAft>
                <a:spcPts val="0"/>
              </a:spcAft>
              <a:buClr>
                <a:srgbClr val="DD8047"/>
              </a:buClr>
              <a:buSzPts val="1680"/>
              <a:buFont typeface="Noto Sans Symbols"/>
              <a:buChar char="◻"/>
            </a:pPr>
            <a:r>
              <a:rPr b="0" i="0" lang="en-US" sz="2800" u="none" cap="none" strike="noStrike">
                <a:solidFill>
                  <a:schemeClr val="dk1"/>
                </a:solidFill>
                <a:latin typeface="Calibri"/>
                <a:ea typeface="Calibri"/>
                <a:cs typeface="Calibri"/>
                <a:sym typeface="Calibri"/>
              </a:rPr>
              <a:t>Kết nối lẫn nhau</a:t>
            </a:r>
            <a:endParaRPr b="0" i="0" sz="2800" u="none" cap="none" strike="noStrike">
              <a:solidFill>
                <a:schemeClr val="dk1"/>
              </a:solidFill>
              <a:latin typeface="Calibri"/>
              <a:ea typeface="Calibri"/>
              <a:cs typeface="Calibri"/>
              <a:sym typeface="Calibri"/>
            </a:endParaRPr>
          </a:p>
          <a:p>
            <a:pPr indent="-257618" lvl="1" marL="612058" marR="579784" rtl="0" algn="l">
              <a:lnSpc>
                <a:spcPct val="77785"/>
              </a:lnSpc>
              <a:spcBef>
                <a:spcPts val="526"/>
              </a:spcBef>
              <a:spcAft>
                <a:spcPts val="0"/>
              </a:spcAft>
              <a:buClr>
                <a:srgbClr val="94B6D2"/>
              </a:buClr>
              <a:buSzPts val="1904"/>
              <a:buFont typeface="Arial"/>
              <a:buChar char="¤"/>
            </a:pPr>
            <a:r>
              <a:rPr b="0" i="0" lang="en-US" sz="2800" u="none" cap="none" strike="noStrike">
                <a:solidFill>
                  <a:schemeClr val="dk1"/>
                </a:solidFill>
                <a:latin typeface="Calibri"/>
                <a:ea typeface="Calibri"/>
                <a:cs typeface="Calibri"/>
                <a:sym typeface="Calibri"/>
              </a:rPr>
              <a:t>Bằng mạng máy tính. Các phần mềm trên các máy tính  khác nhau có khả năng phối hợp. Chia sẻ tài nguyên.</a:t>
            </a:r>
            <a:endParaRPr b="0" i="0" sz="2800" u="none" cap="none" strike="noStrike">
              <a:solidFill>
                <a:schemeClr val="dk1"/>
              </a:solidFill>
              <a:latin typeface="Calibri"/>
              <a:ea typeface="Calibri"/>
              <a:cs typeface="Calibri"/>
              <a:sym typeface="Calibri"/>
            </a:endParaRPr>
          </a:p>
          <a:p>
            <a:pPr indent="-335280" lvl="1" marL="914400" marR="0" rtl="0" algn="l">
              <a:lnSpc>
                <a:spcPct val="100000"/>
              </a:lnSpc>
              <a:spcBef>
                <a:spcPts val="109"/>
              </a:spcBef>
              <a:spcAft>
                <a:spcPts val="0"/>
              </a:spcAft>
              <a:buClr>
                <a:srgbClr val="DD8047"/>
              </a:buClr>
              <a:buSzPts val="1680"/>
              <a:buFont typeface="Noto Sans Symbols"/>
              <a:buChar char="¤"/>
            </a:pPr>
            <a:r>
              <a:rPr b="0" i="0" lang="en-US" sz="2800" u="none" cap="none" strike="noStrike">
                <a:solidFill>
                  <a:schemeClr val="dk1"/>
                </a:solidFill>
                <a:latin typeface="Calibri"/>
                <a:ea typeface="Calibri"/>
                <a:cs typeface="Calibri"/>
                <a:sym typeface="Calibri"/>
              </a:rPr>
              <a:t>Thực hiện một nhiệm vụ chung</a:t>
            </a:r>
            <a:endParaRPr b="0" i="0" sz="2800" u="none" cap="none" strike="noStrike">
              <a:solidFill>
                <a:schemeClr val="dk1"/>
              </a:solidFill>
              <a:latin typeface="Calibri"/>
              <a:ea typeface="Calibri"/>
              <a:cs typeface="Calibri"/>
              <a:sym typeface="Calibri"/>
            </a:endParaRPr>
          </a:p>
          <a:p>
            <a:pPr indent="-300842" lvl="0" marL="311792" marR="0" rtl="0" algn="l">
              <a:lnSpc>
                <a:spcPct val="100000"/>
              </a:lnSpc>
              <a:spcBef>
                <a:spcPts val="195"/>
              </a:spcBef>
              <a:spcAft>
                <a:spcPts val="0"/>
              </a:spcAft>
              <a:buClr>
                <a:srgbClr val="DD8047"/>
              </a:buClr>
              <a:buSzPts val="1680"/>
              <a:buFont typeface="Noto Sans Symbols"/>
              <a:buChar char="◻"/>
            </a:pPr>
            <a:r>
              <a:rPr b="0" i="0" lang="en-US" sz="2800" u="none" cap="none" strike="noStrike">
                <a:solidFill>
                  <a:schemeClr val="dk1"/>
                </a:solidFill>
                <a:latin typeface="Calibri"/>
                <a:ea typeface="Calibri"/>
                <a:cs typeface="Calibri"/>
                <a:sym typeface="Calibri"/>
              </a:rPr>
              <a:t>Cung cấp dịch vụ một cách thống nhất</a:t>
            </a:r>
            <a:endParaRPr b="0" i="0" sz="2800" u="none" cap="none" strike="noStrike">
              <a:solidFill>
                <a:schemeClr val="dk1"/>
              </a:solidFill>
              <a:latin typeface="Calibri"/>
              <a:ea typeface="Calibri"/>
              <a:cs typeface="Calibri"/>
              <a:sym typeface="Calibri"/>
            </a:endParaRPr>
          </a:p>
          <a:p>
            <a:pPr indent="-257618" lvl="1" marL="612058" marR="4611" rtl="0" algn="l">
              <a:lnSpc>
                <a:spcPct val="77785"/>
              </a:lnSpc>
              <a:spcBef>
                <a:spcPts val="526"/>
              </a:spcBef>
              <a:spcAft>
                <a:spcPts val="0"/>
              </a:spcAft>
              <a:buClr>
                <a:srgbClr val="94B6D2"/>
              </a:buClr>
              <a:buSzPts val="1904"/>
              <a:buFont typeface="Arial"/>
              <a:buChar char="¤"/>
            </a:pPr>
            <a:r>
              <a:rPr b="0" i="0" lang="en-US" sz="2800" u="none" cap="none" strike="noStrike">
                <a:solidFill>
                  <a:schemeClr val="dk1"/>
                </a:solidFill>
                <a:latin typeface="Calibri"/>
                <a:ea typeface="Calibri"/>
                <a:cs typeface="Calibri"/>
                <a:sym typeface="Calibri"/>
              </a:rPr>
              <a:t>Thống nhất về giao diện, cách thức truy cập dịch vụ ở mức độ thống nhất</a:t>
            </a:r>
            <a:endParaRPr b="0" i="0" sz="2800" u="none" cap="none" strike="noStrike">
              <a:solidFill>
                <a:schemeClr val="dk1"/>
              </a:solidFill>
              <a:latin typeface="Calibri"/>
              <a:ea typeface="Calibri"/>
              <a:cs typeface="Calibri"/>
              <a:sym typeface="Calibri"/>
            </a:endParaRPr>
          </a:p>
          <a:p>
            <a:pPr indent="-335280" lvl="1" marL="914400" marR="0" rtl="0" algn="l">
              <a:lnSpc>
                <a:spcPct val="95607"/>
              </a:lnSpc>
              <a:spcBef>
                <a:spcPts val="103"/>
              </a:spcBef>
              <a:spcAft>
                <a:spcPts val="0"/>
              </a:spcAft>
              <a:buClr>
                <a:srgbClr val="DD8047"/>
              </a:buClr>
              <a:buSzPts val="1680"/>
              <a:buFont typeface="Noto Sans Symbols"/>
              <a:buChar char="¤"/>
            </a:pPr>
            <a:r>
              <a:rPr b="0" i="0" lang="en-US" sz="2800" u="none" cap="none" strike="noStrike">
                <a:solidFill>
                  <a:schemeClr val="dk1"/>
                </a:solidFill>
                <a:latin typeface="Calibri"/>
                <a:ea typeface="Calibri"/>
                <a:cs typeface="Calibri"/>
                <a:sym typeface="Calibri"/>
              </a:rPr>
              <a:t>NSD không cần phải quan tâm tới các chi tiết của hệ thống</a:t>
            </a:r>
            <a:endParaRPr b="0" i="0" sz="2800" u="none" cap="none" strike="noStrike">
              <a:solidFill>
                <a:schemeClr val="dk1"/>
              </a:solidFill>
              <a:latin typeface="Calibri"/>
              <a:ea typeface="Calibri"/>
              <a:cs typeface="Calibri"/>
              <a:sym typeface="Calibri"/>
            </a:endParaRPr>
          </a:p>
        </p:txBody>
      </p:sp>
      <p:sp>
        <p:nvSpPr>
          <p:cNvPr id="155" name="Google Shape;155;p8"/>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6" name="Google Shape;156;p8"/>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i="0" lang="en-US" sz="4400" u="none" cap="none" strike="noStrike">
                <a:solidFill>
                  <a:schemeClr val="lt1"/>
                </a:solidFill>
                <a:latin typeface="Calibri"/>
                <a:ea typeface="Calibri"/>
                <a:cs typeface="Calibri"/>
                <a:sym typeface="Calibri"/>
              </a:rPr>
              <a:t>1. Định nghĩa</a:t>
            </a:r>
            <a:endParaRPr b="1" i="0" sz="4400" u="none" cap="none" strike="noStrike">
              <a:solidFill>
                <a:schemeClr val="lt1"/>
              </a:solidFill>
              <a:latin typeface="Calibri"/>
              <a:ea typeface="Calibri"/>
              <a:cs typeface="Calibri"/>
              <a:sym typeface="Calibri"/>
            </a:endParaRPr>
          </a:p>
        </p:txBody>
      </p:sp>
      <p:sp>
        <p:nvSpPr>
          <p:cNvPr id="157" name="Google Shape;157;p8"/>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9"/>
          <p:cNvSpPr txBox="1"/>
          <p:nvPr>
            <p:ph type="title"/>
          </p:nvPr>
        </p:nvSpPr>
        <p:spPr>
          <a:xfrm>
            <a:off x="838200" y="1443325"/>
            <a:ext cx="4256700" cy="654300"/>
          </a:xfrm>
          <a:prstGeom prst="rect">
            <a:avLst/>
          </a:prstGeom>
          <a:noFill/>
          <a:ln>
            <a:noFill/>
          </a:ln>
        </p:spPr>
        <p:txBody>
          <a:bodyPr anchorCtr="0" anchor="ctr" bIns="0" lIns="0" spcFirstLastPara="1" rIns="0" wrap="square" tIns="11525">
            <a:spAutoFit/>
          </a:bodyPr>
          <a:lstStyle/>
          <a:p>
            <a:pPr indent="0" lvl="0" marL="11527" rtl="0" algn="l">
              <a:lnSpc>
                <a:spcPct val="100000"/>
              </a:lnSpc>
              <a:spcBef>
                <a:spcPts val="0"/>
              </a:spcBef>
              <a:spcAft>
                <a:spcPts val="0"/>
              </a:spcAft>
              <a:buClr>
                <a:schemeClr val="dk1"/>
              </a:buClr>
              <a:buSzPts val="4175"/>
              <a:buFont typeface="Calibri"/>
              <a:buNone/>
            </a:pPr>
            <a:r>
              <a:rPr lang="en-US" sz="4175"/>
              <a:t>1.2. Định nghĩa</a:t>
            </a:r>
            <a:endParaRPr sz="4175"/>
          </a:p>
        </p:txBody>
      </p:sp>
      <p:sp>
        <p:nvSpPr>
          <p:cNvPr id="163" name="Google Shape;163;p9"/>
          <p:cNvSpPr txBox="1"/>
          <p:nvPr/>
        </p:nvSpPr>
        <p:spPr>
          <a:xfrm>
            <a:off x="1066800" y="2097458"/>
            <a:ext cx="9906000" cy="1514614"/>
          </a:xfrm>
          <a:prstGeom prst="rect">
            <a:avLst/>
          </a:prstGeom>
          <a:noFill/>
          <a:ln>
            <a:noFill/>
          </a:ln>
        </p:spPr>
        <p:txBody>
          <a:bodyPr anchorCtr="0" anchor="t" bIns="0" lIns="0" spcFirstLastPara="1" rIns="0" wrap="square" tIns="11525">
            <a:spAutoFit/>
          </a:bodyPr>
          <a:lstStyle/>
          <a:p>
            <a:pPr indent="-300842" lvl="0" marL="311792" marR="0" rtl="0" algn="l">
              <a:lnSpc>
                <a:spcPct val="100000"/>
              </a:lnSpc>
              <a:spcBef>
                <a:spcPts val="0"/>
              </a:spcBef>
              <a:spcAft>
                <a:spcPts val="0"/>
              </a:spcAft>
              <a:buClr>
                <a:srgbClr val="DD8047"/>
              </a:buClr>
              <a:buSzPts val="1440"/>
              <a:buFont typeface="Noto Sans Symbols"/>
              <a:buChar char="◻"/>
            </a:pPr>
            <a:r>
              <a:rPr b="0" i="0" lang="en-US" sz="2400" u="none" cap="none" strike="noStrike">
                <a:solidFill>
                  <a:schemeClr val="dk1"/>
                </a:solidFill>
                <a:latin typeface="Calibri"/>
                <a:ea typeface="Calibri"/>
                <a:cs typeface="Calibri"/>
                <a:sym typeface="Calibri"/>
              </a:rPr>
              <a:t>Định nghĩa của Andrew Tannenbaum:</a:t>
            </a:r>
            <a:endParaRPr b="0" i="0" sz="1400" u="none" cap="none" strike="noStrike">
              <a:solidFill>
                <a:srgbClr val="000000"/>
              </a:solidFill>
              <a:latin typeface="Arial"/>
              <a:ea typeface="Arial"/>
              <a:cs typeface="Arial"/>
              <a:sym typeface="Arial"/>
            </a:endParaRPr>
          </a:p>
          <a:p>
            <a:pPr indent="0" lvl="0" marL="10950" marR="0" rtl="0" algn="l">
              <a:lnSpc>
                <a:spcPct val="100000"/>
              </a:lnSpc>
              <a:spcBef>
                <a:spcPts val="91"/>
              </a:spcBef>
              <a:spcAft>
                <a:spcPts val="0"/>
              </a:spcAft>
              <a:buClr>
                <a:srgbClr val="000000"/>
              </a:buClr>
              <a:buSzPts val="2400"/>
              <a:buFont typeface="Arial"/>
              <a:buNone/>
            </a:pPr>
            <a:r>
              <a:t/>
            </a:r>
            <a:endParaRPr b="1" i="1" sz="2400" u="none" cap="none" strike="noStrike">
              <a:solidFill>
                <a:srgbClr val="00B0F0"/>
              </a:solidFill>
              <a:latin typeface="Calibri"/>
              <a:ea typeface="Calibri"/>
              <a:cs typeface="Calibri"/>
              <a:sym typeface="Calibri"/>
            </a:endParaRPr>
          </a:p>
          <a:p>
            <a:pPr indent="0" lvl="0" marL="10950" marR="0" rtl="0" algn="ctr">
              <a:lnSpc>
                <a:spcPct val="100000"/>
              </a:lnSpc>
              <a:spcBef>
                <a:spcPts val="91"/>
              </a:spcBef>
              <a:spcAft>
                <a:spcPts val="0"/>
              </a:spcAft>
              <a:buClr>
                <a:srgbClr val="000000"/>
              </a:buClr>
              <a:buSzPts val="2400"/>
              <a:buFont typeface="Arial"/>
              <a:buNone/>
            </a:pPr>
            <a:r>
              <a:rPr b="1" i="1" lang="en-US" sz="2400" u="none" cap="none" strike="noStrike">
                <a:solidFill>
                  <a:srgbClr val="00B0F0"/>
                </a:solidFill>
                <a:latin typeface="Calibri"/>
                <a:ea typeface="Calibri"/>
                <a:cs typeface="Calibri"/>
                <a:sym typeface="Calibri"/>
              </a:rPr>
              <a:t>Hệ phân tán là một tập hợp các máy tính độc lập mà, đối với người dùng, nó như thể một hệ thống đơn gắn kết.</a:t>
            </a:r>
            <a:endParaRPr b="1" i="1" sz="2269" u="none" cap="none" strike="noStrike">
              <a:solidFill>
                <a:srgbClr val="00B0F0"/>
              </a:solidFill>
              <a:latin typeface="Calibri"/>
              <a:ea typeface="Calibri"/>
              <a:cs typeface="Calibri"/>
              <a:sym typeface="Calibri"/>
            </a:endParaRPr>
          </a:p>
        </p:txBody>
      </p:sp>
      <p:sp>
        <p:nvSpPr>
          <p:cNvPr id="164" name="Google Shape;164;p9"/>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5" name="Google Shape;165;p9"/>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i="0" lang="en-US" sz="4400" u="none" cap="none" strike="noStrike">
                <a:solidFill>
                  <a:schemeClr val="lt1"/>
                </a:solidFill>
                <a:latin typeface="Calibri"/>
                <a:ea typeface="Calibri"/>
                <a:cs typeface="Calibri"/>
                <a:sym typeface="Calibri"/>
              </a:rPr>
              <a:t>1. Định nghĩa</a:t>
            </a:r>
            <a:endParaRPr b="1" i="0" sz="4400" u="none" cap="none" strike="noStrike">
              <a:solidFill>
                <a:schemeClr val="lt1"/>
              </a:solidFill>
              <a:latin typeface="Calibri"/>
              <a:ea typeface="Calibri"/>
              <a:cs typeface="Calibri"/>
              <a:sym typeface="Calibri"/>
            </a:endParaRPr>
          </a:p>
        </p:txBody>
      </p:sp>
      <p:sp>
        <p:nvSpPr>
          <p:cNvPr id="166" name="Google Shape;166;p9"/>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0"/>
          <p:cNvSpPr txBox="1"/>
          <p:nvPr>
            <p:ph type="title"/>
          </p:nvPr>
        </p:nvSpPr>
        <p:spPr>
          <a:xfrm>
            <a:off x="838200" y="1447800"/>
            <a:ext cx="6424200" cy="654300"/>
          </a:xfrm>
          <a:prstGeom prst="rect">
            <a:avLst/>
          </a:prstGeom>
          <a:noFill/>
          <a:ln>
            <a:noFill/>
          </a:ln>
        </p:spPr>
        <p:txBody>
          <a:bodyPr anchorCtr="0" anchor="ctr" bIns="0" lIns="0" spcFirstLastPara="1" rIns="0" wrap="square" tIns="11525">
            <a:spAutoFit/>
          </a:bodyPr>
          <a:lstStyle/>
          <a:p>
            <a:pPr indent="0" lvl="0" marL="11527" rtl="0" algn="l">
              <a:lnSpc>
                <a:spcPct val="100000"/>
              </a:lnSpc>
              <a:spcBef>
                <a:spcPts val="0"/>
              </a:spcBef>
              <a:spcAft>
                <a:spcPts val="0"/>
              </a:spcAft>
              <a:buClr>
                <a:schemeClr val="dk1"/>
              </a:buClr>
              <a:buSzPts val="4175"/>
              <a:buFont typeface="Calibri"/>
              <a:buNone/>
            </a:pPr>
            <a:r>
              <a:rPr lang="en-US" sz="4175"/>
              <a:t>1.3. Ví dụ về hệ phân tán</a:t>
            </a:r>
            <a:endParaRPr sz="4175"/>
          </a:p>
        </p:txBody>
      </p:sp>
      <p:sp>
        <p:nvSpPr>
          <p:cNvPr id="172" name="Google Shape;172;p10"/>
          <p:cNvSpPr txBox="1"/>
          <p:nvPr/>
        </p:nvSpPr>
        <p:spPr>
          <a:xfrm>
            <a:off x="1990240" y="1401977"/>
            <a:ext cx="111226" cy="179249"/>
          </a:xfrm>
          <a:prstGeom prst="rect">
            <a:avLst/>
          </a:prstGeom>
          <a:noFill/>
          <a:ln>
            <a:noFill/>
          </a:ln>
        </p:spPr>
        <p:txBody>
          <a:bodyPr anchorCtr="0" anchor="t" bIns="0" lIns="0" spcFirstLastPara="1" rIns="0" wrap="square" tIns="11525">
            <a:spAutoFit/>
          </a:bodyPr>
          <a:lstStyle/>
          <a:p>
            <a:pPr indent="0" lvl="0" marL="11527" marR="0" rtl="0" algn="l">
              <a:lnSpc>
                <a:spcPct val="100000"/>
              </a:lnSpc>
              <a:spcBef>
                <a:spcPts val="0"/>
              </a:spcBef>
              <a:spcAft>
                <a:spcPts val="0"/>
              </a:spcAft>
              <a:buClr>
                <a:srgbClr val="000000"/>
              </a:buClr>
              <a:buSzPts val="1089"/>
              <a:buFont typeface="Arial"/>
              <a:buNone/>
            </a:pPr>
            <a:r>
              <a:rPr b="1" i="0" lang="en-US" sz="1089" u="none" cap="none" strike="noStrike">
                <a:solidFill>
                  <a:srgbClr val="FFFFFF"/>
                </a:solidFill>
                <a:latin typeface="Tahoma"/>
                <a:ea typeface="Tahoma"/>
                <a:cs typeface="Tahoma"/>
                <a:sym typeface="Tahoma"/>
              </a:rPr>
              <a:t>8</a:t>
            </a:r>
            <a:endParaRPr b="0" i="0" sz="1089" u="none" cap="none" strike="noStrike">
              <a:solidFill>
                <a:schemeClr val="dk1"/>
              </a:solidFill>
              <a:latin typeface="Tahoma"/>
              <a:ea typeface="Tahoma"/>
              <a:cs typeface="Tahoma"/>
              <a:sym typeface="Tahoma"/>
            </a:endParaRPr>
          </a:p>
        </p:txBody>
      </p:sp>
      <p:sp>
        <p:nvSpPr>
          <p:cNvPr id="173" name="Google Shape;173;p10"/>
          <p:cNvSpPr txBox="1"/>
          <p:nvPr/>
        </p:nvSpPr>
        <p:spPr>
          <a:xfrm>
            <a:off x="973464" y="2256599"/>
            <a:ext cx="5925179" cy="2604613"/>
          </a:xfrm>
          <a:prstGeom prst="rect">
            <a:avLst/>
          </a:prstGeom>
          <a:noFill/>
          <a:ln>
            <a:noFill/>
          </a:ln>
        </p:spPr>
        <p:txBody>
          <a:bodyPr anchorCtr="0" anchor="t" bIns="0" lIns="0" spcFirstLastPara="1" rIns="0" wrap="square" tIns="105450">
            <a:spAutoFit/>
          </a:bodyPr>
          <a:lstStyle/>
          <a:p>
            <a:pPr indent="-300842" lvl="0" marL="311792" marR="0" rtl="0" algn="just">
              <a:lnSpc>
                <a:spcPct val="100000"/>
              </a:lnSpc>
              <a:spcBef>
                <a:spcPts val="0"/>
              </a:spcBef>
              <a:spcAft>
                <a:spcPts val="0"/>
              </a:spcAft>
              <a:buClr>
                <a:srgbClr val="DD8047"/>
              </a:buClr>
              <a:buSzPts val="1440"/>
              <a:buFont typeface="Noto Sans Symbols"/>
              <a:buChar char="◻"/>
            </a:pPr>
            <a:r>
              <a:rPr b="0" i="0" lang="en-US" sz="2400" u="none" cap="none" strike="noStrike">
                <a:solidFill>
                  <a:schemeClr val="dk1"/>
                </a:solidFill>
                <a:latin typeface="Calibri"/>
                <a:ea typeface="Calibri"/>
                <a:cs typeface="Calibri"/>
                <a:sym typeface="Calibri"/>
              </a:rPr>
              <a:t>Tổ hợp các Web server: cơ sở dữ liệu phân tán cho siêu văn bản và tài liệu đa phương tiện</a:t>
            </a:r>
            <a:endParaRPr b="0" i="0" sz="1400" u="none" cap="none" strike="noStrike">
              <a:solidFill>
                <a:srgbClr val="000000"/>
              </a:solidFill>
              <a:latin typeface="Arial"/>
              <a:ea typeface="Arial"/>
              <a:cs typeface="Arial"/>
              <a:sym typeface="Arial"/>
            </a:endParaRPr>
          </a:p>
          <a:p>
            <a:pPr indent="-300842" lvl="0" marL="311792" marR="0" rtl="0" algn="l">
              <a:lnSpc>
                <a:spcPct val="100000"/>
              </a:lnSpc>
              <a:spcBef>
                <a:spcPts val="830"/>
              </a:spcBef>
              <a:spcAft>
                <a:spcPts val="0"/>
              </a:spcAft>
              <a:buClr>
                <a:srgbClr val="DD8047"/>
              </a:buClr>
              <a:buSzPts val="1440"/>
              <a:buFont typeface="Noto Sans Symbols"/>
              <a:buChar char="◻"/>
            </a:pPr>
            <a:r>
              <a:rPr b="0" i="0" lang="en-US" sz="2400" u="none" cap="none" strike="noStrike">
                <a:solidFill>
                  <a:schemeClr val="dk1"/>
                </a:solidFill>
                <a:latin typeface="Calibri"/>
                <a:ea typeface="Calibri"/>
                <a:cs typeface="Calibri"/>
                <a:sym typeface="Calibri"/>
              </a:rPr>
              <a:t>Hệ thống file phân tán trong một mạng LAN</a:t>
            </a:r>
            <a:endParaRPr b="0" i="0" sz="2400" u="none" cap="none" strike="noStrike">
              <a:solidFill>
                <a:schemeClr val="dk1"/>
              </a:solidFill>
              <a:latin typeface="Calibri"/>
              <a:ea typeface="Calibri"/>
              <a:cs typeface="Calibri"/>
              <a:sym typeface="Calibri"/>
            </a:endParaRPr>
          </a:p>
          <a:p>
            <a:pPr indent="-300842" lvl="0" marL="311792" marR="0" rtl="0" algn="l">
              <a:lnSpc>
                <a:spcPct val="100000"/>
              </a:lnSpc>
              <a:spcBef>
                <a:spcPts val="830"/>
              </a:spcBef>
              <a:spcAft>
                <a:spcPts val="0"/>
              </a:spcAft>
              <a:buClr>
                <a:srgbClr val="DD8047"/>
              </a:buClr>
              <a:buSzPts val="1440"/>
              <a:buFont typeface="Noto Sans Symbols"/>
              <a:buChar char="◻"/>
            </a:pPr>
            <a:r>
              <a:rPr b="0" i="0" lang="en-US" sz="2400" u="none" cap="none" strike="noStrike">
                <a:solidFill>
                  <a:schemeClr val="dk1"/>
                </a:solidFill>
                <a:latin typeface="Calibri"/>
                <a:ea typeface="Calibri"/>
                <a:cs typeface="Calibri"/>
                <a:sym typeface="Calibri"/>
              </a:rPr>
              <a:t>Hệ thống Email</a:t>
            </a:r>
            <a:endParaRPr b="0" i="0" sz="2400" u="none" cap="none" strike="noStrike">
              <a:solidFill>
                <a:schemeClr val="dk1"/>
              </a:solidFill>
              <a:latin typeface="Calibri"/>
              <a:ea typeface="Calibri"/>
              <a:cs typeface="Calibri"/>
              <a:sym typeface="Calibri"/>
            </a:endParaRPr>
          </a:p>
          <a:p>
            <a:pPr indent="-300842" lvl="0" marL="311792" marR="0" rtl="0" algn="l">
              <a:lnSpc>
                <a:spcPct val="100000"/>
              </a:lnSpc>
              <a:spcBef>
                <a:spcPts val="631"/>
              </a:spcBef>
              <a:spcAft>
                <a:spcPts val="0"/>
              </a:spcAft>
              <a:buClr>
                <a:srgbClr val="DD8047"/>
              </a:buClr>
              <a:buSzPts val="1440"/>
              <a:buFont typeface="Noto Sans Symbols"/>
              <a:buChar char="◻"/>
            </a:pPr>
            <a:r>
              <a:rPr b="0" i="0" lang="en-US" sz="2400" u="none" cap="none" strike="noStrike">
                <a:solidFill>
                  <a:schemeClr val="dk1"/>
                </a:solidFill>
                <a:latin typeface="Calibri"/>
                <a:ea typeface="Calibri"/>
                <a:cs typeface="Calibri"/>
                <a:sym typeface="Calibri"/>
              </a:rPr>
              <a:t>V.v…</a:t>
            </a:r>
            <a:endParaRPr b="0" i="0" sz="2400" u="none" cap="none" strike="noStrike">
              <a:solidFill>
                <a:schemeClr val="dk1"/>
              </a:solidFill>
              <a:latin typeface="Calibri"/>
              <a:ea typeface="Calibri"/>
              <a:cs typeface="Calibri"/>
              <a:sym typeface="Calibri"/>
            </a:endParaRPr>
          </a:p>
        </p:txBody>
      </p:sp>
      <p:grpSp>
        <p:nvGrpSpPr>
          <p:cNvPr id="174" name="Google Shape;174;p10"/>
          <p:cNvGrpSpPr/>
          <p:nvPr/>
        </p:nvGrpSpPr>
        <p:grpSpPr>
          <a:xfrm>
            <a:off x="7996778" y="4448298"/>
            <a:ext cx="3182671" cy="2381004"/>
            <a:chOff x="2291993" y="3435564"/>
            <a:chExt cx="3716071" cy="2780049"/>
          </a:xfrm>
        </p:grpSpPr>
        <p:grpSp>
          <p:nvGrpSpPr>
            <p:cNvPr id="175" name="Google Shape;175;p10"/>
            <p:cNvGrpSpPr/>
            <p:nvPr/>
          </p:nvGrpSpPr>
          <p:grpSpPr>
            <a:xfrm>
              <a:off x="2671650" y="5062218"/>
              <a:ext cx="267413" cy="375174"/>
              <a:chOff x="1573574" y="5577814"/>
              <a:chExt cx="294649" cy="413386"/>
            </a:xfrm>
          </p:grpSpPr>
          <p:sp>
            <p:nvSpPr>
              <p:cNvPr id="176" name="Google Shape;176;p10"/>
              <p:cNvSpPr/>
              <p:nvPr/>
            </p:nvSpPr>
            <p:spPr>
              <a:xfrm>
                <a:off x="1573580" y="5577814"/>
                <a:ext cx="294500" cy="413029"/>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177" name="Google Shape;177;p10"/>
              <p:cNvSpPr/>
              <p:nvPr/>
            </p:nvSpPr>
            <p:spPr>
              <a:xfrm>
                <a:off x="1573637" y="5677241"/>
                <a:ext cx="112395" cy="313690"/>
              </a:xfrm>
              <a:custGeom>
                <a:rect b="b" l="l" r="r" t="t"/>
                <a:pathLst>
                  <a:path extrusionOk="0" h="313689" w="112394">
                    <a:moveTo>
                      <a:pt x="111780" y="62242"/>
                    </a:moveTo>
                    <a:lnTo>
                      <a:pt x="79892" y="53623"/>
                    </a:lnTo>
                    <a:lnTo>
                      <a:pt x="50223" y="40147"/>
                    </a:lnTo>
                    <a:lnTo>
                      <a:pt x="23386" y="22158"/>
                    </a:lnTo>
                    <a:lnTo>
                      <a:pt x="0" y="0"/>
                    </a:lnTo>
                    <a:lnTo>
                      <a:pt x="0" y="256314"/>
                    </a:lnTo>
                    <a:lnTo>
                      <a:pt x="23725" y="277264"/>
                    </a:lnTo>
                    <a:lnTo>
                      <a:pt x="50674" y="294006"/>
                    </a:lnTo>
                    <a:lnTo>
                      <a:pt x="80230" y="306225"/>
                    </a:lnTo>
                    <a:lnTo>
                      <a:pt x="111774" y="313603"/>
                    </a:lnTo>
                    <a:lnTo>
                      <a:pt x="111705" y="62242"/>
                    </a:lnTo>
                  </a:path>
                </a:pathLst>
              </a:custGeom>
              <a:noFill/>
              <a:ln cap="flat" cmpd="sng" w="9525">
                <a:solidFill>
                  <a:srgbClr val="A7845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178" name="Google Shape;178;p10"/>
              <p:cNvSpPr/>
              <p:nvPr/>
            </p:nvSpPr>
            <p:spPr>
              <a:xfrm>
                <a:off x="1685340" y="5639066"/>
                <a:ext cx="182740" cy="35148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179" name="Google Shape;179;p10"/>
              <p:cNvSpPr/>
              <p:nvPr/>
            </p:nvSpPr>
            <p:spPr>
              <a:xfrm>
                <a:off x="1685343" y="5639068"/>
                <a:ext cx="182880" cy="351790"/>
              </a:xfrm>
              <a:custGeom>
                <a:rect b="b" l="l" r="r" t="t"/>
                <a:pathLst>
                  <a:path extrusionOk="0" h="351789" w="182880">
                    <a:moveTo>
                      <a:pt x="0" y="100416"/>
                    </a:moveTo>
                    <a:lnTo>
                      <a:pt x="0" y="351485"/>
                    </a:lnTo>
                    <a:lnTo>
                      <a:pt x="182743" y="252060"/>
                    </a:lnTo>
                    <a:lnTo>
                      <a:pt x="182743" y="0"/>
                    </a:lnTo>
                    <a:lnTo>
                      <a:pt x="0" y="100416"/>
                    </a:lnTo>
                    <a:close/>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180" name="Google Shape;180;p10"/>
              <p:cNvSpPr/>
              <p:nvPr/>
            </p:nvSpPr>
            <p:spPr>
              <a:xfrm>
                <a:off x="1573574" y="5577816"/>
                <a:ext cx="294640" cy="413384"/>
              </a:xfrm>
              <a:custGeom>
                <a:rect b="b" l="l" r="r" t="t"/>
                <a:pathLst>
                  <a:path extrusionOk="0" h="413385" w="294639">
                    <a:moveTo>
                      <a:pt x="294512" y="61252"/>
                    </a:moveTo>
                    <a:lnTo>
                      <a:pt x="181253" y="0"/>
                    </a:lnTo>
                    <a:lnTo>
                      <a:pt x="0" y="99716"/>
                    </a:lnTo>
                    <a:lnTo>
                      <a:pt x="63" y="355739"/>
                    </a:lnTo>
                    <a:lnTo>
                      <a:pt x="23788" y="376689"/>
                    </a:lnTo>
                    <a:lnTo>
                      <a:pt x="50738" y="393432"/>
                    </a:lnTo>
                    <a:lnTo>
                      <a:pt x="80294" y="405651"/>
                    </a:lnTo>
                    <a:lnTo>
                      <a:pt x="111838" y="413028"/>
                    </a:lnTo>
                    <a:lnTo>
                      <a:pt x="294512" y="313312"/>
                    </a:lnTo>
                    <a:lnTo>
                      <a:pt x="294512" y="61252"/>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181" name="Google Shape;181;p10"/>
              <p:cNvSpPr/>
              <p:nvPr/>
            </p:nvSpPr>
            <p:spPr>
              <a:xfrm>
                <a:off x="1614766" y="5831395"/>
                <a:ext cx="20472" cy="25349"/>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182" name="Google Shape;182;p10"/>
              <p:cNvSpPr/>
              <p:nvPr/>
            </p:nvSpPr>
            <p:spPr>
              <a:xfrm>
                <a:off x="1614767" y="5831391"/>
                <a:ext cx="20955" cy="25400"/>
              </a:xfrm>
              <a:custGeom>
                <a:rect b="b" l="l" r="r" t="t"/>
                <a:pathLst>
                  <a:path extrusionOk="0" h="25400" w="20955">
                    <a:moveTo>
                      <a:pt x="18276" y="9732"/>
                    </a:moveTo>
                    <a:lnTo>
                      <a:pt x="16076" y="3613"/>
                    </a:lnTo>
                    <a:lnTo>
                      <a:pt x="10690" y="0"/>
                    </a:lnTo>
                    <a:lnTo>
                      <a:pt x="6251" y="1631"/>
                    </a:lnTo>
                    <a:lnTo>
                      <a:pt x="1812" y="3263"/>
                    </a:lnTo>
                    <a:lnTo>
                      <a:pt x="0" y="9499"/>
                    </a:lnTo>
                    <a:lnTo>
                      <a:pt x="2199" y="15618"/>
                    </a:lnTo>
                    <a:lnTo>
                      <a:pt x="4398" y="21738"/>
                    </a:lnTo>
                    <a:lnTo>
                      <a:pt x="9784" y="25351"/>
                    </a:lnTo>
                    <a:lnTo>
                      <a:pt x="14223" y="23719"/>
                    </a:lnTo>
                    <a:lnTo>
                      <a:pt x="18662" y="22088"/>
                    </a:lnTo>
                    <a:lnTo>
                      <a:pt x="20475" y="15793"/>
                    </a:lnTo>
                    <a:lnTo>
                      <a:pt x="18276" y="9732"/>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183" name="Google Shape;183;p10"/>
              <p:cNvSpPr/>
              <p:nvPr/>
            </p:nvSpPr>
            <p:spPr>
              <a:xfrm>
                <a:off x="1589949" y="5882972"/>
                <a:ext cx="79012" cy="73309"/>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184" name="Google Shape;184;p10"/>
              <p:cNvSpPr/>
              <p:nvPr/>
            </p:nvSpPr>
            <p:spPr>
              <a:xfrm>
                <a:off x="1588604" y="5725617"/>
                <a:ext cx="81915" cy="46355"/>
              </a:xfrm>
              <a:custGeom>
                <a:rect b="b" l="l" r="r" t="t"/>
                <a:pathLst>
                  <a:path extrusionOk="0" h="46354" w="81914">
                    <a:moveTo>
                      <a:pt x="3251" y="0"/>
                    </a:moveTo>
                    <a:lnTo>
                      <a:pt x="1663" y="50"/>
                    </a:lnTo>
                    <a:lnTo>
                      <a:pt x="241" y="1511"/>
                    </a:lnTo>
                    <a:lnTo>
                      <a:pt x="0" y="2146"/>
                    </a:lnTo>
                    <a:lnTo>
                      <a:pt x="253" y="4546"/>
                    </a:lnTo>
                    <a:lnTo>
                      <a:pt x="1244" y="5994"/>
                    </a:lnTo>
                    <a:lnTo>
                      <a:pt x="2755" y="6807"/>
                    </a:lnTo>
                    <a:lnTo>
                      <a:pt x="19762" y="19633"/>
                    </a:lnTo>
                    <a:lnTo>
                      <a:pt x="38142" y="30500"/>
                    </a:lnTo>
                    <a:lnTo>
                      <a:pt x="57710" y="39313"/>
                    </a:lnTo>
                    <a:lnTo>
                      <a:pt x="78282" y="45973"/>
                    </a:lnTo>
                    <a:lnTo>
                      <a:pt x="80378" y="45567"/>
                    </a:lnTo>
                    <a:lnTo>
                      <a:pt x="81686" y="43586"/>
                    </a:lnTo>
                    <a:lnTo>
                      <a:pt x="80886" y="40271"/>
                    </a:lnTo>
                    <a:lnTo>
                      <a:pt x="79743" y="39154"/>
                    </a:lnTo>
                    <a:lnTo>
                      <a:pt x="78282" y="38874"/>
                    </a:lnTo>
                    <a:lnTo>
                      <a:pt x="58132" y="32417"/>
                    </a:lnTo>
                    <a:lnTo>
                      <a:pt x="38955" y="23871"/>
                    </a:lnTo>
                    <a:lnTo>
                      <a:pt x="20938" y="13326"/>
                    </a:lnTo>
                    <a:lnTo>
                      <a:pt x="3251"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185" name="Google Shape;185;p10"/>
              <p:cNvSpPr/>
              <p:nvPr/>
            </p:nvSpPr>
            <p:spPr>
              <a:xfrm>
                <a:off x="1588611" y="5725613"/>
                <a:ext cx="81915" cy="46355"/>
              </a:xfrm>
              <a:custGeom>
                <a:rect b="b" l="l" r="r" t="t"/>
                <a:pathLst>
                  <a:path extrusionOk="0" h="46354" w="81914">
                    <a:moveTo>
                      <a:pt x="2753" y="6818"/>
                    </a:moveTo>
                    <a:lnTo>
                      <a:pt x="19756" y="19642"/>
                    </a:lnTo>
                    <a:lnTo>
                      <a:pt x="38135" y="30509"/>
                    </a:lnTo>
                    <a:lnTo>
                      <a:pt x="57704" y="39322"/>
                    </a:lnTo>
                    <a:lnTo>
                      <a:pt x="78276" y="45982"/>
                    </a:lnTo>
                    <a:lnTo>
                      <a:pt x="80366" y="45574"/>
                    </a:lnTo>
                    <a:lnTo>
                      <a:pt x="81676" y="43593"/>
                    </a:lnTo>
                    <a:lnTo>
                      <a:pt x="81203" y="41611"/>
                    </a:lnTo>
                    <a:lnTo>
                      <a:pt x="80879" y="40271"/>
                    </a:lnTo>
                    <a:lnTo>
                      <a:pt x="79736" y="39164"/>
                    </a:lnTo>
                    <a:lnTo>
                      <a:pt x="78276" y="38872"/>
                    </a:lnTo>
                    <a:lnTo>
                      <a:pt x="58124" y="32419"/>
                    </a:lnTo>
                    <a:lnTo>
                      <a:pt x="38948" y="23872"/>
                    </a:lnTo>
                    <a:lnTo>
                      <a:pt x="20933" y="13326"/>
                    </a:lnTo>
                    <a:lnTo>
                      <a:pt x="4265" y="874"/>
                    </a:lnTo>
                    <a:lnTo>
                      <a:pt x="3244" y="0"/>
                    </a:lnTo>
                    <a:lnTo>
                      <a:pt x="1662" y="58"/>
                    </a:lnTo>
                    <a:lnTo>
                      <a:pt x="721" y="990"/>
                    </a:lnTo>
                    <a:lnTo>
                      <a:pt x="230" y="1515"/>
                    </a:lnTo>
                    <a:lnTo>
                      <a:pt x="0" y="2156"/>
                    </a:lnTo>
                    <a:lnTo>
                      <a:pt x="80" y="2855"/>
                    </a:lnTo>
                    <a:lnTo>
                      <a:pt x="242" y="4545"/>
                    </a:lnTo>
                    <a:lnTo>
                      <a:pt x="1235" y="6002"/>
                    </a:lnTo>
                    <a:lnTo>
                      <a:pt x="2753" y="6818"/>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186" name="Google Shape;186;p10"/>
              <p:cNvSpPr/>
              <p:nvPr/>
            </p:nvSpPr>
            <p:spPr>
              <a:xfrm>
                <a:off x="1610728" y="5748104"/>
                <a:ext cx="25196" cy="14634"/>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187" name="Google Shape;187;p10"/>
              <p:cNvSpPr/>
              <p:nvPr/>
            </p:nvSpPr>
            <p:spPr>
              <a:xfrm>
                <a:off x="1610732" y="5748102"/>
                <a:ext cx="25400" cy="15240"/>
              </a:xfrm>
              <a:custGeom>
                <a:rect b="b" l="l" r="r" t="t"/>
                <a:pathLst>
                  <a:path extrusionOk="0" h="15239" w="25400">
                    <a:moveTo>
                      <a:pt x="25191" y="14227"/>
                    </a:moveTo>
                    <a:lnTo>
                      <a:pt x="20825" y="6010"/>
                    </a:lnTo>
                    <a:lnTo>
                      <a:pt x="15151" y="1158"/>
                    </a:lnTo>
                    <a:lnTo>
                      <a:pt x="8834" y="0"/>
                    </a:lnTo>
                    <a:lnTo>
                      <a:pt x="2539" y="2862"/>
                    </a:lnTo>
                    <a:lnTo>
                      <a:pt x="0" y="7875"/>
                    </a:lnTo>
                    <a:lnTo>
                      <a:pt x="6026" y="12945"/>
                    </a:lnTo>
                    <a:lnTo>
                      <a:pt x="15995" y="14227"/>
                    </a:lnTo>
                    <a:lnTo>
                      <a:pt x="19014" y="14635"/>
                    </a:lnTo>
                    <a:lnTo>
                      <a:pt x="22178" y="14635"/>
                    </a:lnTo>
                    <a:lnTo>
                      <a:pt x="25191" y="14227"/>
                    </a:lnTo>
                    <a:close/>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188" name="Google Shape;188;p10"/>
              <p:cNvSpPr/>
              <p:nvPr/>
            </p:nvSpPr>
            <p:spPr>
              <a:xfrm>
                <a:off x="1591691" y="5753354"/>
                <a:ext cx="75526" cy="59093"/>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189" name="Google Shape;189;p10"/>
              <p:cNvSpPr/>
              <p:nvPr/>
            </p:nvSpPr>
            <p:spPr>
              <a:xfrm>
                <a:off x="1591691" y="5757253"/>
                <a:ext cx="75565" cy="44450"/>
              </a:xfrm>
              <a:custGeom>
                <a:rect b="b" l="l" r="r" t="t"/>
                <a:pathLst>
                  <a:path extrusionOk="0" h="44450" w="75564">
                    <a:moveTo>
                      <a:pt x="0" y="0"/>
                    </a:moveTo>
                    <a:lnTo>
                      <a:pt x="0" y="5016"/>
                    </a:lnTo>
                    <a:lnTo>
                      <a:pt x="16949" y="17906"/>
                    </a:lnTo>
                    <a:lnTo>
                      <a:pt x="35320" y="28795"/>
                    </a:lnTo>
                    <a:lnTo>
                      <a:pt x="54912" y="37586"/>
                    </a:lnTo>
                    <a:lnTo>
                      <a:pt x="75526" y="44183"/>
                    </a:lnTo>
                    <a:lnTo>
                      <a:pt x="75526" y="39166"/>
                    </a:lnTo>
                    <a:lnTo>
                      <a:pt x="55072" y="32255"/>
                    </a:lnTo>
                    <a:lnTo>
                      <a:pt x="35558" y="23369"/>
                    </a:lnTo>
                    <a:lnTo>
                      <a:pt x="17146" y="12590"/>
                    </a:lnTo>
                    <a:lnTo>
                      <a:pt x="0"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190" name="Google Shape;190;p10"/>
              <p:cNvSpPr/>
              <p:nvPr/>
            </p:nvSpPr>
            <p:spPr>
              <a:xfrm>
                <a:off x="1591694" y="5753005"/>
                <a:ext cx="75565" cy="59690"/>
              </a:xfrm>
              <a:custGeom>
                <a:rect b="b" l="l" r="r" t="t"/>
                <a:pathLst>
                  <a:path extrusionOk="0" h="59689" w="75564">
                    <a:moveTo>
                      <a:pt x="0" y="0"/>
                    </a:moveTo>
                    <a:lnTo>
                      <a:pt x="0" y="19931"/>
                    </a:lnTo>
                    <a:lnTo>
                      <a:pt x="17145" y="32517"/>
                    </a:lnTo>
                    <a:lnTo>
                      <a:pt x="35555" y="43294"/>
                    </a:lnTo>
                    <a:lnTo>
                      <a:pt x="55068" y="52181"/>
                    </a:lnTo>
                    <a:lnTo>
                      <a:pt x="75522" y="59095"/>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191" name="Google Shape;191;p10"/>
              <p:cNvSpPr/>
              <p:nvPr/>
            </p:nvSpPr>
            <p:spPr>
              <a:xfrm>
                <a:off x="1591694" y="5753704"/>
                <a:ext cx="75565" cy="59690"/>
              </a:xfrm>
              <a:custGeom>
                <a:rect b="b" l="l" r="r" t="t"/>
                <a:pathLst>
                  <a:path extrusionOk="0" h="59689" w="75564">
                    <a:moveTo>
                      <a:pt x="75522" y="59095"/>
                    </a:moveTo>
                    <a:lnTo>
                      <a:pt x="75522" y="39164"/>
                    </a:lnTo>
                    <a:lnTo>
                      <a:pt x="55116" y="32159"/>
                    </a:lnTo>
                    <a:lnTo>
                      <a:pt x="35627" y="23253"/>
                    </a:lnTo>
                    <a:lnTo>
                      <a:pt x="17205" y="12511"/>
                    </a:lnTo>
                    <a:lnTo>
                      <a:pt x="0"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grpSp>
        <p:sp>
          <p:nvSpPr>
            <p:cNvPr id="192" name="Google Shape;192;p10"/>
            <p:cNvSpPr txBox="1"/>
            <p:nvPr/>
          </p:nvSpPr>
          <p:spPr>
            <a:xfrm>
              <a:off x="2718644" y="5439296"/>
              <a:ext cx="173467" cy="192062"/>
            </a:xfrm>
            <a:prstGeom prst="rect">
              <a:avLst/>
            </a:prstGeom>
            <a:noFill/>
            <a:ln>
              <a:noFill/>
            </a:ln>
          </p:spPr>
          <p:txBody>
            <a:bodyPr anchorCtr="0" anchor="t" bIns="0" lIns="0" spcFirstLastPara="1" rIns="0" wrap="square" tIns="10350">
              <a:spAutoFit/>
            </a:bodyPr>
            <a:lstStyle/>
            <a:p>
              <a:pPr indent="4611" lvl="0" marL="11527" marR="4611" rtl="0" algn="l">
                <a:lnSpc>
                  <a:spcPct val="100000"/>
                </a:lnSpc>
                <a:spcBef>
                  <a:spcPts val="0"/>
                </a:spcBef>
                <a:spcAft>
                  <a:spcPts val="0"/>
                </a:spcAft>
                <a:buClr>
                  <a:srgbClr val="000000"/>
                </a:buClr>
                <a:buSzPts val="590"/>
                <a:buFont typeface="Arial"/>
                <a:buNone/>
              </a:pPr>
              <a:r>
                <a:rPr b="0" i="0" lang="en-US" sz="590" u="none" cap="none" strike="noStrike">
                  <a:solidFill>
                    <a:schemeClr val="dk1"/>
                  </a:solidFill>
                  <a:latin typeface="Carlito"/>
                  <a:ea typeface="Carlito"/>
                  <a:cs typeface="Carlito"/>
                  <a:sym typeface="Carlito"/>
                </a:rPr>
                <a:t>MTA  MDA</a:t>
              </a:r>
              <a:endParaRPr b="0" i="0" sz="590" u="none" cap="none" strike="noStrike">
                <a:solidFill>
                  <a:schemeClr val="dk1"/>
                </a:solidFill>
                <a:latin typeface="Carlito"/>
                <a:ea typeface="Carlito"/>
                <a:cs typeface="Carlito"/>
                <a:sym typeface="Carlito"/>
              </a:endParaRPr>
            </a:p>
          </p:txBody>
        </p:sp>
        <p:grpSp>
          <p:nvGrpSpPr>
            <p:cNvPr id="193" name="Google Shape;193;p10"/>
            <p:cNvGrpSpPr/>
            <p:nvPr/>
          </p:nvGrpSpPr>
          <p:grpSpPr>
            <a:xfrm>
              <a:off x="4869558" y="5092210"/>
              <a:ext cx="267406" cy="375172"/>
              <a:chOff x="3995343" y="5610860"/>
              <a:chExt cx="294641" cy="413384"/>
            </a:xfrm>
          </p:grpSpPr>
          <p:sp>
            <p:nvSpPr>
              <p:cNvPr id="194" name="Google Shape;194;p10"/>
              <p:cNvSpPr/>
              <p:nvPr/>
            </p:nvSpPr>
            <p:spPr>
              <a:xfrm>
                <a:off x="3995343" y="5610860"/>
                <a:ext cx="294513" cy="413029"/>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195" name="Google Shape;195;p10"/>
              <p:cNvSpPr/>
              <p:nvPr/>
            </p:nvSpPr>
            <p:spPr>
              <a:xfrm>
                <a:off x="3995402" y="5710285"/>
                <a:ext cx="111760" cy="313690"/>
              </a:xfrm>
              <a:custGeom>
                <a:rect b="b" l="l" r="r" t="t"/>
                <a:pathLst>
                  <a:path extrusionOk="0" h="313689" w="111760">
                    <a:moveTo>
                      <a:pt x="111757" y="62242"/>
                    </a:moveTo>
                    <a:lnTo>
                      <a:pt x="79886" y="53623"/>
                    </a:lnTo>
                    <a:lnTo>
                      <a:pt x="50228" y="40147"/>
                    </a:lnTo>
                    <a:lnTo>
                      <a:pt x="23396" y="22158"/>
                    </a:lnTo>
                    <a:lnTo>
                      <a:pt x="0" y="0"/>
                    </a:lnTo>
                    <a:lnTo>
                      <a:pt x="0" y="256314"/>
                    </a:lnTo>
                    <a:lnTo>
                      <a:pt x="23720" y="277264"/>
                    </a:lnTo>
                    <a:lnTo>
                      <a:pt x="50661" y="294006"/>
                    </a:lnTo>
                    <a:lnTo>
                      <a:pt x="80211" y="306225"/>
                    </a:lnTo>
                    <a:lnTo>
                      <a:pt x="111757" y="313603"/>
                    </a:lnTo>
                    <a:lnTo>
                      <a:pt x="111699" y="62242"/>
                    </a:lnTo>
                  </a:path>
                </a:pathLst>
              </a:custGeom>
              <a:noFill/>
              <a:ln cap="flat" cmpd="sng" w="9525">
                <a:solidFill>
                  <a:srgbClr val="A7845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196" name="Google Shape;196;p10"/>
              <p:cNvSpPr/>
              <p:nvPr/>
            </p:nvSpPr>
            <p:spPr>
              <a:xfrm>
                <a:off x="4107103" y="5672112"/>
                <a:ext cx="182752" cy="351485"/>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197" name="Google Shape;197;p10"/>
              <p:cNvSpPr/>
              <p:nvPr/>
            </p:nvSpPr>
            <p:spPr>
              <a:xfrm>
                <a:off x="4107102" y="5672112"/>
                <a:ext cx="182880" cy="351790"/>
              </a:xfrm>
              <a:custGeom>
                <a:rect b="b" l="l" r="r" t="t"/>
                <a:pathLst>
                  <a:path extrusionOk="0" h="351789" w="182879">
                    <a:moveTo>
                      <a:pt x="0" y="100416"/>
                    </a:moveTo>
                    <a:lnTo>
                      <a:pt x="0" y="351485"/>
                    </a:lnTo>
                    <a:lnTo>
                      <a:pt x="182760" y="252060"/>
                    </a:lnTo>
                    <a:lnTo>
                      <a:pt x="182760" y="0"/>
                    </a:lnTo>
                    <a:lnTo>
                      <a:pt x="0" y="100416"/>
                    </a:lnTo>
                    <a:close/>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198" name="Google Shape;198;p10"/>
              <p:cNvSpPr/>
              <p:nvPr/>
            </p:nvSpPr>
            <p:spPr>
              <a:xfrm>
                <a:off x="3995344" y="5610860"/>
                <a:ext cx="294640" cy="413384"/>
              </a:xfrm>
              <a:custGeom>
                <a:rect b="b" l="l" r="r" t="t"/>
                <a:pathLst>
                  <a:path extrusionOk="0" h="413385" w="294639">
                    <a:moveTo>
                      <a:pt x="294517" y="61252"/>
                    </a:moveTo>
                    <a:lnTo>
                      <a:pt x="181259" y="0"/>
                    </a:lnTo>
                    <a:lnTo>
                      <a:pt x="0" y="99716"/>
                    </a:lnTo>
                    <a:lnTo>
                      <a:pt x="57" y="355739"/>
                    </a:lnTo>
                    <a:lnTo>
                      <a:pt x="23778" y="376689"/>
                    </a:lnTo>
                    <a:lnTo>
                      <a:pt x="50719" y="393432"/>
                    </a:lnTo>
                    <a:lnTo>
                      <a:pt x="80268" y="405651"/>
                    </a:lnTo>
                    <a:lnTo>
                      <a:pt x="111815" y="413028"/>
                    </a:lnTo>
                    <a:lnTo>
                      <a:pt x="294517" y="313312"/>
                    </a:lnTo>
                    <a:lnTo>
                      <a:pt x="294517" y="61252"/>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199" name="Google Shape;199;p10"/>
              <p:cNvSpPr/>
              <p:nvPr/>
            </p:nvSpPr>
            <p:spPr>
              <a:xfrm>
                <a:off x="4036504" y="5864440"/>
                <a:ext cx="20485" cy="25349"/>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00" name="Google Shape;200;p10"/>
              <p:cNvSpPr/>
              <p:nvPr/>
            </p:nvSpPr>
            <p:spPr>
              <a:xfrm>
                <a:off x="4036503" y="5864435"/>
                <a:ext cx="20955" cy="25400"/>
              </a:xfrm>
              <a:custGeom>
                <a:rect b="b" l="l" r="r" t="t"/>
                <a:pathLst>
                  <a:path extrusionOk="0" h="25400" w="20954">
                    <a:moveTo>
                      <a:pt x="18299" y="9732"/>
                    </a:moveTo>
                    <a:lnTo>
                      <a:pt x="16105" y="3613"/>
                    </a:lnTo>
                    <a:lnTo>
                      <a:pt x="10737" y="0"/>
                    </a:lnTo>
                    <a:lnTo>
                      <a:pt x="6292" y="1631"/>
                    </a:lnTo>
                    <a:lnTo>
                      <a:pt x="1847" y="3263"/>
                    </a:lnTo>
                    <a:lnTo>
                      <a:pt x="0" y="9499"/>
                    </a:lnTo>
                    <a:lnTo>
                      <a:pt x="2251" y="15618"/>
                    </a:lnTo>
                    <a:lnTo>
                      <a:pt x="4444" y="21738"/>
                    </a:lnTo>
                    <a:lnTo>
                      <a:pt x="9813" y="25351"/>
                    </a:lnTo>
                    <a:lnTo>
                      <a:pt x="14258" y="23719"/>
                    </a:lnTo>
                    <a:lnTo>
                      <a:pt x="18703" y="22088"/>
                    </a:lnTo>
                    <a:lnTo>
                      <a:pt x="20492" y="15793"/>
                    </a:lnTo>
                    <a:lnTo>
                      <a:pt x="18299" y="9732"/>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01" name="Google Shape;201;p10"/>
              <p:cNvSpPr/>
              <p:nvPr/>
            </p:nvSpPr>
            <p:spPr>
              <a:xfrm>
                <a:off x="4011725" y="5916017"/>
                <a:ext cx="78995" cy="73309"/>
              </a:xfrm>
              <a:prstGeom prst="rect">
                <a:avLst/>
              </a:prstGeom>
              <a:blipFill rotWithShape="1">
                <a:blip r:embed="rId12">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02" name="Google Shape;202;p10"/>
              <p:cNvSpPr/>
              <p:nvPr/>
            </p:nvSpPr>
            <p:spPr>
              <a:xfrm>
                <a:off x="4010355" y="5758599"/>
                <a:ext cx="81915" cy="46355"/>
              </a:xfrm>
              <a:custGeom>
                <a:rect b="b" l="l" r="r" t="t"/>
                <a:pathLst>
                  <a:path extrusionOk="0" h="46354" w="81914">
                    <a:moveTo>
                      <a:pt x="3289" y="0"/>
                    </a:moveTo>
                    <a:lnTo>
                      <a:pt x="1676" y="114"/>
                    </a:lnTo>
                    <a:lnTo>
                      <a:pt x="228" y="1574"/>
                    </a:lnTo>
                    <a:lnTo>
                      <a:pt x="0" y="2209"/>
                    </a:lnTo>
                    <a:lnTo>
                      <a:pt x="279" y="4546"/>
                    </a:lnTo>
                    <a:lnTo>
                      <a:pt x="1269" y="6057"/>
                    </a:lnTo>
                    <a:lnTo>
                      <a:pt x="2768" y="6870"/>
                    </a:lnTo>
                    <a:lnTo>
                      <a:pt x="19759" y="19698"/>
                    </a:lnTo>
                    <a:lnTo>
                      <a:pt x="38138" y="30568"/>
                    </a:lnTo>
                    <a:lnTo>
                      <a:pt x="57707" y="39381"/>
                    </a:lnTo>
                    <a:lnTo>
                      <a:pt x="78270" y="46037"/>
                    </a:lnTo>
                    <a:lnTo>
                      <a:pt x="80416" y="45631"/>
                    </a:lnTo>
                    <a:lnTo>
                      <a:pt x="81673" y="43649"/>
                    </a:lnTo>
                    <a:lnTo>
                      <a:pt x="80873" y="40335"/>
                    </a:lnTo>
                    <a:lnTo>
                      <a:pt x="79768" y="39217"/>
                    </a:lnTo>
                    <a:lnTo>
                      <a:pt x="78270" y="38925"/>
                    </a:lnTo>
                    <a:lnTo>
                      <a:pt x="58127" y="32475"/>
                    </a:lnTo>
                    <a:lnTo>
                      <a:pt x="38954" y="23931"/>
                    </a:lnTo>
                    <a:lnTo>
                      <a:pt x="20937" y="13384"/>
                    </a:lnTo>
                    <a:lnTo>
                      <a:pt x="4267" y="927"/>
                    </a:lnTo>
                    <a:lnTo>
                      <a:pt x="3289"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03" name="Google Shape;203;p10"/>
              <p:cNvSpPr/>
              <p:nvPr/>
            </p:nvSpPr>
            <p:spPr>
              <a:xfrm>
                <a:off x="4010353" y="5758599"/>
                <a:ext cx="81915" cy="46355"/>
              </a:xfrm>
              <a:custGeom>
                <a:rect b="b" l="l" r="r" t="t"/>
                <a:pathLst>
                  <a:path extrusionOk="0" h="46354" w="81914">
                    <a:moveTo>
                      <a:pt x="2770" y="6877"/>
                    </a:moveTo>
                    <a:lnTo>
                      <a:pt x="19763" y="19700"/>
                    </a:lnTo>
                    <a:lnTo>
                      <a:pt x="38142" y="30567"/>
                    </a:lnTo>
                    <a:lnTo>
                      <a:pt x="57711" y="39380"/>
                    </a:lnTo>
                    <a:lnTo>
                      <a:pt x="78276" y="46041"/>
                    </a:lnTo>
                    <a:lnTo>
                      <a:pt x="80412" y="45633"/>
                    </a:lnTo>
                    <a:lnTo>
                      <a:pt x="81682" y="43651"/>
                    </a:lnTo>
                    <a:lnTo>
                      <a:pt x="81220" y="41670"/>
                    </a:lnTo>
                    <a:lnTo>
                      <a:pt x="80874" y="40329"/>
                    </a:lnTo>
                    <a:lnTo>
                      <a:pt x="79777" y="39222"/>
                    </a:lnTo>
                    <a:lnTo>
                      <a:pt x="78276" y="38930"/>
                    </a:lnTo>
                    <a:lnTo>
                      <a:pt x="58132" y="32477"/>
                    </a:lnTo>
                    <a:lnTo>
                      <a:pt x="38957" y="23931"/>
                    </a:lnTo>
                    <a:lnTo>
                      <a:pt x="20940" y="13385"/>
                    </a:lnTo>
                    <a:lnTo>
                      <a:pt x="4271" y="932"/>
                    </a:lnTo>
                    <a:lnTo>
                      <a:pt x="3290" y="0"/>
                    </a:lnTo>
                    <a:lnTo>
                      <a:pt x="1674" y="116"/>
                    </a:lnTo>
                    <a:lnTo>
                      <a:pt x="750" y="1049"/>
                    </a:lnTo>
                    <a:lnTo>
                      <a:pt x="230" y="1573"/>
                    </a:lnTo>
                    <a:lnTo>
                      <a:pt x="0" y="2214"/>
                    </a:lnTo>
                    <a:lnTo>
                      <a:pt x="115" y="2913"/>
                    </a:lnTo>
                    <a:lnTo>
                      <a:pt x="288" y="4545"/>
                    </a:lnTo>
                    <a:lnTo>
                      <a:pt x="1269" y="6061"/>
                    </a:lnTo>
                    <a:lnTo>
                      <a:pt x="2770" y="687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04" name="Google Shape;204;p10"/>
              <p:cNvSpPr/>
              <p:nvPr/>
            </p:nvSpPr>
            <p:spPr>
              <a:xfrm>
                <a:off x="4032516" y="5781149"/>
                <a:ext cx="25171" cy="14634"/>
              </a:xfrm>
              <a:prstGeom prst="rect">
                <a:avLst/>
              </a:prstGeom>
              <a:blipFill rotWithShape="1">
                <a:blip r:embed="rId1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05" name="Google Shape;205;p10"/>
              <p:cNvSpPr/>
              <p:nvPr/>
            </p:nvSpPr>
            <p:spPr>
              <a:xfrm>
                <a:off x="4032520" y="5781146"/>
                <a:ext cx="25400" cy="15240"/>
              </a:xfrm>
              <a:custGeom>
                <a:rect b="b" l="l" r="r" t="t"/>
                <a:pathLst>
                  <a:path extrusionOk="0" h="15239" w="25400">
                    <a:moveTo>
                      <a:pt x="25168" y="14227"/>
                    </a:moveTo>
                    <a:lnTo>
                      <a:pt x="20796" y="6010"/>
                    </a:lnTo>
                    <a:lnTo>
                      <a:pt x="15131" y="1158"/>
                    </a:lnTo>
                    <a:lnTo>
                      <a:pt x="8827" y="0"/>
                    </a:lnTo>
                    <a:lnTo>
                      <a:pt x="2539" y="2862"/>
                    </a:lnTo>
                    <a:lnTo>
                      <a:pt x="0" y="7875"/>
                    </a:lnTo>
                    <a:lnTo>
                      <a:pt x="6003" y="12945"/>
                    </a:lnTo>
                    <a:lnTo>
                      <a:pt x="15990" y="14227"/>
                    </a:lnTo>
                    <a:lnTo>
                      <a:pt x="18991" y="14635"/>
                    </a:lnTo>
                    <a:lnTo>
                      <a:pt x="22166" y="14635"/>
                    </a:lnTo>
                    <a:lnTo>
                      <a:pt x="25168" y="14227"/>
                    </a:lnTo>
                    <a:close/>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06" name="Google Shape;206;p10"/>
              <p:cNvSpPr/>
              <p:nvPr/>
            </p:nvSpPr>
            <p:spPr>
              <a:xfrm>
                <a:off x="4013466" y="5786399"/>
                <a:ext cx="75501" cy="59093"/>
              </a:xfrm>
              <a:prstGeom prst="rect">
                <a:avLst/>
              </a:prstGeom>
              <a:blipFill rotWithShape="1">
                <a:blip r:embed="rId1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07" name="Google Shape;207;p10"/>
              <p:cNvSpPr/>
              <p:nvPr/>
            </p:nvSpPr>
            <p:spPr>
              <a:xfrm>
                <a:off x="4013466" y="5790298"/>
                <a:ext cx="75565" cy="44450"/>
              </a:xfrm>
              <a:custGeom>
                <a:rect b="b" l="l" r="r" t="t"/>
                <a:pathLst>
                  <a:path extrusionOk="0" h="44450" w="75564">
                    <a:moveTo>
                      <a:pt x="0" y="0"/>
                    </a:moveTo>
                    <a:lnTo>
                      <a:pt x="0" y="5016"/>
                    </a:lnTo>
                    <a:lnTo>
                      <a:pt x="16938" y="17906"/>
                    </a:lnTo>
                    <a:lnTo>
                      <a:pt x="35307" y="28795"/>
                    </a:lnTo>
                    <a:lnTo>
                      <a:pt x="54897" y="37586"/>
                    </a:lnTo>
                    <a:lnTo>
                      <a:pt x="75501" y="44183"/>
                    </a:lnTo>
                    <a:lnTo>
                      <a:pt x="75501" y="39166"/>
                    </a:lnTo>
                    <a:lnTo>
                      <a:pt x="55055" y="32255"/>
                    </a:lnTo>
                    <a:lnTo>
                      <a:pt x="35545" y="23369"/>
                    </a:lnTo>
                    <a:lnTo>
                      <a:pt x="17138" y="12590"/>
                    </a:lnTo>
                    <a:lnTo>
                      <a:pt x="0"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08" name="Google Shape;208;p10"/>
              <p:cNvSpPr/>
              <p:nvPr/>
            </p:nvSpPr>
            <p:spPr>
              <a:xfrm>
                <a:off x="4013470" y="5786049"/>
                <a:ext cx="75565" cy="59690"/>
              </a:xfrm>
              <a:custGeom>
                <a:rect b="b" l="l" r="r" t="t"/>
                <a:pathLst>
                  <a:path extrusionOk="0" h="59689" w="75564">
                    <a:moveTo>
                      <a:pt x="0" y="0"/>
                    </a:moveTo>
                    <a:lnTo>
                      <a:pt x="0" y="19931"/>
                    </a:lnTo>
                    <a:lnTo>
                      <a:pt x="17139" y="32517"/>
                    </a:lnTo>
                    <a:lnTo>
                      <a:pt x="35544" y="43294"/>
                    </a:lnTo>
                    <a:lnTo>
                      <a:pt x="55054" y="52181"/>
                    </a:lnTo>
                    <a:lnTo>
                      <a:pt x="75505" y="59095"/>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09" name="Google Shape;209;p10"/>
              <p:cNvSpPr/>
              <p:nvPr/>
            </p:nvSpPr>
            <p:spPr>
              <a:xfrm>
                <a:off x="4013470" y="5786748"/>
                <a:ext cx="75565" cy="59690"/>
              </a:xfrm>
              <a:custGeom>
                <a:rect b="b" l="l" r="r" t="t"/>
                <a:pathLst>
                  <a:path extrusionOk="0" h="59689" w="75564">
                    <a:moveTo>
                      <a:pt x="75505" y="59095"/>
                    </a:moveTo>
                    <a:lnTo>
                      <a:pt x="75505" y="39164"/>
                    </a:lnTo>
                    <a:lnTo>
                      <a:pt x="55094" y="32159"/>
                    </a:lnTo>
                    <a:lnTo>
                      <a:pt x="35609" y="23253"/>
                    </a:lnTo>
                    <a:lnTo>
                      <a:pt x="17196" y="12511"/>
                    </a:lnTo>
                    <a:lnTo>
                      <a:pt x="0"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grpSp>
        <p:sp>
          <p:nvSpPr>
            <p:cNvPr id="210" name="Google Shape;210;p10"/>
            <p:cNvSpPr txBox="1"/>
            <p:nvPr/>
          </p:nvSpPr>
          <p:spPr>
            <a:xfrm>
              <a:off x="4916553" y="5469286"/>
              <a:ext cx="173467" cy="192062"/>
            </a:xfrm>
            <a:prstGeom prst="rect">
              <a:avLst/>
            </a:prstGeom>
            <a:noFill/>
            <a:ln>
              <a:noFill/>
            </a:ln>
          </p:spPr>
          <p:txBody>
            <a:bodyPr anchorCtr="0" anchor="t" bIns="0" lIns="0" spcFirstLastPara="1" rIns="0" wrap="square" tIns="10350">
              <a:spAutoFit/>
            </a:bodyPr>
            <a:lstStyle/>
            <a:p>
              <a:pPr indent="4611" lvl="0" marL="11527" marR="4611" rtl="0" algn="l">
                <a:lnSpc>
                  <a:spcPct val="100000"/>
                </a:lnSpc>
                <a:spcBef>
                  <a:spcPts val="0"/>
                </a:spcBef>
                <a:spcAft>
                  <a:spcPts val="0"/>
                </a:spcAft>
                <a:buClr>
                  <a:srgbClr val="000000"/>
                </a:buClr>
                <a:buSzPts val="590"/>
                <a:buFont typeface="Arial"/>
                <a:buNone/>
              </a:pPr>
              <a:r>
                <a:rPr b="0" i="0" lang="en-US" sz="590" u="none" cap="none" strike="noStrike">
                  <a:solidFill>
                    <a:schemeClr val="dk1"/>
                  </a:solidFill>
                  <a:latin typeface="Carlito"/>
                  <a:ea typeface="Carlito"/>
                  <a:cs typeface="Carlito"/>
                  <a:sym typeface="Carlito"/>
                </a:rPr>
                <a:t>MTA  MDA</a:t>
              </a:r>
              <a:endParaRPr b="0" i="0" sz="590" u="none" cap="none" strike="noStrike">
                <a:solidFill>
                  <a:schemeClr val="dk1"/>
                </a:solidFill>
                <a:latin typeface="Carlito"/>
                <a:ea typeface="Carlito"/>
                <a:cs typeface="Carlito"/>
                <a:sym typeface="Carlito"/>
              </a:endParaRPr>
            </a:p>
          </p:txBody>
        </p:sp>
        <p:sp>
          <p:nvSpPr>
            <p:cNvPr id="211" name="Google Shape;211;p10"/>
            <p:cNvSpPr/>
            <p:nvPr/>
          </p:nvSpPr>
          <p:spPr>
            <a:xfrm>
              <a:off x="3370985" y="4904897"/>
              <a:ext cx="1186607" cy="749193"/>
            </a:xfrm>
            <a:custGeom>
              <a:rect b="b" l="l" r="r" t="t"/>
              <a:pathLst>
                <a:path extrusionOk="0" h="825500" w="1307464">
                  <a:moveTo>
                    <a:pt x="48503" y="378839"/>
                  </a:moveTo>
                  <a:lnTo>
                    <a:pt x="17114" y="411865"/>
                  </a:lnTo>
                  <a:lnTo>
                    <a:pt x="923" y="449629"/>
                  </a:lnTo>
                  <a:lnTo>
                    <a:pt x="0" y="489122"/>
                  </a:lnTo>
                  <a:lnTo>
                    <a:pt x="14413" y="527334"/>
                  </a:lnTo>
                  <a:lnTo>
                    <a:pt x="44231" y="561255"/>
                  </a:lnTo>
                  <a:lnTo>
                    <a:pt x="82352" y="584399"/>
                  </a:lnTo>
                  <a:lnTo>
                    <a:pt x="127357" y="597796"/>
                  </a:lnTo>
                  <a:lnTo>
                    <a:pt x="133181" y="639817"/>
                  </a:lnTo>
                  <a:lnTo>
                    <a:pt x="152128" y="677840"/>
                  </a:lnTo>
                  <a:lnTo>
                    <a:pt x="182341" y="710327"/>
                  </a:lnTo>
                  <a:lnTo>
                    <a:pt x="221963" y="735738"/>
                  </a:lnTo>
                  <a:lnTo>
                    <a:pt x="269138" y="752533"/>
                  </a:lnTo>
                  <a:lnTo>
                    <a:pt x="322009" y="759173"/>
                  </a:lnTo>
                  <a:lnTo>
                    <a:pt x="351513" y="758044"/>
                  </a:lnTo>
                  <a:lnTo>
                    <a:pt x="380319" y="753505"/>
                  </a:lnTo>
                  <a:lnTo>
                    <a:pt x="407967" y="745667"/>
                  </a:lnTo>
                  <a:lnTo>
                    <a:pt x="433997" y="734637"/>
                  </a:lnTo>
                  <a:lnTo>
                    <a:pt x="463496" y="770519"/>
                  </a:lnTo>
                  <a:lnTo>
                    <a:pt x="502543" y="798074"/>
                  </a:lnTo>
                  <a:lnTo>
                    <a:pt x="548576" y="816579"/>
                  </a:lnTo>
                  <a:lnTo>
                    <a:pt x="599029" y="825312"/>
                  </a:lnTo>
                  <a:lnTo>
                    <a:pt x="651339" y="823552"/>
                  </a:lnTo>
                  <a:lnTo>
                    <a:pt x="702942" y="810576"/>
                  </a:lnTo>
                  <a:lnTo>
                    <a:pt x="752384" y="784481"/>
                  </a:lnTo>
                  <a:lnTo>
                    <a:pt x="790051" y="748158"/>
                  </a:lnTo>
                  <a:lnTo>
                    <a:pt x="833052" y="766112"/>
                  </a:lnTo>
                  <a:lnTo>
                    <a:pt x="878339" y="776623"/>
                  </a:lnTo>
                  <a:lnTo>
                    <a:pt x="924573" y="779905"/>
                  </a:lnTo>
                  <a:lnTo>
                    <a:pt x="970415" y="776169"/>
                  </a:lnTo>
                  <a:lnTo>
                    <a:pt x="1014526" y="765628"/>
                  </a:lnTo>
                  <a:lnTo>
                    <a:pt x="1055565" y="748494"/>
                  </a:lnTo>
                  <a:lnTo>
                    <a:pt x="1092193" y="724980"/>
                  </a:lnTo>
                  <a:lnTo>
                    <a:pt x="1123072" y="695298"/>
                  </a:lnTo>
                  <a:lnTo>
                    <a:pt x="1153118" y="644770"/>
                  </a:lnTo>
                  <a:lnTo>
                    <a:pt x="1163249" y="589520"/>
                  </a:lnTo>
                  <a:lnTo>
                    <a:pt x="1209852" y="575782"/>
                  </a:lnTo>
                  <a:lnTo>
                    <a:pt x="1248906" y="553631"/>
                  </a:lnTo>
                  <a:lnTo>
                    <a:pt x="1279076" y="524735"/>
                  </a:lnTo>
                  <a:lnTo>
                    <a:pt x="1299029" y="490764"/>
                  </a:lnTo>
                  <a:lnTo>
                    <a:pt x="1307430" y="453387"/>
                  </a:lnTo>
                  <a:lnTo>
                    <a:pt x="1302946" y="414273"/>
                  </a:lnTo>
                  <a:lnTo>
                    <a:pt x="1294900" y="393562"/>
                  </a:lnTo>
                  <a:lnTo>
                    <a:pt x="1283131" y="374118"/>
                  </a:lnTo>
                  <a:lnTo>
                    <a:pt x="1267877" y="356248"/>
                  </a:lnTo>
                  <a:lnTo>
                    <a:pt x="1249376" y="340258"/>
                  </a:lnTo>
                  <a:lnTo>
                    <a:pt x="1272809" y="298564"/>
                  </a:lnTo>
                  <a:lnTo>
                    <a:pt x="1274140" y="254543"/>
                  </a:lnTo>
                  <a:lnTo>
                    <a:pt x="1254474" y="213341"/>
                  </a:lnTo>
                  <a:lnTo>
                    <a:pt x="1214914" y="180105"/>
                  </a:lnTo>
                  <a:lnTo>
                    <a:pt x="1176699" y="164806"/>
                  </a:lnTo>
                  <a:lnTo>
                    <a:pt x="1134501" y="158949"/>
                  </a:lnTo>
                  <a:lnTo>
                    <a:pt x="1115208" y="122201"/>
                  </a:lnTo>
                  <a:lnTo>
                    <a:pt x="1087859" y="90200"/>
                  </a:lnTo>
                  <a:lnTo>
                    <a:pt x="1053702" y="63476"/>
                  </a:lnTo>
                  <a:lnTo>
                    <a:pt x="1013984" y="42557"/>
                  </a:lnTo>
                  <a:lnTo>
                    <a:pt x="969953" y="27974"/>
                  </a:lnTo>
                  <a:lnTo>
                    <a:pt x="922856" y="20255"/>
                  </a:lnTo>
                  <a:lnTo>
                    <a:pt x="873941" y="19930"/>
                  </a:lnTo>
                  <a:lnTo>
                    <a:pt x="824455" y="27528"/>
                  </a:lnTo>
                  <a:lnTo>
                    <a:pt x="790101" y="37953"/>
                  </a:lnTo>
                  <a:lnTo>
                    <a:pt x="758215" y="52181"/>
                  </a:lnTo>
                  <a:lnTo>
                    <a:pt x="729316" y="69949"/>
                  </a:lnTo>
                  <a:lnTo>
                    <a:pt x="703924" y="90995"/>
                  </a:lnTo>
                  <a:lnTo>
                    <a:pt x="673667" y="60019"/>
                  </a:lnTo>
                  <a:lnTo>
                    <a:pt x="637315" y="35182"/>
                  </a:lnTo>
                  <a:lnTo>
                    <a:pt x="596222" y="16734"/>
                  </a:lnTo>
                  <a:lnTo>
                    <a:pt x="551744" y="4923"/>
                  </a:lnTo>
                  <a:lnTo>
                    <a:pt x="505236" y="0"/>
                  </a:lnTo>
                  <a:lnTo>
                    <a:pt x="458054" y="2212"/>
                  </a:lnTo>
                  <a:lnTo>
                    <a:pt x="411555" y="11810"/>
                  </a:lnTo>
                  <a:lnTo>
                    <a:pt x="367093" y="29044"/>
                  </a:lnTo>
                  <a:lnTo>
                    <a:pt x="312202" y="65818"/>
                  </a:lnTo>
                  <a:lnTo>
                    <a:pt x="273288" y="113608"/>
                  </a:lnTo>
                  <a:lnTo>
                    <a:pt x="220419" y="114245"/>
                  </a:lnTo>
                  <a:lnTo>
                    <a:pt x="170729" y="124002"/>
                  </a:lnTo>
                  <a:lnTo>
                    <a:pt x="125721" y="141906"/>
                  </a:lnTo>
                  <a:lnTo>
                    <a:pt x="86899" y="166986"/>
                  </a:lnTo>
                  <a:lnTo>
                    <a:pt x="55766" y="198271"/>
                  </a:lnTo>
                  <a:lnTo>
                    <a:pt x="33827" y="234788"/>
                  </a:lnTo>
                  <a:lnTo>
                    <a:pt x="22584" y="275567"/>
                  </a:lnTo>
                  <a:lnTo>
                    <a:pt x="21698" y="302325"/>
                  </a:lnTo>
                  <a:lnTo>
                    <a:pt x="25802" y="328733"/>
                  </a:lnTo>
                  <a:lnTo>
                    <a:pt x="34777" y="354376"/>
                  </a:lnTo>
                  <a:lnTo>
                    <a:pt x="48503" y="378839"/>
                  </a:lnTo>
                  <a:close/>
                </a:path>
              </a:pathLst>
            </a:custGeom>
            <a:noFill/>
            <a:ln cap="flat" cmpd="sng" w="125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12" name="Google Shape;212;p10"/>
            <p:cNvSpPr txBox="1"/>
            <p:nvPr/>
          </p:nvSpPr>
          <p:spPr>
            <a:xfrm>
              <a:off x="3830510" y="5216249"/>
              <a:ext cx="266828" cy="101268"/>
            </a:xfrm>
            <a:prstGeom prst="rect">
              <a:avLst/>
            </a:prstGeom>
            <a:noFill/>
            <a:ln>
              <a:noFill/>
            </a:ln>
          </p:spPr>
          <p:txBody>
            <a:bodyPr anchorCtr="0" anchor="t" bIns="0" lIns="0" spcFirstLastPara="1" rIns="0" wrap="square" tIns="10350">
              <a:spAutoFit/>
            </a:bodyPr>
            <a:lstStyle/>
            <a:p>
              <a:pPr indent="0" lvl="0" marL="11527" marR="0" rtl="0" algn="l">
                <a:lnSpc>
                  <a:spcPct val="100000"/>
                </a:lnSpc>
                <a:spcBef>
                  <a:spcPts val="0"/>
                </a:spcBef>
                <a:spcAft>
                  <a:spcPts val="0"/>
                </a:spcAft>
                <a:buClr>
                  <a:srgbClr val="000000"/>
                </a:buClr>
                <a:buSzPts val="590"/>
                <a:buFont typeface="Arial"/>
                <a:buNone/>
              </a:pPr>
              <a:r>
                <a:rPr b="0" i="0" lang="en-US" sz="590" u="none" cap="none" strike="noStrike">
                  <a:solidFill>
                    <a:schemeClr val="dk1"/>
                  </a:solidFill>
                  <a:latin typeface="Carlito"/>
                  <a:ea typeface="Carlito"/>
                  <a:cs typeface="Carlito"/>
                  <a:sym typeface="Carlito"/>
                </a:rPr>
                <a:t>Internet</a:t>
              </a:r>
              <a:endParaRPr b="0" i="0" sz="590" u="none" cap="none" strike="noStrike">
                <a:solidFill>
                  <a:schemeClr val="dk1"/>
                </a:solidFill>
                <a:latin typeface="Carlito"/>
                <a:ea typeface="Carlito"/>
                <a:cs typeface="Carlito"/>
                <a:sym typeface="Carlito"/>
              </a:endParaRPr>
            </a:p>
          </p:txBody>
        </p:sp>
        <p:grpSp>
          <p:nvGrpSpPr>
            <p:cNvPr id="213" name="Google Shape;213;p10"/>
            <p:cNvGrpSpPr/>
            <p:nvPr/>
          </p:nvGrpSpPr>
          <p:grpSpPr>
            <a:xfrm>
              <a:off x="2801335" y="4940930"/>
              <a:ext cx="1755890" cy="713469"/>
              <a:chOff x="1716467" y="5444172"/>
              <a:chExt cx="1934731" cy="786138"/>
            </a:xfrm>
          </p:grpSpPr>
          <p:sp>
            <p:nvSpPr>
              <p:cNvPr id="214" name="Google Shape;214;p10"/>
              <p:cNvSpPr/>
              <p:nvPr/>
            </p:nvSpPr>
            <p:spPr>
              <a:xfrm>
                <a:off x="1716467" y="5780804"/>
                <a:ext cx="243204" cy="0"/>
              </a:xfrm>
              <a:custGeom>
                <a:rect b="b" l="l" r="r" t="t"/>
                <a:pathLst>
                  <a:path extrusionOk="0" h="120000" w="243205">
                    <a:moveTo>
                      <a:pt x="0" y="0"/>
                    </a:moveTo>
                    <a:lnTo>
                      <a:pt x="243002" y="0"/>
                    </a:lnTo>
                  </a:path>
                </a:pathLst>
              </a:custGeom>
              <a:noFill/>
              <a:ln cap="flat" cmpd="sng" w="158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15" name="Google Shape;215;p10"/>
              <p:cNvSpPr/>
              <p:nvPr/>
            </p:nvSpPr>
            <p:spPr>
              <a:xfrm>
                <a:off x="1720838" y="5760639"/>
                <a:ext cx="23495" cy="46990"/>
              </a:xfrm>
              <a:custGeom>
                <a:rect b="b" l="l" r="r" t="t"/>
                <a:pathLst>
                  <a:path extrusionOk="0" h="46989" w="23494">
                    <a:moveTo>
                      <a:pt x="22963" y="0"/>
                    </a:moveTo>
                    <a:lnTo>
                      <a:pt x="0" y="23719"/>
                    </a:lnTo>
                    <a:lnTo>
                      <a:pt x="23425" y="46856"/>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16" name="Google Shape;216;p10"/>
              <p:cNvSpPr/>
              <p:nvPr/>
            </p:nvSpPr>
            <p:spPr>
              <a:xfrm>
                <a:off x="2352636" y="5475363"/>
                <a:ext cx="332155" cy="356438"/>
              </a:xfrm>
              <a:prstGeom prst="rect">
                <a:avLst/>
              </a:prstGeom>
              <a:blipFill rotWithShape="1">
                <a:blip r:embed="rId1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17" name="Google Shape;217;p10"/>
              <p:cNvSpPr/>
              <p:nvPr/>
            </p:nvSpPr>
            <p:spPr>
              <a:xfrm>
                <a:off x="2352637" y="5475360"/>
                <a:ext cx="332740" cy="356870"/>
              </a:xfrm>
              <a:custGeom>
                <a:rect b="b" l="l" r="r" t="t"/>
                <a:pathLst>
                  <a:path extrusionOk="0" h="356870" w="332739">
                    <a:moveTo>
                      <a:pt x="0" y="356439"/>
                    </a:moveTo>
                    <a:lnTo>
                      <a:pt x="163248" y="84797"/>
                    </a:lnTo>
                    <a:lnTo>
                      <a:pt x="196325" y="184280"/>
                    </a:lnTo>
                    <a:lnTo>
                      <a:pt x="332155" y="0"/>
                    </a:lnTo>
                    <a:lnTo>
                      <a:pt x="168906" y="271583"/>
                    </a:lnTo>
                    <a:lnTo>
                      <a:pt x="135771" y="172100"/>
                    </a:lnTo>
                    <a:lnTo>
                      <a:pt x="0" y="356439"/>
                    </a:lnTo>
                    <a:close/>
                  </a:path>
                </a:pathLst>
              </a:custGeom>
              <a:noFill/>
              <a:ln cap="flat" cmpd="sng" w="9525">
                <a:solidFill>
                  <a:srgbClr val="1F477D"/>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18" name="Google Shape;218;p10"/>
              <p:cNvSpPr/>
              <p:nvPr/>
            </p:nvSpPr>
            <p:spPr>
              <a:xfrm>
                <a:off x="2691599" y="5444172"/>
                <a:ext cx="284416" cy="785736"/>
              </a:xfrm>
              <a:prstGeom prst="rect">
                <a:avLst/>
              </a:prstGeom>
              <a:blipFill rotWithShape="1">
                <a:blip r:embed="rId16">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19" name="Google Shape;219;p10"/>
              <p:cNvSpPr/>
              <p:nvPr/>
            </p:nvSpPr>
            <p:spPr>
              <a:xfrm>
                <a:off x="2691604" y="5444180"/>
                <a:ext cx="284480" cy="786130"/>
              </a:xfrm>
              <a:custGeom>
                <a:rect b="b" l="l" r="r" t="t"/>
                <a:pathLst>
                  <a:path extrusionOk="0" h="786129" w="284480">
                    <a:moveTo>
                      <a:pt x="284415" y="785728"/>
                    </a:moveTo>
                    <a:lnTo>
                      <a:pt x="58245" y="353466"/>
                    </a:lnTo>
                    <a:lnTo>
                      <a:pt x="161170" y="368270"/>
                    </a:lnTo>
                    <a:lnTo>
                      <a:pt x="0" y="0"/>
                    </a:lnTo>
                    <a:lnTo>
                      <a:pt x="226170" y="432261"/>
                    </a:lnTo>
                    <a:lnTo>
                      <a:pt x="123244" y="417458"/>
                    </a:lnTo>
                    <a:lnTo>
                      <a:pt x="284415" y="785728"/>
                    </a:lnTo>
                    <a:close/>
                  </a:path>
                </a:pathLst>
              </a:custGeom>
              <a:noFill/>
              <a:ln cap="flat" cmpd="sng" w="9525">
                <a:solidFill>
                  <a:srgbClr val="1F477D"/>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20" name="Google Shape;220;p10"/>
              <p:cNvSpPr/>
              <p:nvPr/>
            </p:nvSpPr>
            <p:spPr>
              <a:xfrm>
                <a:off x="2973654" y="5839726"/>
                <a:ext cx="677468" cy="384759"/>
              </a:xfrm>
              <a:prstGeom prst="rect">
                <a:avLst/>
              </a:prstGeom>
              <a:blipFill rotWithShape="1">
                <a:blip r:embed="rId17">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21" name="Google Shape;221;p10"/>
              <p:cNvSpPr/>
              <p:nvPr/>
            </p:nvSpPr>
            <p:spPr>
              <a:xfrm>
                <a:off x="2973653" y="5839725"/>
                <a:ext cx="677545" cy="384810"/>
              </a:xfrm>
              <a:custGeom>
                <a:rect b="b" l="l" r="r" t="t"/>
                <a:pathLst>
                  <a:path extrusionOk="0" h="384810" w="677545">
                    <a:moveTo>
                      <a:pt x="677471" y="0"/>
                    </a:moveTo>
                    <a:lnTo>
                      <a:pt x="313798" y="282365"/>
                    </a:lnTo>
                    <a:lnTo>
                      <a:pt x="311604" y="177461"/>
                    </a:lnTo>
                    <a:lnTo>
                      <a:pt x="0" y="384763"/>
                    </a:lnTo>
                    <a:lnTo>
                      <a:pt x="363673" y="102397"/>
                    </a:lnTo>
                    <a:lnTo>
                      <a:pt x="365809" y="207301"/>
                    </a:lnTo>
                    <a:lnTo>
                      <a:pt x="677471" y="0"/>
                    </a:lnTo>
                    <a:close/>
                  </a:path>
                </a:pathLst>
              </a:custGeom>
              <a:noFill/>
              <a:ln cap="flat" cmpd="sng" w="9525">
                <a:solidFill>
                  <a:srgbClr val="1F477D"/>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22" name="Google Shape;222;p10"/>
              <p:cNvSpPr/>
              <p:nvPr/>
            </p:nvSpPr>
            <p:spPr>
              <a:xfrm>
                <a:off x="2146830" y="5780804"/>
                <a:ext cx="243204" cy="0"/>
              </a:xfrm>
              <a:custGeom>
                <a:rect b="b" l="l" r="r" t="t"/>
                <a:pathLst>
                  <a:path extrusionOk="0" h="120000" w="243205">
                    <a:moveTo>
                      <a:pt x="0" y="0"/>
                    </a:moveTo>
                    <a:lnTo>
                      <a:pt x="242966" y="0"/>
                    </a:lnTo>
                  </a:path>
                </a:pathLst>
              </a:custGeom>
              <a:noFill/>
              <a:ln cap="flat" cmpd="sng" w="158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23" name="Google Shape;223;p10"/>
              <p:cNvSpPr/>
              <p:nvPr/>
            </p:nvSpPr>
            <p:spPr>
              <a:xfrm>
                <a:off x="2361989" y="5754053"/>
                <a:ext cx="23495" cy="46990"/>
              </a:xfrm>
              <a:custGeom>
                <a:rect b="b" l="l" r="r" t="t"/>
                <a:pathLst>
                  <a:path extrusionOk="0" h="46989" w="23494">
                    <a:moveTo>
                      <a:pt x="461" y="46856"/>
                    </a:moveTo>
                    <a:lnTo>
                      <a:pt x="23436" y="23195"/>
                    </a:lnTo>
                    <a:lnTo>
                      <a:pt x="0"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grpSp>
        <p:sp>
          <p:nvSpPr>
            <p:cNvPr id="224" name="Google Shape;224;p10"/>
            <p:cNvSpPr txBox="1"/>
            <p:nvPr/>
          </p:nvSpPr>
          <p:spPr>
            <a:xfrm>
              <a:off x="3010345" y="5183085"/>
              <a:ext cx="193638" cy="101268"/>
            </a:xfrm>
            <a:prstGeom prst="rect">
              <a:avLst/>
            </a:prstGeom>
            <a:noFill/>
            <a:ln>
              <a:noFill/>
            </a:ln>
          </p:spPr>
          <p:txBody>
            <a:bodyPr anchorCtr="0" anchor="t" bIns="0" lIns="0" spcFirstLastPara="1" rIns="0" wrap="square" tIns="10350">
              <a:spAutoFit/>
            </a:bodyPr>
            <a:lstStyle/>
            <a:p>
              <a:pPr indent="0" lvl="0" marL="11527" marR="0" rtl="0" algn="l">
                <a:lnSpc>
                  <a:spcPct val="100000"/>
                </a:lnSpc>
                <a:spcBef>
                  <a:spcPts val="0"/>
                </a:spcBef>
                <a:spcAft>
                  <a:spcPts val="0"/>
                </a:spcAft>
                <a:buClr>
                  <a:srgbClr val="000000"/>
                </a:buClr>
                <a:buSzPts val="590"/>
                <a:buFont typeface="Arial"/>
                <a:buNone/>
              </a:pPr>
              <a:r>
                <a:rPr b="0" i="0" lang="en-US" sz="590" u="none" cap="none" strike="noStrike">
                  <a:solidFill>
                    <a:schemeClr val="dk1"/>
                  </a:solidFill>
                  <a:latin typeface="Carlito"/>
                  <a:ea typeface="Carlito"/>
                  <a:cs typeface="Carlito"/>
                  <a:sym typeface="Carlito"/>
                </a:rPr>
                <a:t>SMTP</a:t>
              </a:r>
              <a:endParaRPr b="0" i="0" sz="590" u="none" cap="none" strike="noStrike">
                <a:solidFill>
                  <a:schemeClr val="dk1"/>
                </a:solidFill>
                <a:latin typeface="Carlito"/>
                <a:ea typeface="Carlito"/>
                <a:cs typeface="Carlito"/>
                <a:sym typeface="Carlito"/>
              </a:endParaRPr>
            </a:p>
          </p:txBody>
        </p:sp>
        <p:grpSp>
          <p:nvGrpSpPr>
            <p:cNvPr id="225" name="Google Shape;225;p10"/>
            <p:cNvGrpSpPr/>
            <p:nvPr/>
          </p:nvGrpSpPr>
          <p:grpSpPr>
            <a:xfrm>
              <a:off x="2627596" y="3811042"/>
              <a:ext cx="2375726" cy="1505726"/>
              <a:chOff x="1525032" y="4199204"/>
              <a:chExt cx="2617698" cy="1659087"/>
            </a:xfrm>
          </p:grpSpPr>
          <p:sp>
            <p:nvSpPr>
              <p:cNvPr id="226" name="Google Shape;226;p10"/>
              <p:cNvSpPr/>
              <p:nvPr/>
            </p:nvSpPr>
            <p:spPr>
              <a:xfrm>
                <a:off x="1613784" y="5238457"/>
                <a:ext cx="213374" cy="216149"/>
              </a:xfrm>
              <a:prstGeom prst="rect">
                <a:avLst/>
              </a:prstGeom>
              <a:blipFill rotWithShape="1">
                <a:blip r:embed="rId18">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27" name="Google Shape;227;p10"/>
              <p:cNvSpPr/>
              <p:nvPr/>
            </p:nvSpPr>
            <p:spPr>
              <a:xfrm>
                <a:off x="1529397" y="4456163"/>
                <a:ext cx="232702" cy="162661"/>
              </a:xfrm>
              <a:prstGeom prst="rect">
                <a:avLst/>
              </a:prstGeom>
              <a:blipFill rotWithShape="1">
                <a:blip r:embed="rId19">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28" name="Google Shape;228;p10"/>
              <p:cNvSpPr/>
              <p:nvPr/>
            </p:nvSpPr>
            <p:spPr>
              <a:xfrm>
                <a:off x="1529390" y="4456162"/>
                <a:ext cx="233045" cy="144145"/>
              </a:xfrm>
              <a:custGeom>
                <a:rect b="b" l="l" r="r" t="t"/>
                <a:pathLst>
                  <a:path extrusionOk="0" h="144145" w="233044">
                    <a:moveTo>
                      <a:pt x="0" y="50586"/>
                    </a:moveTo>
                    <a:lnTo>
                      <a:pt x="71285" y="0"/>
                    </a:lnTo>
                    <a:lnTo>
                      <a:pt x="232710" y="94296"/>
                    </a:lnTo>
                    <a:lnTo>
                      <a:pt x="158717" y="143717"/>
                    </a:lnTo>
                    <a:lnTo>
                      <a:pt x="0" y="50586"/>
                    </a:lnTo>
                    <a:close/>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29" name="Google Shape;229;p10"/>
              <p:cNvSpPr/>
              <p:nvPr/>
            </p:nvSpPr>
            <p:spPr>
              <a:xfrm>
                <a:off x="1641703" y="4290758"/>
                <a:ext cx="303326" cy="178981"/>
              </a:xfrm>
              <a:prstGeom prst="rect">
                <a:avLst/>
              </a:prstGeom>
              <a:blipFill rotWithShape="1">
                <a:blip r:embed="rId20">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30" name="Google Shape;230;p10"/>
              <p:cNvSpPr/>
              <p:nvPr/>
            </p:nvSpPr>
            <p:spPr>
              <a:xfrm>
                <a:off x="1641702" y="4290764"/>
                <a:ext cx="303530" cy="179070"/>
              </a:xfrm>
              <a:custGeom>
                <a:rect b="b" l="l" r="r" t="t"/>
                <a:pathLst>
                  <a:path extrusionOk="0" h="179070" w="303530">
                    <a:moveTo>
                      <a:pt x="156708" y="178977"/>
                    </a:moveTo>
                    <a:lnTo>
                      <a:pt x="303332" y="92956"/>
                    </a:lnTo>
                    <a:lnTo>
                      <a:pt x="145913" y="0"/>
                    </a:lnTo>
                    <a:lnTo>
                      <a:pt x="0" y="87477"/>
                    </a:lnTo>
                    <a:lnTo>
                      <a:pt x="34762" y="117649"/>
                    </a:lnTo>
                    <a:lnTo>
                      <a:pt x="72769" y="143127"/>
                    </a:lnTo>
                    <a:lnTo>
                      <a:pt x="113568" y="163656"/>
                    </a:lnTo>
                    <a:lnTo>
                      <a:pt x="156708" y="178977"/>
                    </a:lnTo>
                    <a:close/>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31" name="Google Shape;231;p10"/>
              <p:cNvSpPr/>
              <p:nvPr/>
            </p:nvSpPr>
            <p:spPr>
              <a:xfrm>
                <a:off x="1809153" y="4272584"/>
                <a:ext cx="30822" cy="171284"/>
              </a:xfrm>
              <a:prstGeom prst="rect">
                <a:avLst/>
              </a:prstGeom>
              <a:blipFill rotWithShape="1">
                <a:blip r:embed="rId21">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32" name="Google Shape;232;p10"/>
              <p:cNvSpPr/>
              <p:nvPr/>
            </p:nvSpPr>
            <p:spPr>
              <a:xfrm>
                <a:off x="1809147" y="4272581"/>
                <a:ext cx="31115" cy="171450"/>
              </a:xfrm>
              <a:custGeom>
                <a:rect b="b" l="l" r="r" t="t"/>
                <a:pathLst>
                  <a:path extrusionOk="0" h="171450" w="31114">
                    <a:moveTo>
                      <a:pt x="0" y="171284"/>
                    </a:moveTo>
                    <a:lnTo>
                      <a:pt x="0" y="18183"/>
                    </a:lnTo>
                    <a:lnTo>
                      <a:pt x="30825" y="0"/>
                    </a:lnTo>
                    <a:lnTo>
                      <a:pt x="29613" y="145349"/>
                    </a:lnTo>
                    <a:lnTo>
                      <a:pt x="0" y="171284"/>
                    </a:lnTo>
                    <a:close/>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33" name="Google Shape;233;p10"/>
              <p:cNvSpPr/>
              <p:nvPr/>
            </p:nvSpPr>
            <p:spPr>
              <a:xfrm>
                <a:off x="1838756" y="4264824"/>
                <a:ext cx="57848" cy="138074"/>
              </a:xfrm>
              <a:prstGeom prst="rect">
                <a:avLst/>
              </a:prstGeom>
              <a:blipFill rotWithShape="1">
                <a:blip r:embed="rId22">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34" name="Google Shape;234;p10"/>
              <p:cNvSpPr/>
              <p:nvPr/>
            </p:nvSpPr>
            <p:spPr>
              <a:xfrm>
                <a:off x="1838761" y="4264830"/>
                <a:ext cx="58419" cy="138430"/>
              </a:xfrm>
              <a:custGeom>
                <a:rect b="b" l="l" r="r" t="t"/>
                <a:pathLst>
                  <a:path extrusionOk="0" h="138429" w="58419">
                    <a:moveTo>
                      <a:pt x="1096" y="22088"/>
                    </a:moveTo>
                    <a:lnTo>
                      <a:pt x="57841" y="0"/>
                    </a:lnTo>
                    <a:lnTo>
                      <a:pt x="57841" y="90217"/>
                    </a:lnTo>
                    <a:lnTo>
                      <a:pt x="0" y="138064"/>
                    </a:lnTo>
                    <a:lnTo>
                      <a:pt x="1096" y="22088"/>
                    </a:lnTo>
                    <a:close/>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35" name="Google Shape;235;p10"/>
              <p:cNvSpPr/>
              <p:nvPr/>
            </p:nvSpPr>
            <p:spPr>
              <a:xfrm>
                <a:off x="1747265" y="4204690"/>
                <a:ext cx="149339" cy="82232"/>
              </a:xfrm>
              <a:prstGeom prst="rect">
                <a:avLst/>
              </a:prstGeom>
              <a:blipFill rotWithShape="1">
                <a:blip r:embed="rId2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36" name="Google Shape;236;p10"/>
              <p:cNvSpPr/>
              <p:nvPr/>
            </p:nvSpPr>
            <p:spPr>
              <a:xfrm>
                <a:off x="1747265" y="4204685"/>
                <a:ext cx="149860" cy="82550"/>
              </a:xfrm>
              <a:custGeom>
                <a:rect b="b" l="l" r="r" t="t"/>
                <a:pathLst>
                  <a:path extrusionOk="0" h="82550" w="149860">
                    <a:moveTo>
                      <a:pt x="92592" y="82232"/>
                    </a:moveTo>
                    <a:lnTo>
                      <a:pt x="92707" y="67895"/>
                    </a:lnTo>
                    <a:lnTo>
                      <a:pt x="0" y="13637"/>
                    </a:lnTo>
                    <a:lnTo>
                      <a:pt x="47104" y="0"/>
                    </a:lnTo>
                    <a:lnTo>
                      <a:pt x="149337" y="60144"/>
                    </a:lnTo>
                    <a:lnTo>
                      <a:pt x="92592" y="82232"/>
                    </a:lnTo>
                    <a:close/>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37" name="Google Shape;237;p10"/>
              <p:cNvSpPr/>
              <p:nvPr/>
            </p:nvSpPr>
            <p:spPr>
              <a:xfrm>
                <a:off x="1798408" y="4383722"/>
                <a:ext cx="146621" cy="151701"/>
              </a:xfrm>
              <a:prstGeom prst="rect">
                <a:avLst/>
              </a:prstGeom>
              <a:blipFill rotWithShape="1">
                <a:blip r:embed="rId2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38" name="Google Shape;238;p10"/>
              <p:cNvSpPr/>
              <p:nvPr/>
            </p:nvSpPr>
            <p:spPr>
              <a:xfrm>
                <a:off x="1798410" y="4383721"/>
                <a:ext cx="146685" cy="151765"/>
              </a:xfrm>
              <a:custGeom>
                <a:rect b="b" l="l" r="r" t="t"/>
                <a:pathLst>
                  <a:path extrusionOk="0" h="151764" w="146685">
                    <a:moveTo>
                      <a:pt x="0" y="86020"/>
                    </a:moveTo>
                    <a:lnTo>
                      <a:pt x="146623" y="0"/>
                    </a:lnTo>
                    <a:lnTo>
                      <a:pt x="146623" y="65623"/>
                    </a:lnTo>
                    <a:lnTo>
                      <a:pt x="0" y="151702"/>
                    </a:lnTo>
                    <a:lnTo>
                      <a:pt x="0" y="86020"/>
                    </a:lnTo>
                    <a:close/>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39" name="Google Shape;239;p10"/>
              <p:cNvSpPr/>
              <p:nvPr/>
            </p:nvSpPr>
            <p:spPr>
              <a:xfrm>
                <a:off x="1677352" y="4199204"/>
                <a:ext cx="162623" cy="91554"/>
              </a:xfrm>
              <a:prstGeom prst="rect">
                <a:avLst/>
              </a:prstGeom>
              <a:blipFill rotWithShape="1">
                <a:blip r:embed="rId2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40" name="Google Shape;240;p10"/>
              <p:cNvSpPr/>
              <p:nvPr/>
            </p:nvSpPr>
            <p:spPr>
              <a:xfrm>
                <a:off x="1677347" y="4199207"/>
                <a:ext cx="163195" cy="92075"/>
              </a:xfrm>
              <a:custGeom>
                <a:rect b="b" l="l" r="r" t="t"/>
                <a:pathLst>
                  <a:path extrusionOk="0" h="92075" w="163194">
                    <a:moveTo>
                      <a:pt x="0" y="15036"/>
                    </a:moveTo>
                    <a:lnTo>
                      <a:pt x="37660" y="0"/>
                    </a:lnTo>
                    <a:lnTo>
                      <a:pt x="70033" y="19174"/>
                    </a:lnTo>
                    <a:lnTo>
                      <a:pt x="162625" y="73432"/>
                    </a:lnTo>
                    <a:lnTo>
                      <a:pt x="131799" y="91557"/>
                    </a:lnTo>
                    <a:lnTo>
                      <a:pt x="96054" y="77740"/>
                    </a:lnTo>
                    <a:lnTo>
                      <a:pt x="61992" y="60268"/>
                    </a:lnTo>
                    <a:lnTo>
                      <a:pt x="29884" y="39310"/>
                    </a:lnTo>
                    <a:lnTo>
                      <a:pt x="0" y="15036"/>
                    </a:lnTo>
                    <a:close/>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41" name="Google Shape;241;p10"/>
              <p:cNvSpPr/>
              <p:nvPr/>
            </p:nvSpPr>
            <p:spPr>
              <a:xfrm>
                <a:off x="1529397" y="4506747"/>
                <a:ext cx="158711" cy="112077"/>
              </a:xfrm>
              <a:prstGeom prst="rect">
                <a:avLst/>
              </a:prstGeom>
              <a:blipFill rotWithShape="1">
                <a:blip r:embed="rId26">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42" name="Google Shape;242;p10"/>
              <p:cNvSpPr/>
              <p:nvPr/>
            </p:nvSpPr>
            <p:spPr>
              <a:xfrm>
                <a:off x="1529390" y="4506749"/>
                <a:ext cx="158750" cy="112395"/>
              </a:xfrm>
              <a:custGeom>
                <a:rect b="b" l="l" r="r" t="t"/>
                <a:pathLst>
                  <a:path extrusionOk="0" h="112395" w="158750">
                    <a:moveTo>
                      <a:pt x="0" y="0"/>
                    </a:moveTo>
                    <a:lnTo>
                      <a:pt x="158717" y="93131"/>
                    </a:lnTo>
                    <a:lnTo>
                      <a:pt x="158717" y="112072"/>
                    </a:lnTo>
                    <a:lnTo>
                      <a:pt x="0" y="19115"/>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43" name="Google Shape;243;p10"/>
              <p:cNvSpPr/>
              <p:nvPr/>
            </p:nvSpPr>
            <p:spPr>
              <a:xfrm>
                <a:off x="1546669" y="4465599"/>
                <a:ext cx="194310" cy="121920"/>
              </a:xfrm>
              <a:custGeom>
                <a:rect b="b" l="l" r="r" t="t"/>
                <a:pathLst>
                  <a:path extrusionOk="0" h="121920" w="194310">
                    <a:moveTo>
                      <a:pt x="139382" y="108280"/>
                    </a:moveTo>
                    <a:lnTo>
                      <a:pt x="129679" y="114757"/>
                    </a:lnTo>
                    <a:lnTo>
                      <a:pt x="141312" y="121754"/>
                    </a:lnTo>
                    <a:lnTo>
                      <a:pt x="151015" y="115277"/>
                    </a:lnTo>
                    <a:lnTo>
                      <a:pt x="139382" y="108280"/>
                    </a:lnTo>
                    <a:close/>
                  </a:path>
                  <a:path extrusionOk="0" h="121920" w="194310">
                    <a:moveTo>
                      <a:pt x="153784" y="98501"/>
                    </a:moveTo>
                    <a:lnTo>
                      <a:pt x="144081" y="104965"/>
                    </a:lnTo>
                    <a:lnTo>
                      <a:pt x="155727" y="111963"/>
                    </a:lnTo>
                    <a:lnTo>
                      <a:pt x="165417" y="105486"/>
                    </a:lnTo>
                    <a:lnTo>
                      <a:pt x="153784" y="98501"/>
                    </a:lnTo>
                    <a:close/>
                  </a:path>
                  <a:path extrusionOk="0" h="121920" w="194310">
                    <a:moveTo>
                      <a:pt x="117767" y="95173"/>
                    </a:moveTo>
                    <a:lnTo>
                      <a:pt x="108064" y="101587"/>
                    </a:lnTo>
                    <a:lnTo>
                      <a:pt x="119710" y="108584"/>
                    </a:lnTo>
                    <a:lnTo>
                      <a:pt x="129400" y="102171"/>
                    </a:lnTo>
                    <a:lnTo>
                      <a:pt x="117767" y="95173"/>
                    </a:lnTo>
                    <a:close/>
                  </a:path>
                  <a:path extrusionOk="0" h="121920" w="194310">
                    <a:moveTo>
                      <a:pt x="168198" y="88709"/>
                    </a:moveTo>
                    <a:lnTo>
                      <a:pt x="158495" y="95173"/>
                    </a:lnTo>
                    <a:lnTo>
                      <a:pt x="170129" y="102107"/>
                    </a:lnTo>
                    <a:lnTo>
                      <a:pt x="179831" y="95694"/>
                    </a:lnTo>
                    <a:lnTo>
                      <a:pt x="168198" y="88709"/>
                    </a:lnTo>
                    <a:close/>
                  </a:path>
                  <a:path extrusionOk="0" h="121920" w="194310">
                    <a:moveTo>
                      <a:pt x="132168" y="85382"/>
                    </a:moveTo>
                    <a:lnTo>
                      <a:pt x="122478" y="91795"/>
                    </a:lnTo>
                    <a:lnTo>
                      <a:pt x="134112" y="98793"/>
                    </a:lnTo>
                    <a:lnTo>
                      <a:pt x="143814" y="92379"/>
                    </a:lnTo>
                    <a:lnTo>
                      <a:pt x="132168" y="85382"/>
                    </a:lnTo>
                    <a:close/>
                  </a:path>
                  <a:path extrusionOk="0" h="121920" w="194310">
                    <a:moveTo>
                      <a:pt x="52933" y="55714"/>
                    </a:moveTo>
                    <a:lnTo>
                      <a:pt x="43230" y="62128"/>
                    </a:lnTo>
                    <a:lnTo>
                      <a:pt x="98094" y="95402"/>
                    </a:lnTo>
                    <a:lnTo>
                      <a:pt x="107784" y="89001"/>
                    </a:lnTo>
                    <a:lnTo>
                      <a:pt x="52933" y="55714"/>
                    </a:lnTo>
                    <a:close/>
                  </a:path>
                  <a:path extrusionOk="0" h="121920" w="194310">
                    <a:moveTo>
                      <a:pt x="182613" y="78917"/>
                    </a:moveTo>
                    <a:lnTo>
                      <a:pt x="172910" y="85331"/>
                    </a:lnTo>
                    <a:lnTo>
                      <a:pt x="184543" y="92316"/>
                    </a:lnTo>
                    <a:lnTo>
                      <a:pt x="194246" y="85902"/>
                    </a:lnTo>
                    <a:lnTo>
                      <a:pt x="182613" y="78917"/>
                    </a:lnTo>
                    <a:close/>
                  </a:path>
                  <a:path extrusionOk="0" h="121920" w="194310">
                    <a:moveTo>
                      <a:pt x="146583" y="75539"/>
                    </a:moveTo>
                    <a:lnTo>
                      <a:pt x="136893" y="82003"/>
                    </a:lnTo>
                    <a:lnTo>
                      <a:pt x="148526" y="89001"/>
                    </a:lnTo>
                    <a:lnTo>
                      <a:pt x="158216" y="82524"/>
                    </a:lnTo>
                    <a:lnTo>
                      <a:pt x="146583" y="75539"/>
                    </a:lnTo>
                    <a:close/>
                  </a:path>
                  <a:path extrusionOk="0" h="121920" w="194310">
                    <a:moveTo>
                      <a:pt x="110566" y="72212"/>
                    </a:moveTo>
                    <a:lnTo>
                      <a:pt x="100863" y="78625"/>
                    </a:lnTo>
                    <a:lnTo>
                      <a:pt x="112496" y="85610"/>
                    </a:lnTo>
                    <a:lnTo>
                      <a:pt x="122199" y="79209"/>
                    </a:lnTo>
                    <a:lnTo>
                      <a:pt x="110566" y="72212"/>
                    </a:lnTo>
                    <a:close/>
                  </a:path>
                  <a:path extrusionOk="0" h="121920" w="194310">
                    <a:moveTo>
                      <a:pt x="160997" y="65747"/>
                    </a:moveTo>
                    <a:lnTo>
                      <a:pt x="151295" y="72212"/>
                    </a:lnTo>
                    <a:lnTo>
                      <a:pt x="162928" y="79209"/>
                    </a:lnTo>
                    <a:lnTo>
                      <a:pt x="172631" y="72732"/>
                    </a:lnTo>
                    <a:lnTo>
                      <a:pt x="160997" y="65747"/>
                    </a:lnTo>
                    <a:close/>
                  </a:path>
                  <a:path extrusionOk="0" h="121920" w="194310">
                    <a:moveTo>
                      <a:pt x="124968" y="62420"/>
                    </a:moveTo>
                    <a:lnTo>
                      <a:pt x="115277" y="68833"/>
                    </a:lnTo>
                    <a:lnTo>
                      <a:pt x="126911" y="75831"/>
                    </a:lnTo>
                    <a:lnTo>
                      <a:pt x="136601" y="69418"/>
                    </a:lnTo>
                    <a:lnTo>
                      <a:pt x="124968" y="62420"/>
                    </a:lnTo>
                    <a:close/>
                  </a:path>
                  <a:path extrusionOk="0" h="121920" w="194310">
                    <a:moveTo>
                      <a:pt x="88950" y="59042"/>
                    </a:moveTo>
                    <a:lnTo>
                      <a:pt x="79248" y="65506"/>
                    </a:lnTo>
                    <a:lnTo>
                      <a:pt x="90893" y="72504"/>
                    </a:lnTo>
                    <a:lnTo>
                      <a:pt x="100584" y="66039"/>
                    </a:lnTo>
                    <a:lnTo>
                      <a:pt x="88950" y="59042"/>
                    </a:lnTo>
                    <a:close/>
                  </a:path>
                  <a:path extrusionOk="0" h="121920" w="194310">
                    <a:moveTo>
                      <a:pt x="139382" y="52628"/>
                    </a:moveTo>
                    <a:lnTo>
                      <a:pt x="129692" y="59042"/>
                    </a:lnTo>
                    <a:lnTo>
                      <a:pt x="141325" y="66039"/>
                    </a:lnTo>
                    <a:lnTo>
                      <a:pt x="151015" y="59626"/>
                    </a:lnTo>
                    <a:lnTo>
                      <a:pt x="139382" y="52628"/>
                    </a:lnTo>
                    <a:close/>
                  </a:path>
                  <a:path extrusionOk="0" h="121920" w="194310">
                    <a:moveTo>
                      <a:pt x="103365" y="49250"/>
                    </a:moveTo>
                    <a:lnTo>
                      <a:pt x="93662" y="55714"/>
                    </a:lnTo>
                    <a:lnTo>
                      <a:pt x="105295" y="62712"/>
                    </a:lnTo>
                    <a:lnTo>
                      <a:pt x="114998" y="56248"/>
                    </a:lnTo>
                    <a:lnTo>
                      <a:pt x="103365" y="49250"/>
                    </a:lnTo>
                    <a:close/>
                  </a:path>
                  <a:path extrusionOk="0" h="121920" w="194310">
                    <a:moveTo>
                      <a:pt x="67335" y="45923"/>
                    </a:moveTo>
                    <a:lnTo>
                      <a:pt x="57632" y="52336"/>
                    </a:lnTo>
                    <a:lnTo>
                      <a:pt x="69278" y="59334"/>
                    </a:lnTo>
                    <a:lnTo>
                      <a:pt x="78968" y="52920"/>
                    </a:lnTo>
                    <a:lnTo>
                      <a:pt x="67335" y="45923"/>
                    </a:lnTo>
                    <a:close/>
                  </a:path>
                  <a:path extrusionOk="0" h="121920" w="194310">
                    <a:moveTo>
                      <a:pt x="31318" y="42544"/>
                    </a:moveTo>
                    <a:lnTo>
                      <a:pt x="21615" y="49021"/>
                    </a:lnTo>
                    <a:lnTo>
                      <a:pt x="33261" y="56006"/>
                    </a:lnTo>
                    <a:lnTo>
                      <a:pt x="42951" y="49542"/>
                    </a:lnTo>
                    <a:lnTo>
                      <a:pt x="31318" y="42544"/>
                    </a:lnTo>
                    <a:close/>
                  </a:path>
                  <a:path extrusionOk="0" h="121920" w="194310">
                    <a:moveTo>
                      <a:pt x="117767" y="39458"/>
                    </a:moveTo>
                    <a:lnTo>
                      <a:pt x="108076" y="45923"/>
                    </a:lnTo>
                    <a:lnTo>
                      <a:pt x="119710" y="52920"/>
                    </a:lnTo>
                    <a:lnTo>
                      <a:pt x="129412" y="46456"/>
                    </a:lnTo>
                    <a:lnTo>
                      <a:pt x="117767" y="39458"/>
                    </a:lnTo>
                    <a:close/>
                  </a:path>
                  <a:path extrusionOk="0" h="121920" w="194310">
                    <a:moveTo>
                      <a:pt x="81749" y="36131"/>
                    </a:moveTo>
                    <a:lnTo>
                      <a:pt x="72047" y="42544"/>
                    </a:lnTo>
                    <a:lnTo>
                      <a:pt x="83680" y="49542"/>
                    </a:lnTo>
                    <a:lnTo>
                      <a:pt x="93383" y="43129"/>
                    </a:lnTo>
                    <a:lnTo>
                      <a:pt x="81749" y="36131"/>
                    </a:lnTo>
                    <a:close/>
                  </a:path>
                  <a:path extrusionOk="0" h="121920" w="194310">
                    <a:moveTo>
                      <a:pt x="45720" y="32753"/>
                    </a:moveTo>
                    <a:lnTo>
                      <a:pt x="36029" y="39230"/>
                    </a:lnTo>
                    <a:lnTo>
                      <a:pt x="47663" y="46215"/>
                    </a:lnTo>
                    <a:lnTo>
                      <a:pt x="57365" y="39750"/>
                    </a:lnTo>
                    <a:lnTo>
                      <a:pt x="45720" y="32753"/>
                    </a:lnTo>
                    <a:close/>
                  </a:path>
                  <a:path extrusionOk="0" h="121920" w="194310">
                    <a:moveTo>
                      <a:pt x="9702" y="29438"/>
                    </a:moveTo>
                    <a:lnTo>
                      <a:pt x="0" y="35852"/>
                    </a:lnTo>
                    <a:lnTo>
                      <a:pt x="11645" y="42837"/>
                    </a:lnTo>
                    <a:lnTo>
                      <a:pt x="21336" y="36423"/>
                    </a:lnTo>
                    <a:lnTo>
                      <a:pt x="9702" y="29438"/>
                    </a:lnTo>
                    <a:close/>
                  </a:path>
                  <a:path extrusionOk="0" h="121920" w="194310">
                    <a:moveTo>
                      <a:pt x="96164" y="26352"/>
                    </a:moveTo>
                    <a:lnTo>
                      <a:pt x="86461" y="32753"/>
                    </a:lnTo>
                    <a:lnTo>
                      <a:pt x="98094" y="39750"/>
                    </a:lnTo>
                    <a:lnTo>
                      <a:pt x="107797" y="33337"/>
                    </a:lnTo>
                    <a:lnTo>
                      <a:pt x="96164" y="26352"/>
                    </a:lnTo>
                    <a:close/>
                  </a:path>
                  <a:path extrusionOk="0" h="121920" w="194310">
                    <a:moveTo>
                      <a:pt x="60134" y="22961"/>
                    </a:moveTo>
                    <a:lnTo>
                      <a:pt x="50444" y="29438"/>
                    </a:lnTo>
                    <a:lnTo>
                      <a:pt x="62064" y="36372"/>
                    </a:lnTo>
                    <a:lnTo>
                      <a:pt x="71780" y="29959"/>
                    </a:lnTo>
                    <a:lnTo>
                      <a:pt x="60134" y="22961"/>
                    </a:lnTo>
                    <a:close/>
                  </a:path>
                  <a:path extrusionOk="0" h="121920" w="194310">
                    <a:moveTo>
                      <a:pt x="24104" y="19646"/>
                    </a:moveTo>
                    <a:lnTo>
                      <a:pt x="14414" y="26060"/>
                    </a:lnTo>
                    <a:lnTo>
                      <a:pt x="26047" y="33045"/>
                    </a:lnTo>
                    <a:lnTo>
                      <a:pt x="35750" y="26631"/>
                    </a:lnTo>
                    <a:lnTo>
                      <a:pt x="24104" y="19646"/>
                    </a:lnTo>
                    <a:close/>
                  </a:path>
                  <a:path extrusionOk="0" h="121920" w="194310">
                    <a:moveTo>
                      <a:pt x="74549" y="13169"/>
                    </a:moveTo>
                    <a:lnTo>
                      <a:pt x="64846" y="19646"/>
                    </a:lnTo>
                    <a:lnTo>
                      <a:pt x="76492" y="26581"/>
                    </a:lnTo>
                    <a:lnTo>
                      <a:pt x="86182" y="20167"/>
                    </a:lnTo>
                    <a:lnTo>
                      <a:pt x="74549" y="13169"/>
                    </a:lnTo>
                    <a:close/>
                  </a:path>
                  <a:path extrusionOk="0" h="121920" w="194310">
                    <a:moveTo>
                      <a:pt x="38531" y="9855"/>
                    </a:moveTo>
                    <a:lnTo>
                      <a:pt x="28829" y="16268"/>
                    </a:lnTo>
                    <a:lnTo>
                      <a:pt x="40462" y="23253"/>
                    </a:lnTo>
                    <a:lnTo>
                      <a:pt x="50165" y="16852"/>
                    </a:lnTo>
                    <a:lnTo>
                      <a:pt x="38531" y="9855"/>
                    </a:lnTo>
                    <a:close/>
                  </a:path>
                  <a:path extrusionOk="0" h="121920" w="194310">
                    <a:moveTo>
                      <a:pt x="52933" y="0"/>
                    </a:moveTo>
                    <a:lnTo>
                      <a:pt x="43230" y="6476"/>
                    </a:lnTo>
                    <a:lnTo>
                      <a:pt x="54876" y="13461"/>
                    </a:lnTo>
                    <a:lnTo>
                      <a:pt x="64566" y="6997"/>
                    </a:lnTo>
                    <a:lnTo>
                      <a:pt x="52933"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44" name="Google Shape;244;p10"/>
              <p:cNvSpPr/>
              <p:nvPr/>
            </p:nvSpPr>
            <p:spPr>
              <a:xfrm>
                <a:off x="1546682" y="4472076"/>
                <a:ext cx="194310" cy="118110"/>
              </a:xfrm>
              <a:custGeom>
                <a:rect b="b" l="l" r="r" t="t"/>
                <a:pathLst>
                  <a:path extrusionOk="0" h="118110" w="194310">
                    <a:moveTo>
                      <a:pt x="43230" y="0"/>
                    </a:moveTo>
                    <a:lnTo>
                      <a:pt x="43230" y="2793"/>
                    </a:lnTo>
                    <a:lnTo>
                      <a:pt x="54863" y="9791"/>
                    </a:lnTo>
                    <a:lnTo>
                      <a:pt x="54863" y="6984"/>
                    </a:lnTo>
                    <a:lnTo>
                      <a:pt x="43230" y="0"/>
                    </a:lnTo>
                    <a:close/>
                  </a:path>
                  <a:path extrusionOk="0" h="118110" w="194310">
                    <a:moveTo>
                      <a:pt x="64554" y="520"/>
                    </a:moveTo>
                    <a:lnTo>
                      <a:pt x="54863" y="6984"/>
                    </a:lnTo>
                    <a:lnTo>
                      <a:pt x="54863" y="9791"/>
                    </a:lnTo>
                    <a:lnTo>
                      <a:pt x="64554" y="3314"/>
                    </a:lnTo>
                    <a:lnTo>
                      <a:pt x="64554" y="520"/>
                    </a:lnTo>
                    <a:close/>
                  </a:path>
                  <a:path extrusionOk="0" h="118110" w="194310">
                    <a:moveTo>
                      <a:pt x="64846" y="13106"/>
                    </a:moveTo>
                    <a:lnTo>
                      <a:pt x="64846" y="15900"/>
                    </a:lnTo>
                    <a:lnTo>
                      <a:pt x="76479" y="22961"/>
                    </a:lnTo>
                    <a:lnTo>
                      <a:pt x="76395" y="20104"/>
                    </a:lnTo>
                    <a:lnTo>
                      <a:pt x="64846" y="13106"/>
                    </a:lnTo>
                    <a:close/>
                  </a:path>
                  <a:path extrusionOk="0" h="118110" w="194310">
                    <a:moveTo>
                      <a:pt x="86169" y="13690"/>
                    </a:moveTo>
                    <a:lnTo>
                      <a:pt x="76479" y="20104"/>
                    </a:lnTo>
                    <a:lnTo>
                      <a:pt x="76479" y="22898"/>
                    </a:lnTo>
                    <a:lnTo>
                      <a:pt x="86169" y="16484"/>
                    </a:lnTo>
                    <a:lnTo>
                      <a:pt x="86169" y="13690"/>
                    </a:lnTo>
                    <a:close/>
                  </a:path>
                  <a:path extrusionOk="0" h="118110" w="194310">
                    <a:moveTo>
                      <a:pt x="86448" y="26276"/>
                    </a:moveTo>
                    <a:lnTo>
                      <a:pt x="86448" y="29082"/>
                    </a:lnTo>
                    <a:lnTo>
                      <a:pt x="98082" y="36068"/>
                    </a:lnTo>
                    <a:lnTo>
                      <a:pt x="98082" y="33274"/>
                    </a:lnTo>
                    <a:lnTo>
                      <a:pt x="86448" y="26276"/>
                    </a:lnTo>
                    <a:close/>
                  </a:path>
                  <a:path extrusionOk="0" h="118110" w="194310">
                    <a:moveTo>
                      <a:pt x="107784" y="26860"/>
                    </a:moveTo>
                    <a:lnTo>
                      <a:pt x="98082" y="33274"/>
                    </a:lnTo>
                    <a:lnTo>
                      <a:pt x="98082" y="36068"/>
                    </a:lnTo>
                    <a:lnTo>
                      <a:pt x="107784" y="29654"/>
                    </a:lnTo>
                    <a:lnTo>
                      <a:pt x="107784" y="26860"/>
                    </a:lnTo>
                    <a:close/>
                  </a:path>
                  <a:path extrusionOk="0" h="118110" w="194310">
                    <a:moveTo>
                      <a:pt x="108064" y="39446"/>
                    </a:moveTo>
                    <a:lnTo>
                      <a:pt x="108064" y="42252"/>
                    </a:lnTo>
                    <a:lnTo>
                      <a:pt x="119697" y="49237"/>
                    </a:lnTo>
                    <a:lnTo>
                      <a:pt x="119697" y="46443"/>
                    </a:lnTo>
                    <a:lnTo>
                      <a:pt x="108064" y="39446"/>
                    </a:lnTo>
                    <a:close/>
                  </a:path>
                  <a:path extrusionOk="0" h="118110" w="194310">
                    <a:moveTo>
                      <a:pt x="129400" y="39979"/>
                    </a:moveTo>
                    <a:lnTo>
                      <a:pt x="119697" y="46443"/>
                    </a:lnTo>
                    <a:lnTo>
                      <a:pt x="119697" y="49237"/>
                    </a:lnTo>
                    <a:lnTo>
                      <a:pt x="129400" y="42773"/>
                    </a:lnTo>
                    <a:lnTo>
                      <a:pt x="129400" y="39979"/>
                    </a:lnTo>
                    <a:close/>
                  </a:path>
                  <a:path extrusionOk="0" h="118110" w="194310">
                    <a:moveTo>
                      <a:pt x="129679" y="52565"/>
                    </a:moveTo>
                    <a:lnTo>
                      <a:pt x="129679" y="55359"/>
                    </a:lnTo>
                    <a:lnTo>
                      <a:pt x="141312" y="62356"/>
                    </a:lnTo>
                    <a:lnTo>
                      <a:pt x="141312" y="59562"/>
                    </a:lnTo>
                    <a:lnTo>
                      <a:pt x="129679" y="52565"/>
                    </a:lnTo>
                    <a:close/>
                  </a:path>
                  <a:path extrusionOk="0" h="118110" w="194310">
                    <a:moveTo>
                      <a:pt x="151002" y="53149"/>
                    </a:moveTo>
                    <a:lnTo>
                      <a:pt x="141312" y="59562"/>
                    </a:lnTo>
                    <a:lnTo>
                      <a:pt x="141312" y="62356"/>
                    </a:lnTo>
                    <a:lnTo>
                      <a:pt x="151002" y="55943"/>
                    </a:lnTo>
                    <a:lnTo>
                      <a:pt x="151002" y="53149"/>
                    </a:lnTo>
                    <a:close/>
                  </a:path>
                  <a:path extrusionOk="0" h="118110" w="194310">
                    <a:moveTo>
                      <a:pt x="151282" y="65735"/>
                    </a:moveTo>
                    <a:lnTo>
                      <a:pt x="151282" y="68529"/>
                    </a:lnTo>
                    <a:lnTo>
                      <a:pt x="162928" y="75526"/>
                    </a:lnTo>
                    <a:lnTo>
                      <a:pt x="162928" y="72732"/>
                    </a:lnTo>
                    <a:lnTo>
                      <a:pt x="151282" y="65735"/>
                    </a:lnTo>
                    <a:close/>
                  </a:path>
                  <a:path extrusionOk="0" h="118110" w="194310">
                    <a:moveTo>
                      <a:pt x="172618" y="66255"/>
                    </a:moveTo>
                    <a:lnTo>
                      <a:pt x="162928" y="72732"/>
                    </a:lnTo>
                    <a:lnTo>
                      <a:pt x="162928" y="75526"/>
                    </a:lnTo>
                    <a:lnTo>
                      <a:pt x="172618" y="69062"/>
                    </a:lnTo>
                    <a:lnTo>
                      <a:pt x="172618" y="66255"/>
                    </a:lnTo>
                    <a:close/>
                  </a:path>
                  <a:path extrusionOk="0" h="118110" w="194310">
                    <a:moveTo>
                      <a:pt x="172897" y="78854"/>
                    </a:moveTo>
                    <a:lnTo>
                      <a:pt x="172897" y="81648"/>
                    </a:lnTo>
                    <a:lnTo>
                      <a:pt x="184531" y="88633"/>
                    </a:lnTo>
                    <a:lnTo>
                      <a:pt x="184531" y="85839"/>
                    </a:lnTo>
                    <a:lnTo>
                      <a:pt x="172897" y="78854"/>
                    </a:lnTo>
                    <a:close/>
                  </a:path>
                  <a:path extrusionOk="0" h="118110" w="194310">
                    <a:moveTo>
                      <a:pt x="194233" y="79425"/>
                    </a:moveTo>
                    <a:lnTo>
                      <a:pt x="184531" y="85839"/>
                    </a:lnTo>
                    <a:lnTo>
                      <a:pt x="184531" y="88633"/>
                    </a:lnTo>
                    <a:lnTo>
                      <a:pt x="194233" y="82232"/>
                    </a:lnTo>
                    <a:lnTo>
                      <a:pt x="194233" y="79425"/>
                    </a:lnTo>
                    <a:close/>
                  </a:path>
                  <a:path extrusionOk="0" h="118110" w="194310">
                    <a:moveTo>
                      <a:pt x="28816" y="9791"/>
                    </a:moveTo>
                    <a:lnTo>
                      <a:pt x="28816" y="12585"/>
                    </a:lnTo>
                    <a:lnTo>
                      <a:pt x="40449" y="19575"/>
                    </a:lnTo>
                    <a:lnTo>
                      <a:pt x="40455" y="16772"/>
                    </a:lnTo>
                    <a:lnTo>
                      <a:pt x="28816" y="9791"/>
                    </a:lnTo>
                    <a:close/>
                  </a:path>
                  <a:path extrusionOk="0" h="118110" w="194310">
                    <a:moveTo>
                      <a:pt x="50152" y="10312"/>
                    </a:moveTo>
                    <a:lnTo>
                      <a:pt x="40455" y="16772"/>
                    </a:lnTo>
                    <a:lnTo>
                      <a:pt x="40462" y="19574"/>
                    </a:lnTo>
                    <a:lnTo>
                      <a:pt x="50152" y="13106"/>
                    </a:lnTo>
                    <a:lnTo>
                      <a:pt x="50152" y="10312"/>
                    </a:lnTo>
                    <a:close/>
                  </a:path>
                  <a:path extrusionOk="0" h="118110" w="194310">
                    <a:moveTo>
                      <a:pt x="50431" y="22898"/>
                    </a:moveTo>
                    <a:lnTo>
                      <a:pt x="50431" y="25755"/>
                    </a:lnTo>
                    <a:lnTo>
                      <a:pt x="62064" y="32753"/>
                    </a:lnTo>
                    <a:lnTo>
                      <a:pt x="61981" y="29895"/>
                    </a:lnTo>
                    <a:lnTo>
                      <a:pt x="50431" y="22898"/>
                    </a:lnTo>
                    <a:close/>
                  </a:path>
                  <a:path extrusionOk="0" h="118110" w="194310">
                    <a:moveTo>
                      <a:pt x="71767" y="23482"/>
                    </a:moveTo>
                    <a:lnTo>
                      <a:pt x="62064" y="29895"/>
                    </a:lnTo>
                    <a:lnTo>
                      <a:pt x="62064" y="32689"/>
                    </a:lnTo>
                    <a:lnTo>
                      <a:pt x="71767" y="26276"/>
                    </a:lnTo>
                    <a:lnTo>
                      <a:pt x="71767" y="23482"/>
                    </a:lnTo>
                    <a:close/>
                  </a:path>
                  <a:path extrusionOk="0" h="118110" w="194310">
                    <a:moveTo>
                      <a:pt x="72034" y="36068"/>
                    </a:moveTo>
                    <a:lnTo>
                      <a:pt x="72034" y="38874"/>
                    </a:lnTo>
                    <a:lnTo>
                      <a:pt x="83680" y="45859"/>
                    </a:lnTo>
                    <a:lnTo>
                      <a:pt x="83673" y="43061"/>
                    </a:lnTo>
                    <a:lnTo>
                      <a:pt x="72034" y="36068"/>
                    </a:lnTo>
                    <a:close/>
                  </a:path>
                  <a:path extrusionOk="0" h="118110" w="194310">
                    <a:moveTo>
                      <a:pt x="93370" y="36652"/>
                    </a:moveTo>
                    <a:lnTo>
                      <a:pt x="83673" y="43061"/>
                    </a:lnTo>
                    <a:lnTo>
                      <a:pt x="83680" y="45859"/>
                    </a:lnTo>
                    <a:lnTo>
                      <a:pt x="93370" y="39446"/>
                    </a:lnTo>
                    <a:lnTo>
                      <a:pt x="93370" y="36652"/>
                    </a:lnTo>
                    <a:close/>
                  </a:path>
                  <a:path extrusionOk="0" h="118110" w="194310">
                    <a:moveTo>
                      <a:pt x="129667" y="108216"/>
                    </a:moveTo>
                    <a:lnTo>
                      <a:pt x="129667" y="111074"/>
                    </a:lnTo>
                    <a:lnTo>
                      <a:pt x="141300" y="118071"/>
                    </a:lnTo>
                    <a:lnTo>
                      <a:pt x="141300" y="115277"/>
                    </a:lnTo>
                    <a:lnTo>
                      <a:pt x="129667" y="108216"/>
                    </a:lnTo>
                    <a:close/>
                  </a:path>
                  <a:path extrusionOk="0" h="118110" w="194310">
                    <a:moveTo>
                      <a:pt x="151002" y="108800"/>
                    </a:moveTo>
                    <a:lnTo>
                      <a:pt x="141300" y="115277"/>
                    </a:lnTo>
                    <a:lnTo>
                      <a:pt x="141300" y="118071"/>
                    </a:lnTo>
                    <a:lnTo>
                      <a:pt x="151002" y="111607"/>
                    </a:lnTo>
                    <a:lnTo>
                      <a:pt x="151002" y="108800"/>
                    </a:lnTo>
                    <a:close/>
                  </a:path>
                  <a:path extrusionOk="0" h="118110" w="194310">
                    <a:moveTo>
                      <a:pt x="144068" y="98425"/>
                    </a:moveTo>
                    <a:lnTo>
                      <a:pt x="144068" y="101231"/>
                    </a:lnTo>
                    <a:lnTo>
                      <a:pt x="155714" y="108280"/>
                    </a:lnTo>
                    <a:lnTo>
                      <a:pt x="155609" y="105422"/>
                    </a:lnTo>
                    <a:lnTo>
                      <a:pt x="144068" y="98425"/>
                    </a:lnTo>
                    <a:close/>
                  </a:path>
                  <a:path extrusionOk="0" h="118110" w="194310">
                    <a:moveTo>
                      <a:pt x="165404" y="99009"/>
                    </a:moveTo>
                    <a:lnTo>
                      <a:pt x="155714" y="105422"/>
                    </a:lnTo>
                    <a:lnTo>
                      <a:pt x="155714" y="108280"/>
                    </a:lnTo>
                    <a:lnTo>
                      <a:pt x="165404" y="101803"/>
                    </a:lnTo>
                    <a:lnTo>
                      <a:pt x="165404" y="99009"/>
                    </a:lnTo>
                    <a:close/>
                  </a:path>
                  <a:path extrusionOk="0" h="118110" w="194310">
                    <a:moveTo>
                      <a:pt x="108051" y="95110"/>
                    </a:moveTo>
                    <a:lnTo>
                      <a:pt x="108051" y="97904"/>
                    </a:lnTo>
                    <a:lnTo>
                      <a:pt x="119697" y="104901"/>
                    </a:lnTo>
                    <a:lnTo>
                      <a:pt x="119697" y="102107"/>
                    </a:lnTo>
                    <a:lnTo>
                      <a:pt x="108051" y="95110"/>
                    </a:lnTo>
                    <a:close/>
                  </a:path>
                  <a:path extrusionOk="0" h="118110" w="194310">
                    <a:moveTo>
                      <a:pt x="129387" y="95694"/>
                    </a:moveTo>
                    <a:lnTo>
                      <a:pt x="119697" y="102107"/>
                    </a:lnTo>
                    <a:lnTo>
                      <a:pt x="119697" y="104901"/>
                    </a:lnTo>
                    <a:lnTo>
                      <a:pt x="129387" y="98488"/>
                    </a:lnTo>
                    <a:lnTo>
                      <a:pt x="129387" y="95694"/>
                    </a:lnTo>
                    <a:close/>
                  </a:path>
                  <a:path extrusionOk="0" h="118110" w="194310">
                    <a:moveTo>
                      <a:pt x="158483" y="88633"/>
                    </a:moveTo>
                    <a:lnTo>
                      <a:pt x="158483" y="91439"/>
                    </a:lnTo>
                    <a:lnTo>
                      <a:pt x="170116" y="98425"/>
                    </a:lnTo>
                    <a:lnTo>
                      <a:pt x="170116" y="95631"/>
                    </a:lnTo>
                    <a:lnTo>
                      <a:pt x="158483" y="88633"/>
                    </a:lnTo>
                    <a:close/>
                  </a:path>
                  <a:path extrusionOk="0" h="118110" w="194310">
                    <a:moveTo>
                      <a:pt x="179819" y="89217"/>
                    </a:moveTo>
                    <a:lnTo>
                      <a:pt x="170116" y="95631"/>
                    </a:lnTo>
                    <a:lnTo>
                      <a:pt x="170116" y="98425"/>
                    </a:lnTo>
                    <a:lnTo>
                      <a:pt x="179819" y="92024"/>
                    </a:lnTo>
                    <a:lnTo>
                      <a:pt x="179819" y="89217"/>
                    </a:lnTo>
                    <a:close/>
                  </a:path>
                  <a:path extrusionOk="0" h="118110" w="194310">
                    <a:moveTo>
                      <a:pt x="122466" y="85318"/>
                    </a:moveTo>
                    <a:lnTo>
                      <a:pt x="122466" y="88112"/>
                    </a:lnTo>
                    <a:lnTo>
                      <a:pt x="134099" y="95110"/>
                    </a:lnTo>
                    <a:lnTo>
                      <a:pt x="134099" y="92316"/>
                    </a:lnTo>
                    <a:lnTo>
                      <a:pt x="122466" y="85318"/>
                    </a:lnTo>
                    <a:close/>
                  </a:path>
                  <a:path extrusionOk="0" h="118110" w="194310">
                    <a:moveTo>
                      <a:pt x="143802" y="85902"/>
                    </a:moveTo>
                    <a:lnTo>
                      <a:pt x="134099" y="92316"/>
                    </a:lnTo>
                    <a:lnTo>
                      <a:pt x="134099" y="95110"/>
                    </a:lnTo>
                    <a:lnTo>
                      <a:pt x="143802" y="88633"/>
                    </a:lnTo>
                    <a:lnTo>
                      <a:pt x="143802" y="85902"/>
                    </a:lnTo>
                    <a:close/>
                  </a:path>
                  <a:path extrusionOk="0" h="118110" w="194310">
                    <a:moveTo>
                      <a:pt x="43218" y="55651"/>
                    </a:moveTo>
                    <a:lnTo>
                      <a:pt x="43218" y="58445"/>
                    </a:lnTo>
                    <a:lnTo>
                      <a:pt x="98082" y="91732"/>
                    </a:lnTo>
                    <a:lnTo>
                      <a:pt x="98082" y="88925"/>
                    </a:lnTo>
                    <a:lnTo>
                      <a:pt x="43218" y="55651"/>
                    </a:lnTo>
                    <a:close/>
                  </a:path>
                  <a:path extrusionOk="0" h="118110" w="194310">
                    <a:moveTo>
                      <a:pt x="107772" y="82524"/>
                    </a:moveTo>
                    <a:lnTo>
                      <a:pt x="98082" y="88925"/>
                    </a:lnTo>
                    <a:lnTo>
                      <a:pt x="98082" y="91732"/>
                    </a:lnTo>
                    <a:lnTo>
                      <a:pt x="107772" y="85318"/>
                    </a:lnTo>
                    <a:lnTo>
                      <a:pt x="107772" y="82524"/>
                    </a:lnTo>
                    <a:close/>
                  </a:path>
                  <a:path extrusionOk="0" h="118110" w="194310">
                    <a:moveTo>
                      <a:pt x="136880" y="75526"/>
                    </a:moveTo>
                    <a:lnTo>
                      <a:pt x="136880" y="78320"/>
                    </a:lnTo>
                    <a:lnTo>
                      <a:pt x="148513" y="85318"/>
                    </a:lnTo>
                    <a:lnTo>
                      <a:pt x="148513" y="82524"/>
                    </a:lnTo>
                    <a:lnTo>
                      <a:pt x="136880" y="75526"/>
                    </a:lnTo>
                    <a:close/>
                  </a:path>
                  <a:path extrusionOk="0" h="118110" w="194310">
                    <a:moveTo>
                      <a:pt x="158203" y="76047"/>
                    </a:moveTo>
                    <a:lnTo>
                      <a:pt x="148513" y="82524"/>
                    </a:lnTo>
                    <a:lnTo>
                      <a:pt x="148513" y="85318"/>
                    </a:lnTo>
                    <a:lnTo>
                      <a:pt x="158203" y="78854"/>
                    </a:lnTo>
                    <a:lnTo>
                      <a:pt x="158203" y="76047"/>
                    </a:lnTo>
                    <a:close/>
                  </a:path>
                  <a:path extrusionOk="0" h="118110" w="194310">
                    <a:moveTo>
                      <a:pt x="100850" y="72148"/>
                    </a:moveTo>
                    <a:lnTo>
                      <a:pt x="100850" y="74942"/>
                    </a:lnTo>
                    <a:lnTo>
                      <a:pt x="112483" y="81932"/>
                    </a:lnTo>
                    <a:lnTo>
                      <a:pt x="112489" y="79129"/>
                    </a:lnTo>
                    <a:lnTo>
                      <a:pt x="100850" y="72148"/>
                    </a:lnTo>
                    <a:close/>
                  </a:path>
                  <a:path extrusionOk="0" h="118110" w="194310">
                    <a:moveTo>
                      <a:pt x="122186" y="72732"/>
                    </a:moveTo>
                    <a:lnTo>
                      <a:pt x="112489" y="79129"/>
                    </a:lnTo>
                    <a:lnTo>
                      <a:pt x="112496" y="81932"/>
                    </a:lnTo>
                    <a:lnTo>
                      <a:pt x="122186" y="75526"/>
                    </a:lnTo>
                    <a:lnTo>
                      <a:pt x="122186" y="72732"/>
                    </a:lnTo>
                    <a:close/>
                  </a:path>
                  <a:path extrusionOk="0" h="118110" w="194310">
                    <a:moveTo>
                      <a:pt x="115265" y="62356"/>
                    </a:moveTo>
                    <a:lnTo>
                      <a:pt x="115265" y="65150"/>
                    </a:lnTo>
                    <a:lnTo>
                      <a:pt x="126898" y="72148"/>
                    </a:lnTo>
                    <a:lnTo>
                      <a:pt x="126898" y="69354"/>
                    </a:lnTo>
                    <a:lnTo>
                      <a:pt x="115265" y="62356"/>
                    </a:lnTo>
                    <a:close/>
                  </a:path>
                  <a:path extrusionOk="0" h="118110" w="194310">
                    <a:moveTo>
                      <a:pt x="136588" y="62941"/>
                    </a:moveTo>
                    <a:lnTo>
                      <a:pt x="126898" y="69354"/>
                    </a:lnTo>
                    <a:lnTo>
                      <a:pt x="126898" y="72148"/>
                    </a:lnTo>
                    <a:lnTo>
                      <a:pt x="136588" y="65735"/>
                    </a:lnTo>
                    <a:lnTo>
                      <a:pt x="136588" y="62941"/>
                    </a:lnTo>
                    <a:close/>
                  </a:path>
                  <a:path extrusionOk="0" h="118110" w="194310">
                    <a:moveTo>
                      <a:pt x="79248" y="59029"/>
                    </a:moveTo>
                    <a:lnTo>
                      <a:pt x="79248" y="61836"/>
                    </a:lnTo>
                    <a:lnTo>
                      <a:pt x="90881" y="68821"/>
                    </a:lnTo>
                    <a:lnTo>
                      <a:pt x="90881" y="66027"/>
                    </a:lnTo>
                    <a:lnTo>
                      <a:pt x="79248" y="59029"/>
                    </a:lnTo>
                    <a:close/>
                  </a:path>
                  <a:path extrusionOk="0" h="118110" w="194310">
                    <a:moveTo>
                      <a:pt x="100571" y="59562"/>
                    </a:moveTo>
                    <a:lnTo>
                      <a:pt x="90881" y="66027"/>
                    </a:lnTo>
                    <a:lnTo>
                      <a:pt x="90881" y="68821"/>
                    </a:lnTo>
                    <a:lnTo>
                      <a:pt x="100571" y="62356"/>
                    </a:lnTo>
                    <a:lnTo>
                      <a:pt x="100571" y="59562"/>
                    </a:lnTo>
                    <a:close/>
                  </a:path>
                  <a:path extrusionOk="0" h="118110" w="194310">
                    <a:moveTo>
                      <a:pt x="93649" y="49237"/>
                    </a:moveTo>
                    <a:lnTo>
                      <a:pt x="93649" y="52044"/>
                    </a:lnTo>
                    <a:lnTo>
                      <a:pt x="105282" y="59029"/>
                    </a:lnTo>
                    <a:lnTo>
                      <a:pt x="105282" y="56235"/>
                    </a:lnTo>
                    <a:lnTo>
                      <a:pt x="93649" y="49237"/>
                    </a:lnTo>
                    <a:close/>
                  </a:path>
                  <a:path extrusionOk="0" h="118110" w="194310">
                    <a:moveTo>
                      <a:pt x="114985" y="49771"/>
                    </a:moveTo>
                    <a:lnTo>
                      <a:pt x="105282" y="56235"/>
                    </a:lnTo>
                    <a:lnTo>
                      <a:pt x="105282" y="59029"/>
                    </a:lnTo>
                    <a:lnTo>
                      <a:pt x="114985" y="52565"/>
                    </a:lnTo>
                    <a:lnTo>
                      <a:pt x="114985" y="49771"/>
                    </a:lnTo>
                    <a:close/>
                  </a:path>
                  <a:path extrusionOk="0" h="118110" w="194310">
                    <a:moveTo>
                      <a:pt x="57632" y="45859"/>
                    </a:moveTo>
                    <a:lnTo>
                      <a:pt x="57632" y="48653"/>
                    </a:lnTo>
                    <a:lnTo>
                      <a:pt x="69265" y="55651"/>
                    </a:lnTo>
                    <a:lnTo>
                      <a:pt x="69265" y="52857"/>
                    </a:lnTo>
                    <a:lnTo>
                      <a:pt x="57632" y="45859"/>
                    </a:lnTo>
                    <a:close/>
                  </a:path>
                  <a:path extrusionOk="0" h="118110" w="194310">
                    <a:moveTo>
                      <a:pt x="78955" y="46443"/>
                    </a:moveTo>
                    <a:lnTo>
                      <a:pt x="69265" y="52857"/>
                    </a:lnTo>
                    <a:lnTo>
                      <a:pt x="69265" y="55651"/>
                    </a:lnTo>
                    <a:lnTo>
                      <a:pt x="78955" y="49237"/>
                    </a:lnTo>
                    <a:lnTo>
                      <a:pt x="78955" y="46443"/>
                    </a:lnTo>
                    <a:close/>
                  </a:path>
                  <a:path extrusionOk="0" h="118110" w="194310">
                    <a:moveTo>
                      <a:pt x="14401" y="19583"/>
                    </a:moveTo>
                    <a:lnTo>
                      <a:pt x="14414" y="22377"/>
                    </a:lnTo>
                    <a:lnTo>
                      <a:pt x="26034" y="29367"/>
                    </a:lnTo>
                    <a:lnTo>
                      <a:pt x="26041" y="26564"/>
                    </a:lnTo>
                    <a:lnTo>
                      <a:pt x="14401" y="19583"/>
                    </a:lnTo>
                    <a:close/>
                  </a:path>
                  <a:path extrusionOk="0" h="118110" w="194310">
                    <a:moveTo>
                      <a:pt x="35737" y="20104"/>
                    </a:moveTo>
                    <a:lnTo>
                      <a:pt x="26041" y="26564"/>
                    </a:lnTo>
                    <a:lnTo>
                      <a:pt x="26047" y="29366"/>
                    </a:lnTo>
                    <a:lnTo>
                      <a:pt x="35737" y="22898"/>
                    </a:lnTo>
                    <a:lnTo>
                      <a:pt x="35737" y="20104"/>
                    </a:lnTo>
                    <a:close/>
                  </a:path>
                  <a:path extrusionOk="0" h="118110" w="194310">
                    <a:moveTo>
                      <a:pt x="36017" y="32753"/>
                    </a:moveTo>
                    <a:lnTo>
                      <a:pt x="36017" y="35547"/>
                    </a:lnTo>
                    <a:lnTo>
                      <a:pt x="47650" y="42544"/>
                    </a:lnTo>
                    <a:lnTo>
                      <a:pt x="47565" y="39687"/>
                    </a:lnTo>
                    <a:lnTo>
                      <a:pt x="36017" y="32753"/>
                    </a:lnTo>
                    <a:close/>
                  </a:path>
                  <a:path extrusionOk="0" h="118110" w="194310">
                    <a:moveTo>
                      <a:pt x="57353" y="33274"/>
                    </a:moveTo>
                    <a:lnTo>
                      <a:pt x="47650" y="39687"/>
                    </a:lnTo>
                    <a:lnTo>
                      <a:pt x="47650" y="42481"/>
                    </a:lnTo>
                    <a:lnTo>
                      <a:pt x="57353" y="36068"/>
                    </a:lnTo>
                    <a:lnTo>
                      <a:pt x="57353" y="33274"/>
                    </a:lnTo>
                    <a:close/>
                  </a:path>
                  <a:path extrusionOk="0" h="118110" w="194310">
                    <a:moveTo>
                      <a:pt x="0" y="29375"/>
                    </a:moveTo>
                    <a:lnTo>
                      <a:pt x="0" y="32169"/>
                    </a:lnTo>
                    <a:lnTo>
                      <a:pt x="11633" y="39154"/>
                    </a:lnTo>
                    <a:lnTo>
                      <a:pt x="11633" y="36360"/>
                    </a:lnTo>
                    <a:lnTo>
                      <a:pt x="0" y="29375"/>
                    </a:lnTo>
                    <a:close/>
                  </a:path>
                  <a:path extrusionOk="0" h="118110" w="194310">
                    <a:moveTo>
                      <a:pt x="21323" y="29895"/>
                    </a:moveTo>
                    <a:lnTo>
                      <a:pt x="11633" y="36360"/>
                    </a:lnTo>
                    <a:lnTo>
                      <a:pt x="11633" y="39154"/>
                    </a:lnTo>
                    <a:lnTo>
                      <a:pt x="21323" y="32689"/>
                    </a:lnTo>
                    <a:lnTo>
                      <a:pt x="21323" y="29895"/>
                    </a:lnTo>
                    <a:close/>
                  </a:path>
                  <a:path extrusionOk="0" h="118110" w="194310">
                    <a:moveTo>
                      <a:pt x="21615" y="42544"/>
                    </a:moveTo>
                    <a:lnTo>
                      <a:pt x="21615" y="45338"/>
                    </a:lnTo>
                    <a:lnTo>
                      <a:pt x="33248" y="52336"/>
                    </a:lnTo>
                    <a:lnTo>
                      <a:pt x="33163" y="49479"/>
                    </a:lnTo>
                    <a:lnTo>
                      <a:pt x="21615" y="42544"/>
                    </a:lnTo>
                    <a:close/>
                  </a:path>
                  <a:path extrusionOk="0" h="118110" w="194310">
                    <a:moveTo>
                      <a:pt x="42938" y="43065"/>
                    </a:moveTo>
                    <a:lnTo>
                      <a:pt x="33248" y="49479"/>
                    </a:lnTo>
                    <a:lnTo>
                      <a:pt x="33248" y="52273"/>
                    </a:lnTo>
                    <a:lnTo>
                      <a:pt x="42938" y="45859"/>
                    </a:lnTo>
                    <a:lnTo>
                      <a:pt x="42938" y="43065"/>
                    </a:lnTo>
                    <a:close/>
                  </a:path>
                </a:pathLst>
              </a:custGeom>
              <a:solidFill>
                <a:srgbClr val="959595">
                  <a:alpha val="29019"/>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45" name="Google Shape;245;p10"/>
              <p:cNvSpPr/>
              <p:nvPr/>
            </p:nvSpPr>
            <p:spPr>
              <a:xfrm>
                <a:off x="1910918" y="4404931"/>
                <a:ext cx="18415" cy="45085"/>
              </a:xfrm>
              <a:custGeom>
                <a:rect b="b" l="l" r="r" t="t"/>
                <a:pathLst>
                  <a:path extrusionOk="0" h="45085" w="18414">
                    <a:moveTo>
                      <a:pt x="17322" y="0"/>
                    </a:moveTo>
                    <a:lnTo>
                      <a:pt x="9232" y="4724"/>
                    </a:lnTo>
                    <a:lnTo>
                      <a:pt x="9118" y="38468"/>
                    </a:lnTo>
                    <a:lnTo>
                      <a:pt x="9461" y="39052"/>
                    </a:lnTo>
                    <a:lnTo>
                      <a:pt x="10045" y="39230"/>
                    </a:lnTo>
                    <a:lnTo>
                      <a:pt x="10452" y="38938"/>
                    </a:lnTo>
                    <a:lnTo>
                      <a:pt x="18122" y="34442"/>
                    </a:lnTo>
                    <a:lnTo>
                      <a:pt x="18300" y="34150"/>
                    </a:lnTo>
                    <a:lnTo>
                      <a:pt x="18237" y="698"/>
                    </a:lnTo>
                    <a:lnTo>
                      <a:pt x="17894" y="114"/>
                    </a:lnTo>
                    <a:lnTo>
                      <a:pt x="17322" y="0"/>
                    </a:lnTo>
                    <a:close/>
                  </a:path>
                  <a:path extrusionOk="0" h="45085" w="18414">
                    <a:moveTo>
                      <a:pt x="5080" y="7175"/>
                    </a:moveTo>
                    <a:lnTo>
                      <a:pt x="4622" y="7467"/>
                    </a:lnTo>
                    <a:lnTo>
                      <a:pt x="292" y="9969"/>
                    </a:lnTo>
                    <a:lnTo>
                      <a:pt x="63" y="10147"/>
                    </a:lnTo>
                    <a:lnTo>
                      <a:pt x="0" y="44005"/>
                    </a:lnTo>
                    <a:lnTo>
                      <a:pt x="228" y="44475"/>
                    </a:lnTo>
                    <a:lnTo>
                      <a:pt x="812" y="44589"/>
                    </a:lnTo>
                    <a:lnTo>
                      <a:pt x="1269" y="44348"/>
                    </a:lnTo>
                    <a:lnTo>
                      <a:pt x="5829" y="41668"/>
                    </a:lnTo>
                    <a:lnTo>
                      <a:pt x="6007" y="41376"/>
                    </a:lnTo>
                    <a:lnTo>
                      <a:pt x="5892" y="7759"/>
                    </a:lnTo>
                    <a:lnTo>
                      <a:pt x="5600" y="7340"/>
                    </a:lnTo>
                    <a:lnTo>
                      <a:pt x="5080" y="7175"/>
                    </a:lnTo>
                    <a:close/>
                  </a:path>
                </a:pathLst>
              </a:custGeom>
              <a:solidFill>
                <a:srgbClr val="808080">
                  <a:alpha val="49019"/>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46" name="Google Shape;246;p10"/>
              <p:cNvSpPr/>
              <p:nvPr/>
            </p:nvSpPr>
            <p:spPr>
              <a:xfrm>
                <a:off x="1641703" y="4214240"/>
                <a:ext cx="167449" cy="321183"/>
              </a:xfrm>
              <a:prstGeom prst="rect">
                <a:avLst/>
              </a:prstGeom>
              <a:blipFill rotWithShape="1">
                <a:blip r:embed="rId27">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47" name="Google Shape;247;p10"/>
              <p:cNvSpPr/>
              <p:nvPr/>
            </p:nvSpPr>
            <p:spPr>
              <a:xfrm>
                <a:off x="1641702" y="4214243"/>
                <a:ext cx="224154" cy="321310"/>
              </a:xfrm>
              <a:custGeom>
                <a:rect b="b" l="l" r="r" t="t"/>
                <a:pathLst>
                  <a:path extrusionOk="0" h="321310" w="224155">
                    <a:moveTo>
                      <a:pt x="167445" y="229622"/>
                    </a:moveTo>
                    <a:lnTo>
                      <a:pt x="131145" y="217400"/>
                    </a:lnTo>
                    <a:lnTo>
                      <a:pt x="96809" y="200642"/>
                    </a:lnTo>
                    <a:lnTo>
                      <a:pt x="64841" y="179580"/>
                    </a:lnTo>
                    <a:lnTo>
                      <a:pt x="35645" y="154441"/>
                    </a:lnTo>
                    <a:lnTo>
                      <a:pt x="35645" y="0"/>
                    </a:lnTo>
                    <a:lnTo>
                      <a:pt x="65478" y="24364"/>
                    </a:lnTo>
                    <a:lnTo>
                      <a:pt x="97577" y="45341"/>
                    </a:lnTo>
                    <a:lnTo>
                      <a:pt x="131661" y="62778"/>
                    </a:lnTo>
                    <a:lnTo>
                      <a:pt x="167445" y="76521"/>
                    </a:lnTo>
                    <a:lnTo>
                      <a:pt x="167445" y="229622"/>
                    </a:lnTo>
                    <a:close/>
                  </a:path>
                  <a:path extrusionOk="0" h="321310" w="224155">
                    <a:moveTo>
                      <a:pt x="0" y="229622"/>
                    </a:moveTo>
                    <a:lnTo>
                      <a:pt x="34643" y="259967"/>
                    </a:lnTo>
                    <a:lnTo>
                      <a:pt x="72619" y="285519"/>
                    </a:lnTo>
                    <a:lnTo>
                      <a:pt x="113463" y="306013"/>
                    </a:lnTo>
                    <a:lnTo>
                      <a:pt x="156708" y="321179"/>
                    </a:lnTo>
                    <a:lnTo>
                      <a:pt x="156708" y="255498"/>
                    </a:lnTo>
                    <a:lnTo>
                      <a:pt x="113498" y="240300"/>
                    </a:lnTo>
                    <a:lnTo>
                      <a:pt x="72669" y="219802"/>
                    </a:lnTo>
                    <a:lnTo>
                      <a:pt x="34683" y="194277"/>
                    </a:lnTo>
                    <a:lnTo>
                      <a:pt x="0" y="163999"/>
                    </a:lnTo>
                    <a:lnTo>
                      <a:pt x="0" y="229622"/>
                    </a:lnTo>
                    <a:close/>
                  </a:path>
                  <a:path extrusionOk="0" h="321310" w="224155">
                    <a:moveTo>
                      <a:pt x="11435" y="191332"/>
                    </a:moveTo>
                    <a:lnTo>
                      <a:pt x="19610" y="199231"/>
                    </a:lnTo>
                    <a:lnTo>
                      <a:pt x="28176" y="206660"/>
                    </a:lnTo>
                    <a:lnTo>
                      <a:pt x="37113" y="213608"/>
                    </a:lnTo>
                    <a:lnTo>
                      <a:pt x="46405" y="220064"/>
                    </a:lnTo>
                  </a:path>
                  <a:path extrusionOk="0" h="321310" w="224155">
                    <a:moveTo>
                      <a:pt x="11435" y="200948"/>
                    </a:moveTo>
                    <a:lnTo>
                      <a:pt x="19610" y="208813"/>
                    </a:lnTo>
                    <a:lnTo>
                      <a:pt x="28176" y="216225"/>
                    </a:lnTo>
                    <a:lnTo>
                      <a:pt x="37113" y="223166"/>
                    </a:lnTo>
                    <a:lnTo>
                      <a:pt x="46405" y="229622"/>
                    </a:lnTo>
                  </a:path>
                  <a:path extrusionOk="0" h="321310" w="224155">
                    <a:moveTo>
                      <a:pt x="11435" y="210506"/>
                    </a:moveTo>
                    <a:lnTo>
                      <a:pt x="19610" y="218371"/>
                    </a:lnTo>
                    <a:lnTo>
                      <a:pt x="28176" y="225783"/>
                    </a:lnTo>
                    <a:lnTo>
                      <a:pt x="37113" y="232724"/>
                    </a:lnTo>
                    <a:lnTo>
                      <a:pt x="46405" y="239180"/>
                    </a:lnTo>
                  </a:path>
                  <a:path extrusionOk="0" h="321310" w="224155">
                    <a:moveTo>
                      <a:pt x="11435" y="220064"/>
                    </a:moveTo>
                    <a:lnTo>
                      <a:pt x="19610" y="227929"/>
                    </a:lnTo>
                    <a:lnTo>
                      <a:pt x="28176" y="235341"/>
                    </a:lnTo>
                    <a:lnTo>
                      <a:pt x="37113" y="242282"/>
                    </a:lnTo>
                    <a:lnTo>
                      <a:pt x="46405" y="248738"/>
                    </a:lnTo>
                  </a:path>
                  <a:path extrusionOk="0" h="321310" w="224155">
                    <a:moveTo>
                      <a:pt x="137889" y="15618"/>
                    </a:moveTo>
                    <a:lnTo>
                      <a:pt x="199772" y="51927"/>
                    </a:lnTo>
                  </a:path>
                  <a:path extrusionOk="0" h="321310" w="224155">
                    <a:moveTo>
                      <a:pt x="145913" y="13404"/>
                    </a:moveTo>
                    <a:lnTo>
                      <a:pt x="207796" y="49654"/>
                    </a:lnTo>
                  </a:path>
                  <a:path extrusionOk="0" h="321310" w="224155">
                    <a:moveTo>
                      <a:pt x="153995" y="11131"/>
                    </a:moveTo>
                    <a:lnTo>
                      <a:pt x="215877" y="47381"/>
                    </a:lnTo>
                  </a:path>
                  <a:path extrusionOk="0" h="321310" w="224155">
                    <a:moveTo>
                      <a:pt x="162077" y="8858"/>
                    </a:moveTo>
                    <a:lnTo>
                      <a:pt x="223959" y="45108"/>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48" name="Google Shape;248;p10"/>
              <p:cNvSpPr/>
              <p:nvPr/>
            </p:nvSpPr>
            <p:spPr>
              <a:xfrm>
                <a:off x="1693488" y="4248395"/>
                <a:ext cx="95885" cy="168275"/>
              </a:xfrm>
              <a:custGeom>
                <a:rect b="b" l="l" r="r" t="t"/>
                <a:pathLst>
                  <a:path extrusionOk="0" h="168275" w="95885">
                    <a:moveTo>
                      <a:pt x="0" y="0"/>
                    </a:moveTo>
                    <a:lnTo>
                      <a:pt x="0" y="110731"/>
                    </a:lnTo>
                    <a:lnTo>
                      <a:pt x="21888" y="128278"/>
                    </a:lnTo>
                    <a:lnTo>
                      <a:pt x="45202" y="143710"/>
                    </a:lnTo>
                    <a:lnTo>
                      <a:pt x="69792" y="156946"/>
                    </a:lnTo>
                    <a:lnTo>
                      <a:pt x="95513" y="167904"/>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49" name="Google Shape;249;p10"/>
              <p:cNvSpPr/>
              <p:nvPr/>
            </p:nvSpPr>
            <p:spPr>
              <a:xfrm>
                <a:off x="1641702" y="4199207"/>
                <a:ext cx="303530" cy="336550"/>
              </a:xfrm>
              <a:custGeom>
                <a:rect b="b" l="l" r="r" t="t"/>
                <a:pathLst>
                  <a:path extrusionOk="0" h="336550" w="303530">
                    <a:moveTo>
                      <a:pt x="156708" y="336216"/>
                    </a:moveTo>
                    <a:lnTo>
                      <a:pt x="303332" y="250136"/>
                    </a:lnTo>
                    <a:lnTo>
                      <a:pt x="303332" y="184513"/>
                    </a:lnTo>
                    <a:lnTo>
                      <a:pt x="254900" y="155840"/>
                    </a:lnTo>
                    <a:lnTo>
                      <a:pt x="254900" y="65623"/>
                    </a:lnTo>
                    <a:lnTo>
                      <a:pt x="152667" y="5478"/>
                    </a:lnTo>
                    <a:lnTo>
                      <a:pt x="105563" y="19115"/>
                    </a:lnTo>
                    <a:lnTo>
                      <a:pt x="73306" y="0"/>
                    </a:lnTo>
                    <a:lnTo>
                      <a:pt x="35645" y="15036"/>
                    </a:lnTo>
                    <a:lnTo>
                      <a:pt x="35645" y="158579"/>
                    </a:lnTo>
                    <a:lnTo>
                      <a:pt x="0" y="179035"/>
                    </a:lnTo>
                    <a:lnTo>
                      <a:pt x="0" y="244658"/>
                    </a:lnTo>
                    <a:lnTo>
                      <a:pt x="34727" y="274872"/>
                    </a:lnTo>
                    <a:lnTo>
                      <a:pt x="72723" y="300381"/>
                    </a:lnTo>
                    <a:lnTo>
                      <a:pt x="113535" y="320918"/>
                    </a:lnTo>
                    <a:lnTo>
                      <a:pt x="156708" y="336216"/>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50" name="Google Shape;250;p10"/>
              <p:cNvSpPr/>
              <p:nvPr/>
            </p:nvSpPr>
            <p:spPr>
              <a:xfrm>
                <a:off x="1525032" y="4451036"/>
                <a:ext cx="266505" cy="172142"/>
              </a:xfrm>
              <a:prstGeom prst="rect">
                <a:avLst/>
              </a:prstGeom>
              <a:blipFill rotWithShape="1">
                <a:blip r:embed="rId28">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51" name="Google Shape;251;p10"/>
              <p:cNvSpPr/>
              <p:nvPr/>
            </p:nvSpPr>
            <p:spPr>
              <a:xfrm>
                <a:off x="1770240" y="4416653"/>
                <a:ext cx="11137" cy="13106"/>
              </a:xfrm>
              <a:prstGeom prst="rect">
                <a:avLst/>
              </a:prstGeom>
              <a:blipFill rotWithShape="1">
                <a:blip r:embed="rId29">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52" name="Google Shape;252;p10"/>
              <p:cNvSpPr/>
              <p:nvPr/>
            </p:nvSpPr>
            <p:spPr>
              <a:xfrm>
                <a:off x="1770240" y="4416649"/>
                <a:ext cx="11430" cy="13335"/>
              </a:xfrm>
              <a:custGeom>
                <a:rect b="b" l="l" r="r" t="t"/>
                <a:pathLst>
                  <a:path extrusionOk="0" h="13335" w="11430">
                    <a:moveTo>
                      <a:pt x="9467" y="4254"/>
                    </a:moveTo>
                    <a:lnTo>
                      <a:pt x="7850" y="1340"/>
                    </a:lnTo>
                    <a:lnTo>
                      <a:pt x="4733" y="0"/>
                    </a:lnTo>
                    <a:lnTo>
                      <a:pt x="2597" y="1282"/>
                    </a:lnTo>
                    <a:lnTo>
                      <a:pt x="404" y="2506"/>
                    </a:lnTo>
                    <a:lnTo>
                      <a:pt x="0" y="5944"/>
                    </a:lnTo>
                    <a:lnTo>
                      <a:pt x="1674" y="8858"/>
                    </a:lnTo>
                    <a:lnTo>
                      <a:pt x="3348" y="11772"/>
                    </a:lnTo>
                    <a:lnTo>
                      <a:pt x="6465" y="13112"/>
                    </a:lnTo>
                    <a:lnTo>
                      <a:pt x="8601" y="11830"/>
                    </a:lnTo>
                    <a:lnTo>
                      <a:pt x="10737" y="10548"/>
                    </a:lnTo>
                    <a:lnTo>
                      <a:pt x="11141" y="7168"/>
                    </a:lnTo>
                    <a:lnTo>
                      <a:pt x="9467" y="4254"/>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53" name="Google Shape;253;p10"/>
              <p:cNvSpPr/>
              <p:nvPr/>
            </p:nvSpPr>
            <p:spPr>
              <a:xfrm>
                <a:off x="1693481" y="4248391"/>
                <a:ext cx="95516" cy="162953"/>
              </a:xfrm>
              <a:prstGeom prst="rect">
                <a:avLst/>
              </a:prstGeom>
              <a:blipFill rotWithShape="1">
                <a:blip r:embed="rId30">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54" name="Google Shape;254;p10"/>
              <p:cNvSpPr/>
              <p:nvPr/>
            </p:nvSpPr>
            <p:spPr>
              <a:xfrm>
                <a:off x="1693488" y="4248395"/>
                <a:ext cx="95885" cy="168275"/>
              </a:xfrm>
              <a:custGeom>
                <a:rect b="b" l="l" r="r" t="t"/>
                <a:pathLst>
                  <a:path extrusionOk="0" h="168275" w="95885">
                    <a:moveTo>
                      <a:pt x="4052" y="108167"/>
                    </a:moveTo>
                    <a:lnTo>
                      <a:pt x="4052" y="4137"/>
                    </a:lnTo>
                    <a:lnTo>
                      <a:pt x="0" y="0"/>
                    </a:lnTo>
                    <a:lnTo>
                      <a:pt x="21173" y="18681"/>
                    </a:lnTo>
                    <a:lnTo>
                      <a:pt x="44321" y="34581"/>
                    </a:lnTo>
                    <a:lnTo>
                      <a:pt x="69186" y="47542"/>
                    </a:lnTo>
                    <a:lnTo>
                      <a:pt x="95513" y="57405"/>
                    </a:lnTo>
                    <a:lnTo>
                      <a:pt x="95513" y="167904"/>
                    </a:lnTo>
                    <a:lnTo>
                      <a:pt x="95513" y="162950"/>
                    </a:lnTo>
                    <a:lnTo>
                      <a:pt x="70862" y="152472"/>
                    </a:lnTo>
                    <a:lnTo>
                      <a:pt x="47310" y="139798"/>
                    </a:lnTo>
                    <a:lnTo>
                      <a:pt x="24994" y="125004"/>
                    </a:lnTo>
                    <a:lnTo>
                      <a:pt x="4052" y="10816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55" name="Google Shape;255;p10"/>
              <p:cNvSpPr/>
              <p:nvPr/>
            </p:nvSpPr>
            <p:spPr>
              <a:xfrm>
                <a:off x="3650605" y="5794791"/>
                <a:ext cx="492125" cy="63500"/>
              </a:xfrm>
              <a:custGeom>
                <a:rect b="b" l="l" r="r" t="t"/>
                <a:pathLst>
                  <a:path extrusionOk="0" h="63500" w="492125">
                    <a:moveTo>
                      <a:pt x="0" y="40446"/>
                    </a:moveTo>
                    <a:lnTo>
                      <a:pt x="491998" y="22554"/>
                    </a:lnTo>
                  </a:path>
                  <a:path extrusionOk="0" h="63500" w="492125">
                    <a:moveTo>
                      <a:pt x="22339" y="16143"/>
                    </a:moveTo>
                    <a:lnTo>
                      <a:pt x="0" y="40446"/>
                    </a:lnTo>
                    <a:lnTo>
                      <a:pt x="24013" y="63000"/>
                    </a:lnTo>
                  </a:path>
                  <a:path extrusionOk="0" h="63500" w="492125">
                    <a:moveTo>
                      <a:pt x="469658" y="46856"/>
                    </a:moveTo>
                    <a:lnTo>
                      <a:pt x="491998" y="22554"/>
                    </a:lnTo>
                    <a:lnTo>
                      <a:pt x="467984"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grpSp>
        <p:sp>
          <p:nvSpPr>
            <p:cNvPr id="256" name="Google Shape;256;p10"/>
            <p:cNvSpPr txBox="1"/>
            <p:nvPr/>
          </p:nvSpPr>
          <p:spPr>
            <a:xfrm>
              <a:off x="2621517" y="4949352"/>
              <a:ext cx="367681" cy="101268"/>
            </a:xfrm>
            <a:prstGeom prst="rect">
              <a:avLst/>
            </a:prstGeom>
            <a:noFill/>
            <a:ln>
              <a:noFill/>
            </a:ln>
          </p:spPr>
          <p:txBody>
            <a:bodyPr anchorCtr="0" anchor="t" bIns="0" lIns="0" spcFirstLastPara="1" rIns="0" wrap="square" tIns="10350">
              <a:spAutoFit/>
            </a:bodyPr>
            <a:lstStyle/>
            <a:p>
              <a:pPr indent="0" lvl="0" marL="11527" marR="0" rtl="0" algn="l">
                <a:lnSpc>
                  <a:spcPct val="100000"/>
                </a:lnSpc>
                <a:spcBef>
                  <a:spcPts val="0"/>
                </a:spcBef>
                <a:spcAft>
                  <a:spcPts val="0"/>
                </a:spcAft>
                <a:buClr>
                  <a:srgbClr val="000000"/>
                </a:buClr>
                <a:buSzPts val="590"/>
                <a:buFont typeface="Arial"/>
                <a:buNone/>
              </a:pPr>
              <a:r>
                <a:rPr b="0" i="0" lang="en-US" sz="590" u="none" cap="none" strike="noStrike">
                  <a:solidFill>
                    <a:schemeClr val="dk1"/>
                  </a:solidFill>
                  <a:latin typeface="Carlito"/>
                  <a:ea typeface="Carlito"/>
                  <a:cs typeface="Carlito"/>
                  <a:sym typeface="Carlito"/>
                </a:rPr>
                <a:t>Các bí danh</a:t>
              </a:r>
              <a:endParaRPr b="0" i="0" sz="590" u="none" cap="none" strike="noStrike">
                <a:solidFill>
                  <a:schemeClr val="dk1"/>
                </a:solidFill>
                <a:latin typeface="Carlito"/>
                <a:ea typeface="Carlito"/>
                <a:cs typeface="Carlito"/>
                <a:sym typeface="Carlito"/>
              </a:endParaRPr>
            </a:p>
          </p:txBody>
        </p:sp>
        <p:grpSp>
          <p:nvGrpSpPr>
            <p:cNvPr id="257" name="Google Shape;257;p10"/>
            <p:cNvGrpSpPr/>
            <p:nvPr/>
          </p:nvGrpSpPr>
          <p:grpSpPr>
            <a:xfrm>
              <a:off x="2748870" y="3435564"/>
              <a:ext cx="268187" cy="270718"/>
              <a:chOff x="1658658" y="3785483"/>
              <a:chExt cx="295503" cy="298291"/>
            </a:xfrm>
          </p:grpSpPr>
          <p:sp>
            <p:nvSpPr>
              <p:cNvPr id="258" name="Google Shape;258;p10"/>
              <p:cNvSpPr/>
              <p:nvPr/>
            </p:nvSpPr>
            <p:spPr>
              <a:xfrm>
                <a:off x="1672221" y="3794214"/>
                <a:ext cx="281940" cy="289560"/>
              </a:xfrm>
              <a:custGeom>
                <a:rect b="b" l="l" r="r" t="t"/>
                <a:pathLst>
                  <a:path extrusionOk="0" h="289560" w="281939">
                    <a:moveTo>
                      <a:pt x="93916" y="136550"/>
                    </a:moveTo>
                    <a:lnTo>
                      <a:pt x="66774" y="140003"/>
                    </a:lnTo>
                    <a:lnTo>
                      <a:pt x="41419" y="150007"/>
                    </a:lnTo>
                    <a:lnTo>
                      <a:pt x="18833" y="166034"/>
                    </a:lnTo>
                    <a:lnTo>
                      <a:pt x="0" y="187553"/>
                    </a:lnTo>
                    <a:lnTo>
                      <a:pt x="0" y="289483"/>
                    </a:lnTo>
                    <a:lnTo>
                      <a:pt x="281762" y="289483"/>
                    </a:lnTo>
                    <a:lnTo>
                      <a:pt x="281762" y="187553"/>
                    </a:lnTo>
                    <a:lnTo>
                      <a:pt x="270688" y="174802"/>
                    </a:lnTo>
                    <a:lnTo>
                      <a:pt x="140881" y="174802"/>
                    </a:lnTo>
                    <a:lnTo>
                      <a:pt x="132813" y="174069"/>
                    </a:lnTo>
                    <a:lnTo>
                      <a:pt x="124917" y="171869"/>
                    </a:lnTo>
                    <a:lnTo>
                      <a:pt x="268141" y="171869"/>
                    </a:lnTo>
                    <a:lnTo>
                      <a:pt x="263574" y="166610"/>
                    </a:lnTo>
                    <a:lnTo>
                      <a:pt x="241815" y="150806"/>
                    </a:lnTo>
                    <a:lnTo>
                      <a:pt x="220456" y="141922"/>
                    </a:lnTo>
                    <a:lnTo>
                      <a:pt x="95656" y="141922"/>
                    </a:lnTo>
                    <a:lnTo>
                      <a:pt x="94386" y="138366"/>
                    </a:lnTo>
                    <a:lnTo>
                      <a:pt x="93916" y="136550"/>
                    </a:lnTo>
                    <a:close/>
                  </a:path>
                  <a:path extrusionOk="0" h="289560" w="281939">
                    <a:moveTo>
                      <a:pt x="268141" y="171869"/>
                    </a:moveTo>
                    <a:lnTo>
                      <a:pt x="156844" y="171869"/>
                    </a:lnTo>
                    <a:lnTo>
                      <a:pt x="148948" y="174069"/>
                    </a:lnTo>
                    <a:lnTo>
                      <a:pt x="140881" y="174802"/>
                    </a:lnTo>
                    <a:lnTo>
                      <a:pt x="270688" y="174802"/>
                    </a:lnTo>
                    <a:lnTo>
                      <a:pt x="268141" y="171869"/>
                    </a:lnTo>
                    <a:close/>
                  </a:path>
                  <a:path extrusionOk="0" h="289560" w="281939">
                    <a:moveTo>
                      <a:pt x="143395" y="0"/>
                    </a:moveTo>
                    <a:lnTo>
                      <a:pt x="119467" y="5207"/>
                    </a:lnTo>
                    <a:lnTo>
                      <a:pt x="99925" y="19408"/>
                    </a:lnTo>
                    <a:lnTo>
                      <a:pt x="86747" y="40472"/>
                    </a:lnTo>
                    <a:lnTo>
                      <a:pt x="81915" y="66268"/>
                    </a:lnTo>
                    <a:lnTo>
                      <a:pt x="83448" y="81016"/>
                    </a:lnTo>
                    <a:lnTo>
                      <a:pt x="87903" y="94849"/>
                    </a:lnTo>
                    <a:lnTo>
                      <a:pt x="95063" y="107273"/>
                    </a:lnTo>
                    <a:lnTo>
                      <a:pt x="104711" y="117792"/>
                    </a:lnTo>
                    <a:lnTo>
                      <a:pt x="95656" y="128511"/>
                    </a:lnTo>
                    <a:lnTo>
                      <a:pt x="95656" y="141922"/>
                    </a:lnTo>
                    <a:lnTo>
                      <a:pt x="220456" y="141922"/>
                    </a:lnTo>
                    <a:lnTo>
                      <a:pt x="217373" y="140640"/>
                    </a:lnTo>
                    <a:lnTo>
                      <a:pt x="191135" y="136613"/>
                    </a:lnTo>
                    <a:lnTo>
                      <a:pt x="191135" y="128511"/>
                    </a:lnTo>
                    <a:lnTo>
                      <a:pt x="182003" y="117792"/>
                    </a:lnTo>
                    <a:lnTo>
                      <a:pt x="191690" y="107273"/>
                    </a:lnTo>
                    <a:lnTo>
                      <a:pt x="198874" y="94849"/>
                    </a:lnTo>
                    <a:lnTo>
                      <a:pt x="203340" y="81016"/>
                    </a:lnTo>
                    <a:lnTo>
                      <a:pt x="204876" y="66268"/>
                    </a:lnTo>
                    <a:lnTo>
                      <a:pt x="200042" y="40472"/>
                    </a:lnTo>
                    <a:lnTo>
                      <a:pt x="186861" y="19408"/>
                    </a:lnTo>
                    <a:lnTo>
                      <a:pt x="167318" y="5207"/>
                    </a:lnTo>
                    <a:lnTo>
                      <a:pt x="143395"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59" name="Google Shape;259;p10"/>
              <p:cNvSpPr/>
              <p:nvPr/>
            </p:nvSpPr>
            <p:spPr>
              <a:xfrm>
                <a:off x="1740331" y="3786174"/>
                <a:ext cx="123024" cy="171869"/>
              </a:xfrm>
              <a:prstGeom prst="rect">
                <a:avLst/>
              </a:prstGeom>
              <a:blipFill rotWithShape="1">
                <a:blip r:embed="rId31">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60" name="Google Shape;260;p10"/>
              <p:cNvSpPr/>
              <p:nvPr/>
            </p:nvSpPr>
            <p:spPr>
              <a:xfrm>
                <a:off x="1738890" y="3785483"/>
                <a:ext cx="125159" cy="173257"/>
              </a:xfrm>
              <a:prstGeom prst="rect">
                <a:avLst/>
              </a:prstGeom>
              <a:blipFill rotWithShape="1">
                <a:blip r:embed="rId32">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61" name="Google Shape;261;p10"/>
              <p:cNvSpPr/>
              <p:nvPr/>
            </p:nvSpPr>
            <p:spPr>
              <a:xfrm>
                <a:off x="1658658" y="3914686"/>
                <a:ext cx="286372" cy="160616"/>
              </a:xfrm>
              <a:prstGeom prst="rect">
                <a:avLst/>
              </a:prstGeom>
              <a:blipFill rotWithShape="1">
                <a:blip r:embed="rId3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62" name="Google Shape;262;p10"/>
              <p:cNvSpPr/>
              <p:nvPr/>
            </p:nvSpPr>
            <p:spPr>
              <a:xfrm>
                <a:off x="1658662" y="3914685"/>
                <a:ext cx="286385" cy="160655"/>
              </a:xfrm>
              <a:custGeom>
                <a:rect b="b" l="l" r="r" t="t"/>
                <a:pathLst>
                  <a:path extrusionOk="0" h="160654" w="286385">
                    <a:moveTo>
                      <a:pt x="47722" y="160619"/>
                    </a:moveTo>
                    <a:lnTo>
                      <a:pt x="286372" y="160619"/>
                    </a:lnTo>
                    <a:lnTo>
                      <a:pt x="286372" y="70518"/>
                    </a:lnTo>
                    <a:lnTo>
                      <a:pt x="270918" y="40838"/>
                    </a:lnTo>
                    <a:lnTo>
                      <a:pt x="248677" y="18321"/>
                    </a:lnTo>
                    <a:lnTo>
                      <a:pt x="221414" y="4273"/>
                    </a:lnTo>
                    <a:lnTo>
                      <a:pt x="190893" y="0"/>
                    </a:lnTo>
                    <a:lnTo>
                      <a:pt x="181731" y="19631"/>
                    </a:lnTo>
                    <a:lnTo>
                      <a:pt x="167081" y="33306"/>
                    </a:lnTo>
                    <a:lnTo>
                      <a:pt x="148925" y="39814"/>
                    </a:lnTo>
                    <a:lnTo>
                      <a:pt x="129242" y="37940"/>
                    </a:lnTo>
                    <a:lnTo>
                      <a:pt x="117764" y="32323"/>
                    </a:lnTo>
                    <a:lnTo>
                      <a:pt x="108028" y="23821"/>
                    </a:lnTo>
                    <a:lnTo>
                      <a:pt x="100457" y="12894"/>
                    </a:lnTo>
                    <a:lnTo>
                      <a:pt x="95472" y="0"/>
                    </a:lnTo>
                    <a:lnTo>
                      <a:pt x="66327" y="7658"/>
                    </a:lnTo>
                    <a:lnTo>
                      <a:pt x="40061" y="22452"/>
                    </a:lnTo>
                    <a:lnTo>
                      <a:pt x="17668" y="43649"/>
                    </a:lnTo>
                    <a:lnTo>
                      <a:pt x="144" y="70518"/>
                    </a:lnTo>
                    <a:lnTo>
                      <a:pt x="0" y="160619"/>
                    </a:lnTo>
                    <a:lnTo>
                      <a:pt x="47722" y="160619"/>
                    </a:lnTo>
                    <a:close/>
                  </a:path>
                  <a:path extrusionOk="0" h="160654" w="286385">
                    <a:moveTo>
                      <a:pt x="57269" y="107059"/>
                    </a:moveTo>
                    <a:lnTo>
                      <a:pt x="57269" y="160619"/>
                    </a:lnTo>
                  </a:path>
                  <a:path extrusionOk="0" h="160654" w="286385">
                    <a:moveTo>
                      <a:pt x="229108" y="160619"/>
                    </a:moveTo>
                    <a:lnTo>
                      <a:pt x="229108" y="107059"/>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grpSp>
        <p:sp>
          <p:nvSpPr>
            <p:cNvPr id="263" name="Google Shape;263;p10"/>
            <p:cNvSpPr txBox="1"/>
            <p:nvPr/>
          </p:nvSpPr>
          <p:spPr>
            <a:xfrm>
              <a:off x="2646555" y="3698179"/>
              <a:ext cx="465076" cy="101268"/>
            </a:xfrm>
            <a:prstGeom prst="rect">
              <a:avLst/>
            </a:prstGeom>
            <a:noFill/>
            <a:ln>
              <a:noFill/>
            </a:ln>
          </p:spPr>
          <p:txBody>
            <a:bodyPr anchorCtr="0" anchor="t" bIns="0" lIns="0" spcFirstLastPara="1" rIns="0" wrap="square" tIns="10350">
              <a:spAutoFit/>
            </a:bodyPr>
            <a:lstStyle/>
            <a:p>
              <a:pPr indent="0" lvl="0" marL="11527" marR="0" rtl="0" algn="l">
                <a:lnSpc>
                  <a:spcPct val="100000"/>
                </a:lnSpc>
                <a:spcBef>
                  <a:spcPts val="0"/>
                </a:spcBef>
                <a:spcAft>
                  <a:spcPts val="0"/>
                </a:spcAft>
                <a:buClr>
                  <a:srgbClr val="000000"/>
                </a:buClr>
                <a:buSzPts val="590"/>
                <a:buFont typeface="Arial"/>
                <a:buNone/>
              </a:pPr>
              <a:r>
                <a:rPr b="0" i="0" lang="en-US" sz="590" u="none" cap="none" strike="noStrike">
                  <a:solidFill>
                    <a:schemeClr val="dk1"/>
                  </a:solidFill>
                  <a:latin typeface="Carlito"/>
                  <a:ea typeface="Carlito"/>
                  <a:cs typeface="Carlito"/>
                  <a:sym typeface="Carlito"/>
                </a:rPr>
                <a:t>Người sử dụng</a:t>
              </a:r>
              <a:endParaRPr b="0" i="0" sz="590" u="none" cap="none" strike="noStrike">
                <a:solidFill>
                  <a:schemeClr val="dk1"/>
                </a:solidFill>
                <a:latin typeface="Carlito"/>
                <a:ea typeface="Carlito"/>
                <a:cs typeface="Carlito"/>
                <a:sym typeface="Carlito"/>
              </a:endParaRPr>
            </a:p>
          </p:txBody>
        </p:sp>
        <p:grpSp>
          <p:nvGrpSpPr>
            <p:cNvPr id="264" name="Google Shape;264;p10"/>
            <p:cNvGrpSpPr/>
            <p:nvPr/>
          </p:nvGrpSpPr>
          <p:grpSpPr>
            <a:xfrm>
              <a:off x="3012593" y="4393562"/>
              <a:ext cx="294856" cy="316018"/>
              <a:chOff x="1949242" y="4841054"/>
              <a:chExt cx="324888" cy="348205"/>
            </a:xfrm>
          </p:grpSpPr>
          <p:sp>
            <p:nvSpPr>
              <p:cNvPr id="265" name="Google Shape;265;p10"/>
              <p:cNvSpPr/>
              <p:nvPr/>
            </p:nvSpPr>
            <p:spPr>
              <a:xfrm>
                <a:off x="2244823" y="4943266"/>
                <a:ext cx="29209" cy="51435"/>
              </a:xfrm>
              <a:custGeom>
                <a:rect b="b" l="l" r="r" t="t"/>
                <a:pathLst>
                  <a:path extrusionOk="0" h="51435" w="29210">
                    <a:moveTo>
                      <a:pt x="0" y="51109"/>
                    </a:moveTo>
                    <a:lnTo>
                      <a:pt x="29109" y="51109"/>
                    </a:lnTo>
                    <a:lnTo>
                      <a:pt x="29109" y="0"/>
                    </a:lnTo>
                    <a:lnTo>
                      <a:pt x="0" y="0"/>
                    </a:lnTo>
                    <a:lnTo>
                      <a:pt x="0" y="51109"/>
                    </a:lnTo>
                    <a:close/>
                  </a:path>
                </a:pathLst>
              </a:custGeom>
              <a:solidFill>
                <a:srgbClr val="CDCDC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66" name="Google Shape;266;p10"/>
              <p:cNvSpPr/>
              <p:nvPr/>
            </p:nvSpPr>
            <p:spPr>
              <a:xfrm>
                <a:off x="2233433" y="4943267"/>
                <a:ext cx="40640" cy="51435"/>
              </a:xfrm>
              <a:custGeom>
                <a:rect b="b" l="l" r="r" t="t"/>
                <a:pathLst>
                  <a:path extrusionOk="0" h="51435" w="40639">
                    <a:moveTo>
                      <a:pt x="0" y="51109"/>
                    </a:moveTo>
                    <a:lnTo>
                      <a:pt x="40498" y="51109"/>
                    </a:lnTo>
                    <a:lnTo>
                      <a:pt x="40498" y="0"/>
                    </a:lnTo>
                    <a:lnTo>
                      <a:pt x="0" y="0"/>
                    </a:lnTo>
                    <a:lnTo>
                      <a:pt x="0" y="51109"/>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67" name="Google Shape;267;p10"/>
              <p:cNvSpPr/>
              <p:nvPr/>
            </p:nvSpPr>
            <p:spPr>
              <a:xfrm>
                <a:off x="2017014" y="4851260"/>
                <a:ext cx="227965" cy="255904"/>
              </a:xfrm>
              <a:custGeom>
                <a:rect b="b" l="l" r="r" t="t"/>
                <a:pathLst>
                  <a:path extrusionOk="0" h="255904" w="227964">
                    <a:moveTo>
                      <a:pt x="227799" y="0"/>
                    </a:moveTo>
                    <a:lnTo>
                      <a:pt x="0" y="0"/>
                    </a:lnTo>
                    <a:lnTo>
                      <a:pt x="0" y="10198"/>
                    </a:lnTo>
                    <a:lnTo>
                      <a:pt x="0" y="245338"/>
                    </a:lnTo>
                    <a:lnTo>
                      <a:pt x="191084" y="245338"/>
                    </a:lnTo>
                    <a:lnTo>
                      <a:pt x="191084" y="255536"/>
                    </a:lnTo>
                    <a:lnTo>
                      <a:pt x="227799" y="255536"/>
                    </a:lnTo>
                    <a:lnTo>
                      <a:pt x="227799" y="245338"/>
                    </a:lnTo>
                    <a:lnTo>
                      <a:pt x="227799" y="10198"/>
                    </a:lnTo>
                    <a:lnTo>
                      <a:pt x="227799"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68" name="Google Shape;268;p10"/>
              <p:cNvSpPr/>
              <p:nvPr/>
            </p:nvSpPr>
            <p:spPr>
              <a:xfrm>
                <a:off x="2017018" y="4851253"/>
                <a:ext cx="227965" cy="255904"/>
              </a:xfrm>
              <a:custGeom>
                <a:rect b="b" l="l" r="r" t="t"/>
                <a:pathLst>
                  <a:path extrusionOk="0" h="255904" w="227964">
                    <a:moveTo>
                      <a:pt x="0" y="255545"/>
                    </a:moveTo>
                    <a:lnTo>
                      <a:pt x="227809" y="255545"/>
                    </a:lnTo>
                    <a:lnTo>
                      <a:pt x="227809" y="0"/>
                    </a:lnTo>
                    <a:lnTo>
                      <a:pt x="0" y="0"/>
                    </a:lnTo>
                    <a:lnTo>
                      <a:pt x="0" y="255545"/>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69" name="Google Shape;269;p10"/>
              <p:cNvSpPr/>
              <p:nvPr/>
            </p:nvSpPr>
            <p:spPr>
              <a:xfrm>
                <a:off x="2008124" y="4841062"/>
                <a:ext cx="227965" cy="255904"/>
              </a:xfrm>
              <a:custGeom>
                <a:rect b="b" l="l" r="r" t="t"/>
                <a:pathLst>
                  <a:path extrusionOk="0" h="255904" w="227964">
                    <a:moveTo>
                      <a:pt x="227799" y="0"/>
                    </a:moveTo>
                    <a:lnTo>
                      <a:pt x="0" y="0"/>
                    </a:lnTo>
                    <a:lnTo>
                      <a:pt x="0" y="30657"/>
                    </a:lnTo>
                    <a:lnTo>
                      <a:pt x="0" y="255536"/>
                    </a:lnTo>
                    <a:lnTo>
                      <a:pt x="227799" y="255536"/>
                    </a:lnTo>
                    <a:lnTo>
                      <a:pt x="227799" y="30657"/>
                    </a:lnTo>
                    <a:lnTo>
                      <a:pt x="2277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70" name="Google Shape;270;p10"/>
              <p:cNvSpPr/>
              <p:nvPr/>
            </p:nvSpPr>
            <p:spPr>
              <a:xfrm>
                <a:off x="2008129" y="4841054"/>
                <a:ext cx="227965" cy="255904"/>
              </a:xfrm>
              <a:custGeom>
                <a:rect b="b" l="l" r="r" t="t"/>
                <a:pathLst>
                  <a:path extrusionOk="0" h="255904" w="227964">
                    <a:moveTo>
                      <a:pt x="0" y="255545"/>
                    </a:moveTo>
                    <a:lnTo>
                      <a:pt x="227809" y="255545"/>
                    </a:lnTo>
                    <a:lnTo>
                      <a:pt x="227809" y="0"/>
                    </a:lnTo>
                    <a:lnTo>
                      <a:pt x="0" y="0"/>
                    </a:lnTo>
                    <a:lnTo>
                      <a:pt x="0" y="255545"/>
                    </a:lnTo>
                    <a:close/>
                  </a:path>
                </a:pathLst>
              </a:custGeom>
              <a:noFill/>
              <a:ln cap="flat" cmpd="sng" w="9525">
                <a:solidFill>
                  <a:srgbClr val="80808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71" name="Google Shape;271;p10"/>
              <p:cNvSpPr/>
              <p:nvPr/>
            </p:nvSpPr>
            <p:spPr>
              <a:xfrm>
                <a:off x="1990407" y="4871719"/>
                <a:ext cx="227965" cy="255904"/>
              </a:xfrm>
              <a:custGeom>
                <a:rect b="b" l="l" r="r" t="t"/>
                <a:pathLst>
                  <a:path extrusionOk="0" h="255904" w="227964">
                    <a:moveTo>
                      <a:pt x="227799" y="0"/>
                    </a:moveTo>
                    <a:lnTo>
                      <a:pt x="0" y="0"/>
                    </a:lnTo>
                    <a:lnTo>
                      <a:pt x="0" y="245275"/>
                    </a:lnTo>
                    <a:lnTo>
                      <a:pt x="0" y="255536"/>
                    </a:lnTo>
                    <a:lnTo>
                      <a:pt x="227799" y="255536"/>
                    </a:lnTo>
                    <a:lnTo>
                      <a:pt x="227799" y="245275"/>
                    </a:lnTo>
                    <a:lnTo>
                      <a:pt x="227799"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72" name="Google Shape;272;p10"/>
              <p:cNvSpPr/>
              <p:nvPr/>
            </p:nvSpPr>
            <p:spPr>
              <a:xfrm>
                <a:off x="1990407" y="4871709"/>
                <a:ext cx="227965" cy="255904"/>
              </a:xfrm>
              <a:custGeom>
                <a:rect b="b" l="l" r="r" t="t"/>
                <a:pathLst>
                  <a:path extrusionOk="0" h="255904" w="227964">
                    <a:moveTo>
                      <a:pt x="0" y="255545"/>
                    </a:moveTo>
                    <a:lnTo>
                      <a:pt x="227809" y="255545"/>
                    </a:lnTo>
                    <a:lnTo>
                      <a:pt x="227809" y="0"/>
                    </a:lnTo>
                    <a:lnTo>
                      <a:pt x="0" y="0"/>
                    </a:lnTo>
                    <a:lnTo>
                      <a:pt x="0" y="255545"/>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73" name="Google Shape;273;p10"/>
              <p:cNvSpPr/>
              <p:nvPr/>
            </p:nvSpPr>
            <p:spPr>
              <a:xfrm>
                <a:off x="1980298" y="4861449"/>
                <a:ext cx="227965" cy="255904"/>
              </a:xfrm>
              <a:custGeom>
                <a:rect b="b" l="l" r="r" t="t"/>
                <a:pathLst>
                  <a:path extrusionOk="0" h="255904" w="227964">
                    <a:moveTo>
                      <a:pt x="227810" y="0"/>
                    </a:moveTo>
                    <a:lnTo>
                      <a:pt x="0" y="0"/>
                    </a:lnTo>
                    <a:lnTo>
                      <a:pt x="0" y="255545"/>
                    </a:lnTo>
                    <a:lnTo>
                      <a:pt x="227810" y="255545"/>
                    </a:lnTo>
                    <a:lnTo>
                      <a:pt x="22781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74" name="Google Shape;274;p10"/>
              <p:cNvSpPr/>
              <p:nvPr/>
            </p:nvSpPr>
            <p:spPr>
              <a:xfrm>
                <a:off x="1980305" y="4861452"/>
                <a:ext cx="227965" cy="255904"/>
              </a:xfrm>
              <a:custGeom>
                <a:rect b="b" l="l" r="r" t="t"/>
                <a:pathLst>
                  <a:path extrusionOk="0" h="255904" w="227964">
                    <a:moveTo>
                      <a:pt x="0" y="255545"/>
                    </a:moveTo>
                    <a:lnTo>
                      <a:pt x="227809" y="255545"/>
                    </a:lnTo>
                    <a:lnTo>
                      <a:pt x="227809" y="0"/>
                    </a:lnTo>
                    <a:lnTo>
                      <a:pt x="0" y="0"/>
                    </a:lnTo>
                    <a:lnTo>
                      <a:pt x="0" y="255545"/>
                    </a:lnTo>
                    <a:close/>
                  </a:path>
                </a:pathLst>
              </a:custGeom>
              <a:noFill/>
              <a:ln cap="flat" cmpd="sng" w="9525">
                <a:solidFill>
                  <a:srgbClr val="80808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75" name="Google Shape;275;p10"/>
              <p:cNvSpPr/>
              <p:nvPr/>
            </p:nvSpPr>
            <p:spPr>
              <a:xfrm>
                <a:off x="2005583" y="4887055"/>
                <a:ext cx="40640" cy="41275"/>
              </a:xfrm>
              <a:custGeom>
                <a:rect b="b" l="l" r="r" t="t"/>
                <a:pathLst>
                  <a:path extrusionOk="0" h="41275" w="40639">
                    <a:moveTo>
                      <a:pt x="40498" y="0"/>
                    </a:moveTo>
                    <a:lnTo>
                      <a:pt x="0" y="0"/>
                    </a:lnTo>
                    <a:lnTo>
                      <a:pt x="0" y="40887"/>
                    </a:lnTo>
                    <a:lnTo>
                      <a:pt x="40498" y="40887"/>
                    </a:lnTo>
                    <a:lnTo>
                      <a:pt x="40498" y="0"/>
                    </a:lnTo>
                    <a:close/>
                  </a:path>
                </a:pathLst>
              </a:custGeom>
              <a:solidFill>
                <a:srgbClr val="FF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76" name="Google Shape;276;p10"/>
              <p:cNvSpPr/>
              <p:nvPr/>
            </p:nvSpPr>
            <p:spPr>
              <a:xfrm>
                <a:off x="2091651" y="4948338"/>
                <a:ext cx="81280" cy="143510"/>
              </a:xfrm>
              <a:custGeom>
                <a:rect b="b" l="l" r="r" t="t"/>
                <a:pathLst>
                  <a:path extrusionOk="0" h="143510" w="81280">
                    <a:moveTo>
                      <a:pt x="15189" y="0"/>
                    </a:moveTo>
                    <a:lnTo>
                      <a:pt x="0" y="0"/>
                    </a:lnTo>
                    <a:lnTo>
                      <a:pt x="0" y="143129"/>
                    </a:lnTo>
                    <a:lnTo>
                      <a:pt x="15189" y="143129"/>
                    </a:lnTo>
                    <a:lnTo>
                      <a:pt x="15189" y="0"/>
                    </a:lnTo>
                    <a:close/>
                  </a:path>
                  <a:path extrusionOk="0" h="143510" w="81280">
                    <a:moveTo>
                      <a:pt x="53174" y="0"/>
                    </a:moveTo>
                    <a:lnTo>
                      <a:pt x="27889" y="0"/>
                    </a:lnTo>
                    <a:lnTo>
                      <a:pt x="27889" y="143129"/>
                    </a:lnTo>
                    <a:lnTo>
                      <a:pt x="53174" y="143129"/>
                    </a:lnTo>
                    <a:lnTo>
                      <a:pt x="53174" y="0"/>
                    </a:lnTo>
                    <a:close/>
                  </a:path>
                  <a:path extrusionOk="0" h="143510" w="81280">
                    <a:moveTo>
                      <a:pt x="81000" y="0"/>
                    </a:moveTo>
                    <a:lnTo>
                      <a:pt x="65811" y="0"/>
                    </a:lnTo>
                    <a:lnTo>
                      <a:pt x="65811" y="143129"/>
                    </a:lnTo>
                    <a:lnTo>
                      <a:pt x="81000" y="143129"/>
                    </a:lnTo>
                    <a:lnTo>
                      <a:pt x="81000" y="0"/>
                    </a:lnTo>
                    <a:close/>
                  </a:path>
                </a:pathLst>
              </a:custGeom>
              <a:solidFill>
                <a:srgbClr val="0000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77" name="Google Shape;277;p10"/>
              <p:cNvSpPr/>
              <p:nvPr/>
            </p:nvSpPr>
            <p:spPr>
              <a:xfrm>
                <a:off x="2222055" y="4943259"/>
                <a:ext cx="51841" cy="224853"/>
              </a:xfrm>
              <a:prstGeom prst="rect">
                <a:avLst/>
              </a:prstGeom>
              <a:blipFill rotWithShape="1">
                <a:blip r:embed="rId3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78" name="Google Shape;278;p10"/>
              <p:cNvSpPr/>
              <p:nvPr/>
            </p:nvSpPr>
            <p:spPr>
              <a:xfrm>
                <a:off x="2222061" y="4943265"/>
                <a:ext cx="52069" cy="225425"/>
              </a:xfrm>
              <a:custGeom>
                <a:rect b="b" l="l" r="r" t="t"/>
                <a:pathLst>
                  <a:path extrusionOk="0" h="225425" w="52069">
                    <a:moveTo>
                      <a:pt x="0" y="224843"/>
                    </a:moveTo>
                    <a:lnTo>
                      <a:pt x="51837" y="163533"/>
                    </a:lnTo>
                    <a:lnTo>
                      <a:pt x="51837" y="0"/>
                    </a:lnTo>
                    <a:lnTo>
                      <a:pt x="0" y="61310"/>
                    </a:lnTo>
                    <a:lnTo>
                      <a:pt x="0" y="224843"/>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79" name="Google Shape;279;p10"/>
              <p:cNvSpPr/>
              <p:nvPr/>
            </p:nvSpPr>
            <p:spPr>
              <a:xfrm>
                <a:off x="1949945" y="5004561"/>
                <a:ext cx="272154" cy="163550"/>
              </a:xfrm>
              <a:prstGeom prst="rect">
                <a:avLst/>
              </a:prstGeom>
              <a:blipFill rotWithShape="1">
                <a:blip r:embed="rId3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80" name="Google Shape;280;p10"/>
              <p:cNvSpPr/>
              <p:nvPr/>
            </p:nvSpPr>
            <p:spPr>
              <a:xfrm>
                <a:off x="1949941" y="5004558"/>
                <a:ext cx="272415" cy="163830"/>
              </a:xfrm>
              <a:custGeom>
                <a:rect b="b" l="l" r="r" t="t"/>
                <a:pathLst>
                  <a:path extrusionOk="0" h="163829" w="272414">
                    <a:moveTo>
                      <a:pt x="0" y="163550"/>
                    </a:moveTo>
                    <a:lnTo>
                      <a:pt x="272154" y="163550"/>
                    </a:lnTo>
                    <a:lnTo>
                      <a:pt x="272154" y="0"/>
                    </a:lnTo>
                    <a:lnTo>
                      <a:pt x="0" y="0"/>
                    </a:lnTo>
                    <a:lnTo>
                      <a:pt x="0" y="16355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81" name="Google Shape;281;p10"/>
              <p:cNvSpPr/>
              <p:nvPr/>
            </p:nvSpPr>
            <p:spPr>
              <a:xfrm>
                <a:off x="1949945" y="5004590"/>
                <a:ext cx="272415" cy="20955"/>
              </a:xfrm>
              <a:custGeom>
                <a:rect b="b" l="l" r="r" t="t"/>
                <a:pathLst>
                  <a:path extrusionOk="0" h="20954" w="272414">
                    <a:moveTo>
                      <a:pt x="272154" y="0"/>
                    </a:moveTo>
                    <a:lnTo>
                      <a:pt x="0" y="0"/>
                    </a:lnTo>
                    <a:lnTo>
                      <a:pt x="0" y="20443"/>
                    </a:lnTo>
                    <a:lnTo>
                      <a:pt x="272154" y="20443"/>
                    </a:lnTo>
                    <a:lnTo>
                      <a:pt x="272154"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82" name="Google Shape;282;p10"/>
              <p:cNvSpPr/>
              <p:nvPr/>
            </p:nvSpPr>
            <p:spPr>
              <a:xfrm>
                <a:off x="1949941" y="5004558"/>
                <a:ext cx="272415" cy="163830"/>
              </a:xfrm>
              <a:custGeom>
                <a:rect b="b" l="l" r="r" t="t"/>
                <a:pathLst>
                  <a:path extrusionOk="0" h="163829" w="272414">
                    <a:moveTo>
                      <a:pt x="0" y="163550"/>
                    </a:moveTo>
                    <a:lnTo>
                      <a:pt x="272154" y="163550"/>
                    </a:lnTo>
                    <a:lnTo>
                      <a:pt x="272154" y="0"/>
                    </a:lnTo>
                    <a:lnTo>
                      <a:pt x="0" y="0"/>
                    </a:lnTo>
                    <a:lnTo>
                      <a:pt x="0" y="16355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83" name="Google Shape;283;p10"/>
              <p:cNvSpPr/>
              <p:nvPr/>
            </p:nvSpPr>
            <p:spPr>
              <a:xfrm>
                <a:off x="1949945" y="4987848"/>
                <a:ext cx="121450" cy="200710"/>
              </a:xfrm>
              <a:prstGeom prst="rect">
                <a:avLst/>
              </a:prstGeom>
              <a:blipFill rotWithShape="1">
                <a:blip r:embed="rId36">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84" name="Google Shape;284;p10"/>
              <p:cNvSpPr/>
              <p:nvPr/>
            </p:nvSpPr>
            <p:spPr>
              <a:xfrm>
                <a:off x="1949242" y="4970424"/>
                <a:ext cx="122853" cy="218835"/>
              </a:xfrm>
              <a:prstGeom prst="rect">
                <a:avLst/>
              </a:prstGeom>
              <a:blipFill rotWithShape="1">
                <a:blip r:embed="rId37">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grpSp>
        <p:sp>
          <p:nvSpPr>
            <p:cNvPr id="285" name="Google Shape;285;p10"/>
            <p:cNvSpPr txBox="1"/>
            <p:nvPr/>
          </p:nvSpPr>
          <p:spPr>
            <a:xfrm>
              <a:off x="2953922" y="4689967"/>
              <a:ext cx="412632" cy="101268"/>
            </a:xfrm>
            <a:prstGeom prst="rect">
              <a:avLst/>
            </a:prstGeom>
            <a:noFill/>
            <a:ln>
              <a:noFill/>
            </a:ln>
          </p:spPr>
          <p:txBody>
            <a:bodyPr anchorCtr="0" anchor="t" bIns="0" lIns="0" spcFirstLastPara="1" rIns="0" wrap="square" tIns="10350">
              <a:spAutoFit/>
            </a:bodyPr>
            <a:lstStyle/>
            <a:p>
              <a:pPr indent="0" lvl="0" marL="11527" marR="0" rtl="0" algn="l">
                <a:lnSpc>
                  <a:spcPct val="100000"/>
                </a:lnSpc>
                <a:spcBef>
                  <a:spcPts val="0"/>
                </a:spcBef>
                <a:spcAft>
                  <a:spcPts val="0"/>
                </a:spcAft>
                <a:buClr>
                  <a:srgbClr val="000000"/>
                </a:buClr>
                <a:buSzPts val="590"/>
                <a:buFont typeface="Arial"/>
                <a:buNone/>
              </a:pPr>
              <a:r>
                <a:rPr b="0" i="0" lang="en-US" sz="590" u="none" cap="none" strike="noStrike">
                  <a:solidFill>
                    <a:schemeClr val="dk1"/>
                  </a:solidFill>
                  <a:latin typeface="Carlito"/>
                  <a:ea typeface="Carlito"/>
                  <a:cs typeface="Carlito"/>
                  <a:sym typeface="Carlito"/>
                </a:rPr>
                <a:t>Hộp thư NSD</a:t>
              </a:r>
              <a:endParaRPr b="0" i="0" sz="590" u="none" cap="none" strike="noStrike">
                <a:solidFill>
                  <a:schemeClr val="dk1"/>
                </a:solidFill>
                <a:latin typeface="Carlito"/>
                <a:ea typeface="Carlito"/>
                <a:cs typeface="Carlito"/>
                <a:sym typeface="Carlito"/>
              </a:endParaRPr>
            </a:p>
          </p:txBody>
        </p:sp>
        <p:grpSp>
          <p:nvGrpSpPr>
            <p:cNvPr id="286" name="Google Shape;286;p10"/>
            <p:cNvGrpSpPr/>
            <p:nvPr/>
          </p:nvGrpSpPr>
          <p:grpSpPr>
            <a:xfrm>
              <a:off x="2401736" y="4393546"/>
              <a:ext cx="344056" cy="273750"/>
              <a:chOff x="1276169" y="4841036"/>
              <a:chExt cx="379098" cy="301631"/>
            </a:xfrm>
          </p:grpSpPr>
          <p:sp>
            <p:nvSpPr>
              <p:cNvPr id="287" name="Google Shape;287;p10"/>
              <p:cNvSpPr/>
              <p:nvPr/>
            </p:nvSpPr>
            <p:spPr>
              <a:xfrm>
                <a:off x="1276172" y="4841036"/>
                <a:ext cx="379095" cy="301625"/>
              </a:xfrm>
              <a:custGeom>
                <a:rect b="b" l="l" r="r" t="t"/>
                <a:pathLst>
                  <a:path extrusionOk="0" h="301625" w="379094">
                    <a:moveTo>
                      <a:pt x="29082" y="109867"/>
                    </a:moveTo>
                    <a:lnTo>
                      <a:pt x="0" y="158648"/>
                    </a:lnTo>
                    <a:lnTo>
                      <a:pt x="283946" y="301421"/>
                    </a:lnTo>
                    <a:lnTo>
                      <a:pt x="306552" y="259753"/>
                    </a:lnTo>
                    <a:lnTo>
                      <a:pt x="223207" y="142786"/>
                    </a:lnTo>
                    <a:lnTo>
                      <a:pt x="157746" y="142786"/>
                    </a:lnTo>
                    <a:lnTo>
                      <a:pt x="138468" y="114350"/>
                    </a:lnTo>
                    <a:lnTo>
                      <a:pt x="29082" y="109867"/>
                    </a:lnTo>
                    <a:close/>
                  </a:path>
                  <a:path extrusionOk="0" h="301625" w="379094">
                    <a:moveTo>
                      <a:pt x="372198" y="138709"/>
                    </a:moveTo>
                    <a:lnTo>
                      <a:pt x="222338" y="141566"/>
                    </a:lnTo>
                    <a:lnTo>
                      <a:pt x="306552" y="259753"/>
                    </a:lnTo>
                    <a:lnTo>
                      <a:pt x="372198" y="138709"/>
                    </a:lnTo>
                    <a:close/>
                  </a:path>
                  <a:path extrusionOk="0" h="301625" w="379094">
                    <a:moveTo>
                      <a:pt x="94640" y="0"/>
                    </a:moveTo>
                    <a:lnTo>
                      <a:pt x="78917" y="26352"/>
                    </a:lnTo>
                    <a:lnTo>
                      <a:pt x="157746" y="142786"/>
                    </a:lnTo>
                    <a:lnTo>
                      <a:pt x="372198" y="138709"/>
                    </a:lnTo>
                    <a:lnTo>
                      <a:pt x="378586" y="126936"/>
                    </a:lnTo>
                    <a:lnTo>
                      <a:pt x="94640" y="0"/>
                    </a:lnTo>
                    <a:close/>
                  </a:path>
                  <a:path extrusionOk="0" h="301625" w="379094">
                    <a:moveTo>
                      <a:pt x="222338" y="141566"/>
                    </a:moveTo>
                    <a:lnTo>
                      <a:pt x="157746" y="142786"/>
                    </a:lnTo>
                    <a:lnTo>
                      <a:pt x="223207" y="142786"/>
                    </a:lnTo>
                    <a:lnTo>
                      <a:pt x="222338" y="141566"/>
                    </a:lnTo>
                    <a:close/>
                  </a:path>
                  <a:path extrusionOk="0" h="301625" w="379094">
                    <a:moveTo>
                      <a:pt x="78917" y="26352"/>
                    </a:moveTo>
                    <a:lnTo>
                      <a:pt x="29082" y="109867"/>
                    </a:lnTo>
                    <a:lnTo>
                      <a:pt x="138468" y="114350"/>
                    </a:lnTo>
                    <a:lnTo>
                      <a:pt x="78917" y="26352"/>
                    </a:lnTo>
                    <a:close/>
                  </a:path>
                </a:pathLst>
              </a:custGeom>
              <a:solidFill>
                <a:srgbClr val="C6C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88" name="Google Shape;288;p10"/>
              <p:cNvSpPr/>
              <p:nvPr/>
            </p:nvSpPr>
            <p:spPr>
              <a:xfrm>
                <a:off x="1276169" y="4841042"/>
                <a:ext cx="379095" cy="301625"/>
              </a:xfrm>
              <a:custGeom>
                <a:rect b="b" l="l" r="r" t="t"/>
                <a:pathLst>
                  <a:path extrusionOk="0" h="301625" w="379094">
                    <a:moveTo>
                      <a:pt x="222337" y="141561"/>
                    </a:moveTo>
                    <a:lnTo>
                      <a:pt x="372199" y="138705"/>
                    </a:lnTo>
                    <a:lnTo>
                      <a:pt x="378589" y="126933"/>
                    </a:lnTo>
                    <a:lnTo>
                      <a:pt x="94647" y="0"/>
                    </a:lnTo>
                    <a:lnTo>
                      <a:pt x="78917" y="26342"/>
                    </a:lnTo>
                    <a:lnTo>
                      <a:pt x="157747" y="142785"/>
                    </a:lnTo>
                    <a:lnTo>
                      <a:pt x="222337" y="141561"/>
                    </a:lnTo>
                    <a:close/>
                  </a:path>
                  <a:path extrusionOk="0" h="301625" w="379094">
                    <a:moveTo>
                      <a:pt x="306547" y="259753"/>
                    </a:moveTo>
                    <a:lnTo>
                      <a:pt x="372199" y="138705"/>
                    </a:lnTo>
                    <a:lnTo>
                      <a:pt x="222337" y="141561"/>
                    </a:lnTo>
                    <a:lnTo>
                      <a:pt x="306547" y="259753"/>
                    </a:lnTo>
                    <a:close/>
                  </a:path>
                  <a:path extrusionOk="0" h="301625" w="379094">
                    <a:moveTo>
                      <a:pt x="29088" y="109857"/>
                    </a:moveTo>
                    <a:lnTo>
                      <a:pt x="0" y="158637"/>
                    </a:lnTo>
                    <a:lnTo>
                      <a:pt x="283942" y="301423"/>
                    </a:lnTo>
                    <a:lnTo>
                      <a:pt x="306547" y="259753"/>
                    </a:lnTo>
                    <a:lnTo>
                      <a:pt x="222337" y="141561"/>
                    </a:lnTo>
                    <a:lnTo>
                      <a:pt x="157747" y="142785"/>
                    </a:lnTo>
                    <a:lnTo>
                      <a:pt x="138472" y="114344"/>
                    </a:lnTo>
                    <a:lnTo>
                      <a:pt x="29088" y="10985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89" name="Google Shape;289;p10"/>
              <p:cNvSpPr/>
              <p:nvPr/>
            </p:nvSpPr>
            <p:spPr>
              <a:xfrm>
                <a:off x="1283114" y="4859168"/>
                <a:ext cx="365320" cy="126757"/>
              </a:xfrm>
              <a:prstGeom prst="rect">
                <a:avLst/>
              </a:prstGeom>
              <a:blipFill rotWithShape="1">
                <a:blip r:embed="rId38">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grpSp>
        <p:sp>
          <p:nvSpPr>
            <p:cNvPr id="290" name="Google Shape;290;p10"/>
            <p:cNvSpPr txBox="1"/>
            <p:nvPr/>
          </p:nvSpPr>
          <p:spPr>
            <a:xfrm>
              <a:off x="2291993" y="4666747"/>
              <a:ext cx="564200" cy="101268"/>
            </a:xfrm>
            <a:prstGeom prst="rect">
              <a:avLst/>
            </a:prstGeom>
            <a:noFill/>
            <a:ln>
              <a:noFill/>
            </a:ln>
          </p:spPr>
          <p:txBody>
            <a:bodyPr anchorCtr="0" anchor="t" bIns="0" lIns="0" spcFirstLastPara="1" rIns="0" wrap="square" tIns="10350">
              <a:spAutoFit/>
            </a:bodyPr>
            <a:lstStyle/>
            <a:p>
              <a:pPr indent="0" lvl="0" marL="11527" marR="0" rtl="0" algn="l">
                <a:lnSpc>
                  <a:spcPct val="100000"/>
                </a:lnSpc>
                <a:spcBef>
                  <a:spcPts val="0"/>
                </a:spcBef>
                <a:spcAft>
                  <a:spcPts val="0"/>
                </a:spcAft>
                <a:buClr>
                  <a:srgbClr val="000000"/>
                </a:buClr>
                <a:buSzPts val="590"/>
                <a:buFont typeface="Arial"/>
                <a:buNone/>
              </a:pPr>
              <a:r>
                <a:rPr b="0" i="0" lang="en-US" sz="590" u="none" cap="none" strike="noStrike">
                  <a:solidFill>
                    <a:schemeClr val="dk1"/>
                  </a:solidFill>
                  <a:latin typeface="Carlito"/>
                  <a:ea typeface="Carlito"/>
                  <a:cs typeface="Carlito"/>
                  <a:sym typeface="Carlito"/>
                </a:rPr>
                <a:t>Bộ đệm thư gửi đi</a:t>
              </a:r>
              <a:endParaRPr b="0" i="0" sz="590" u="none" cap="none" strike="noStrike">
                <a:solidFill>
                  <a:schemeClr val="dk1"/>
                </a:solidFill>
                <a:latin typeface="Carlito"/>
                <a:ea typeface="Carlito"/>
                <a:cs typeface="Carlito"/>
                <a:sym typeface="Carlito"/>
              </a:endParaRPr>
            </a:p>
          </p:txBody>
        </p:sp>
        <p:grpSp>
          <p:nvGrpSpPr>
            <p:cNvPr id="291" name="Google Shape;291;p10"/>
            <p:cNvGrpSpPr/>
            <p:nvPr/>
          </p:nvGrpSpPr>
          <p:grpSpPr>
            <a:xfrm>
              <a:off x="2562240" y="4159712"/>
              <a:ext cx="598091" cy="1090365"/>
              <a:chOff x="1453019" y="4583387"/>
              <a:chExt cx="659008" cy="1201420"/>
            </a:xfrm>
          </p:grpSpPr>
          <p:sp>
            <p:nvSpPr>
              <p:cNvPr id="292" name="Google Shape;292;p10"/>
              <p:cNvSpPr/>
              <p:nvPr/>
            </p:nvSpPr>
            <p:spPr>
              <a:xfrm>
                <a:off x="1458612" y="4583387"/>
                <a:ext cx="653415" cy="1201420"/>
              </a:xfrm>
              <a:custGeom>
                <a:rect b="b" l="l" r="r" t="t"/>
                <a:pathLst>
                  <a:path extrusionOk="0" h="1201420" w="653414">
                    <a:moveTo>
                      <a:pt x="262225" y="1200971"/>
                    </a:moveTo>
                    <a:lnTo>
                      <a:pt x="262225" y="870525"/>
                    </a:lnTo>
                  </a:path>
                  <a:path extrusionOk="0" h="1201420" w="653414">
                    <a:moveTo>
                      <a:pt x="239020" y="1177543"/>
                    </a:moveTo>
                    <a:lnTo>
                      <a:pt x="262225" y="1200971"/>
                    </a:lnTo>
                    <a:lnTo>
                      <a:pt x="285420" y="1177543"/>
                    </a:lnTo>
                  </a:path>
                  <a:path extrusionOk="0" h="1201420" w="653414">
                    <a:moveTo>
                      <a:pt x="285420" y="893953"/>
                    </a:moveTo>
                    <a:lnTo>
                      <a:pt x="262225" y="870525"/>
                    </a:lnTo>
                    <a:lnTo>
                      <a:pt x="239020" y="893953"/>
                    </a:lnTo>
                  </a:path>
                  <a:path extrusionOk="0" h="1201420" w="653414">
                    <a:moveTo>
                      <a:pt x="653307" y="584721"/>
                    </a:moveTo>
                    <a:lnTo>
                      <a:pt x="262225" y="655764"/>
                    </a:lnTo>
                  </a:path>
                  <a:path extrusionOk="0" h="1201420" w="653414">
                    <a:moveTo>
                      <a:pt x="634604" y="611937"/>
                    </a:moveTo>
                    <a:lnTo>
                      <a:pt x="653307" y="584721"/>
                    </a:lnTo>
                    <a:lnTo>
                      <a:pt x="626349" y="565838"/>
                    </a:lnTo>
                  </a:path>
                  <a:path extrusionOk="0" h="1201420" w="653414">
                    <a:moveTo>
                      <a:pt x="280975" y="628547"/>
                    </a:moveTo>
                    <a:lnTo>
                      <a:pt x="262225" y="655764"/>
                    </a:lnTo>
                    <a:lnTo>
                      <a:pt x="289172" y="674705"/>
                    </a:lnTo>
                  </a:path>
                  <a:path extrusionOk="0" h="1201420" w="653414">
                    <a:moveTo>
                      <a:pt x="7163" y="559078"/>
                    </a:moveTo>
                    <a:lnTo>
                      <a:pt x="262225" y="655764"/>
                    </a:lnTo>
                  </a:path>
                  <a:path extrusionOk="0" h="1201420" w="653414">
                    <a:moveTo>
                      <a:pt x="37048" y="545382"/>
                    </a:moveTo>
                    <a:lnTo>
                      <a:pt x="7163" y="559078"/>
                    </a:lnTo>
                    <a:lnTo>
                      <a:pt x="20735" y="589266"/>
                    </a:lnTo>
                  </a:path>
                  <a:path extrusionOk="0" h="1201420" w="653414">
                    <a:moveTo>
                      <a:pt x="232346" y="669459"/>
                    </a:moveTo>
                    <a:lnTo>
                      <a:pt x="262225" y="655764"/>
                    </a:lnTo>
                    <a:lnTo>
                      <a:pt x="248660" y="625633"/>
                    </a:lnTo>
                  </a:path>
                  <a:path extrusionOk="0" h="1201420" w="653414">
                    <a:moveTo>
                      <a:pt x="169021" y="0"/>
                    </a:moveTo>
                    <a:lnTo>
                      <a:pt x="7163" y="257654"/>
                    </a:lnTo>
                  </a:path>
                  <a:path extrusionOk="0" h="1201420" w="653414">
                    <a:moveTo>
                      <a:pt x="176185" y="32345"/>
                    </a:moveTo>
                    <a:lnTo>
                      <a:pt x="169021" y="0"/>
                    </a:lnTo>
                    <a:lnTo>
                      <a:pt x="136995" y="7284"/>
                    </a:lnTo>
                  </a:path>
                  <a:path extrusionOk="0" h="1201420" w="653414">
                    <a:moveTo>
                      <a:pt x="0" y="225309"/>
                    </a:moveTo>
                    <a:lnTo>
                      <a:pt x="7163" y="257654"/>
                    </a:lnTo>
                    <a:lnTo>
                      <a:pt x="39190" y="250428"/>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93" name="Google Shape;293;p10"/>
              <p:cNvSpPr/>
              <p:nvPr/>
            </p:nvSpPr>
            <p:spPr>
              <a:xfrm>
                <a:off x="1453019" y="4663294"/>
                <a:ext cx="187960" cy="98425"/>
              </a:xfrm>
              <a:custGeom>
                <a:rect b="b" l="l" r="r" t="t"/>
                <a:pathLst>
                  <a:path extrusionOk="0" h="98425" w="187960">
                    <a:moveTo>
                      <a:pt x="187360" y="0"/>
                    </a:moveTo>
                    <a:lnTo>
                      <a:pt x="0" y="0"/>
                    </a:lnTo>
                    <a:lnTo>
                      <a:pt x="0" y="97910"/>
                    </a:lnTo>
                    <a:lnTo>
                      <a:pt x="187360" y="97910"/>
                    </a:lnTo>
                    <a:lnTo>
                      <a:pt x="18736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grpSp>
        <p:sp>
          <p:nvSpPr>
            <p:cNvPr id="294" name="Google Shape;294;p10"/>
            <p:cNvSpPr txBox="1"/>
            <p:nvPr/>
          </p:nvSpPr>
          <p:spPr>
            <a:xfrm>
              <a:off x="2550717" y="4213300"/>
              <a:ext cx="193638" cy="101268"/>
            </a:xfrm>
            <a:prstGeom prst="rect">
              <a:avLst/>
            </a:prstGeom>
            <a:noFill/>
            <a:ln>
              <a:noFill/>
            </a:ln>
          </p:spPr>
          <p:txBody>
            <a:bodyPr anchorCtr="0" anchor="t" bIns="0" lIns="0" spcFirstLastPara="1" rIns="0" wrap="square" tIns="10350">
              <a:spAutoFit/>
            </a:bodyPr>
            <a:lstStyle/>
            <a:p>
              <a:pPr indent="0" lvl="0" marL="11527" marR="0" rtl="0" algn="l">
                <a:lnSpc>
                  <a:spcPct val="100000"/>
                </a:lnSpc>
                <a:spcBef>
                  <a:spcPts val="0"/>
                </a:spcBef>
                <a:spcAft>
                  <a:spcPts val="0"/>
                </a:spcAft>
                <a:buClr>
                  <a:srgbClr val="000000"/>
                </a:buClr>
                <a:buSzPts val="590"/>
                <a:buFont typeface="Arial"/>
                <a:buNone/>
              </a:pPr>
              <a:r>
                <a:rPr b="0" i="0" lang="en-US" sz="590" u="none" cap="none" strike="noStrike">
                  <a:solidFill>
                    <a:schemeClr val="dk1"/>
                  </a:solidFill>
                  <a:latin typeface="Carlito"/>
                  <a:ea typeface="Carlito"/>
                  <a:cs typeface="Carlito"/>
                  <a:sym typeface="Carlito"/>
                </a:rPr>
                <a:t>SMTP</a:t>
              </a:r>
              <a:endParaRPr b="0" i="0" sz="590" u="none" cap="none" strike="noStrike">
                <a:solidFill>
                  <a:schemeClr val="dk1"/>
                </a:solidFill>
                <a:latin typeface="Carlito"/>
                <a:ea typeface="Carlito"/>
                <a:cs typeface="Carlito"/>
                <a:sym typeface="Carlito"/>
              </a:endParaRPr>
            </a:p>
          </p:txBody>
        </p:sp>
        <p:grpSp>
          <p:nvGrpSpPr>
            <p:cNvPr id="295" name="Google Shape;295;p10"/>
            <p:cNvGrpSpPr/>
            <p:nvPr/>
          </p:nvGrpSpPr>
          <p:grpSpPr>
            <a:xfrm>
              <a:off x="2889221" y="4082912"/>
              <a:ext cx="314661" cy="311204"/>
              <a:chOff x="1813305" y="4498765"/>
              <a:chExt cx="346710" cy="342900"/>
            </a:xfrm>
          </p:grpSpPr>
          <p:sp>
            <p:nvSpPr>
              <p:cNvPr id="296" name="Google Shape;296;p10"/>
              <p:cNvSpPr/>
              <p:nvPr/>
            </p:nvSpPr>
            <p:spPr>
              <a:xfrm>
                <a:off x="1855963" y="4498765"/>
                <a:ext cx="260985" cy="342900"/>
              </a:xfrm>
              <a:custGeom>
                <a:rect b="b" l="l" r="r" t="t"/>
                <a:pathLst>
                  <a:path extrusionOk="0" h="342900" w="260985">
                    <a:moveTo>
                      <a:pt x="4848" y="0"/>
                    </a:moveTo>
                    <a:lnTo>
                      <a:pt x="255956" y="342277"/>
                    </a:lnTo>
                  </a:path>
                  <a:path extrusionOk="0" h="342900" w="260985">
                    <a:moveTo>
                      <a:pt x="37290" y="4895"/>
                    </a:moveTo>
                    <a:lnTo>
                      <a:pt x="4848" y="0"/>
                    </a:lnTo>
                    <a:lnTo>
                      <a:pt x="0" y="32811"/>
                    </a:lnTo>
                  </a:path>
                  <a:path extrusionOk="0" h="342900" w="260985">
                    <a:moveTo>
                      <a:pt x="223514" y="337381"/>
                    </a:moveTo>
                    <a:lnTo>
                      <a:pt x="255956" y="342277"/>
                    </a:lnTo>
                    <a:lnTo>
                      <a:pt x="260805" y="309465"/>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297" name="Google Shape;297;p10"/>
              <p:cNvSpPr/>
              <p:nvPr/>
            </p:nvSpPr>
            <p:spPr>
              <a:xfrm>
                <a:off x="1813305" y="4620978"/>
                <a:ext cx="346710" cy="98425"/>
              </a:xfrm>
              <a:custGeom>
                <a:rect b="b" l="l" r="r" t="t"/>
                <a:pathLst>
                  <a:path extrusionOk="0" h="98425" w="346710">
                    <a:moveTo>
                      <a:pt x="346188" y="0"/>
                    </a:moveTo>
                    <a:lnTo>
                      <a:pt x="0" y="0"/>
                    </a:lnTo>
                    <a:lnTo>
                      <a:pt x="0" y="97910"/>
                    </a:lnTo>
                    <a:lnTo>
                      <a:pt x="346188" y="97910"/>
                    </a:lnTo>
                    <a:lnTo>
                      <a:pt x="346188"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grpSp>
        <p:sp>
          <p:nvSpPr>
            <p:cNvPr id="298" name="Google Shape;298;p10"/>
            <p:cNvSpPr txBox="1"/>
            <p:nvPr/>
          </p:nvSpPr>
          <p:spPr>
            <a:xfrm>
              <a:off x="3165509" y="4189969"/>
              <a:ext cx="38036" cy="89768"/>
            </a:xfrm>
            <a:prstGeom prst="rect">
              <a:avLst/>
            </a:prstGeom>
            <a:noFill/>
            <a:ln>
              <a:noFill/>
            </a:ln>
          </p:spPr>
          <p:txBody>
            <a:bodyPr anchorCtr="0" anchor="t" bIns="0" lIns="0" spcFirstLastPara="1" rIns="0" wrap="square" tIns="0">
              <a:spAutoFit/>
            </a:bodyPr>
            <a:lstStyle/>
            <a:p>
              <a:pPr indent="0" lvl="0" marL="0" marR="0" rtl="0" algn="l">
                <a:lnSpc>
                  <a:spcPct val="113898"/>
                </a:lnSpc>
                <a:spcBef>
                  <a:spcPts val="0"/>
                </a:spcBef>
                <a:spcAft>
                  <a:spcPts val="0"/>
                </a:spcAft>
                <a:buClr>
                  <a:srgbClr val="000000"/>
                </a:buClr>
                <a:buSzPts val="590"/>
                <a:buFont typeface="Arial"/>
                <a:buNone/>
              </a:pPr>
              <a:r>
                <a:rPr b="0" i="0" lang="en-US" sz="590" u="none" cap="none" strike="noStrike">
                  <a:solidFill>
                    <a:schemeClr val="dk1"/>
                  </a:solidFill>
                  <a:latin typeface="Carlito"/>
                  <a:ea typeface="Carlito"/>
                  <a:cs typeface="Carlito"/>
                  <a:sym typeface="Carlito"/>
                </a:rPr>
                <a:t>P</a:t>
              </a:r>
              <a:endParaRPr b="0" i="0" sz="590" u="none" cap="none" strike="noStrike">
                <a:solidFill>
                  <a:schemeClr val="dk1"/>
                </a:solidFill>
                <a:latin typeface="Carlito"/>
                <a:ea typeface="Carlito"/>
                <a:cs typeface="Carlito"/>
                <a:sym typeface="Carlito"/>
              </a:endParaRPr>
            </a:p>
          </p:txBody>
        </p:sp>
        <p:grpSp>
          <p:nvGrpSpPr>
            <p:cNvPr id="299" name="Google Shape;299;p10"/>
            <p:cNvGrpSpPr/>
            <p:nvPr/>
          </p:nvGrpSpPr>
          <p:grpSpPr>
            <a:xfrm>
              <a:off x="3485784" y="4390585"/>
              <a:ext cx="318214" cy="302812"/>
              <a:chOff x="2470629" y="4837773"/>
              <a:chExt cx="350624" cy="333654"/>
            </a:xfrm>
          </p:grpSpPr>
          <p:sp>
            <p:nvSpPr>
              <p:cNvPr id="300" name="Google Shape;300;p10"/>
              <p:cNvSpPr/>
              <p:nvPr/>
            </p:nvSpPr>
            <p:spPr>
              <a:xfrm>
                <a:off x="2473858" y="4837773"/>
                <a:ext cx="181495" cy="46393"/>
              </a:xfrm>
              <a:prstGeom prst="rect">
                <a:avLst/>
              </a:prstGeom>
              <a:blipFill rotWithShape="1">
                <a:blip r:embed="rId39">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01" name="Google Shape;301;p10"/>
              <p:cNvSpPr/>
              <p:nvPr/>
            </p:nvSpPr>
            <p:spPr>
              <a:xfrm>
                <a:off x="2475420" y="4838065"/>
                <a:ext cx="175260" cy="46355"/>
              </a:xfrm>
              <a:custGeom>
                <a:rect b="b" l="l" r="r" t="t"/>
                <a:pathLst>
                  <a:path extrusionOk="0" h="46354" w="175260">
                    <a:moveTo>
                      <a:pt x="124053" y="0"/>
                    </a:moveTo>
                    <a:lnTo>
                      <a:pt x="49301" y="1117"/>
                    </a:lnTo>
                    <a:lnTo>
                      <a:pt x="0" y="43014"/>
                    </a:lnTo>
                    <a:lnTo>
                      <a:pt x="16217" y="45872"/>
                    </a:lnTo>
                    <a:lnTo>
                      <a:pt x="54952" y="14871"/>
                    </a:lnTo>
                    <a:lnTo>
                      <a:pt x="118567" y="14871"/>
                    </a:lnTo>
                    <a:lnTo>
                      <a:pt x="157187" y="45872"/>
                    </a:lnTo>
                    <a:lnTo>
                      <a:pt x="175260" y="42659"/>
                    </a:lnTo>
                    <a:lnTo>
                      <a:pt x="124053"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02" name="Google Shape;302;p10"/>
              <p:cNvSpPr/>
              <p:nvPr/>
            </p:nvSpPr>
            <p:spPr>
              <a:xfrm>
                <a:off x="2488869" y="4885375"/>
                <a:ext cx="327660" cy="242570"/>
              </a:xfrm>
              <a:custGeom>
                <a:rect b="b" l="l" r="r" t="t"/>
                <a:pathLst>
                  <a:path extrusionOk="0" h="242570" w="327660">
                    <a:moveTo>
                      <a:pt x="327265" y="0"/>
                    </a:moveTo>
                    <a:lnTo>
                      <a:pt x="0" y="0"/>
                    </a:lnTo>
                    <a:lnTo>
                      <a:pt x="0" y="242351"/>
                    </a:lnTo>
                    <a:lnTo>
                      <a:pt x="327265" y="242351"/>
                    </a:lnTo>
                    <a:lnTo>
                      <a:pt x="327265"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03" name="Google Shape;303;p10"/>
              <p:cNvSpPr/>
              <p:nvPr/>
            </p:nvSpPr>
            <p:spPr>
              <a:xfrm>
                <a:off x="2473223" y="4884166"/>
                <a:ext cx="327596" cy="230555"/>
              </a:xfrm>
              <a:prstGeom prst="rect">
                <a:avLst/>
              </a:prstGeom>
              <a:blipFill rotWithShape="1">
                <a:blip r:embed="rId40">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04" name="Google Shape;304;p10"/>
              <p:cNvSpPr/>
              <p:nvPr/>
            </p:nvSpPr>
            <p:spPr>
              <a:xfrm>
                <a:off x="2473566" y="4884166"/>
                <a:ext cx="322580" cy="231140"/>
              </a:xfrm>
              <a:custGeom>
                <a:rect b="b" l="l" r="r" t="t"/>
                <a:pathLst>
                  <a:path extrusionOk="0" h="231139" w="322580">
                    <a:moveTo>
                      <a:pt x="322287" y="0"/>
                    </a:moveTo>
                    <a:lnTo>
                      <a:pt x="0" y="0"/>
                    </a:lnTo>
                    <a:lnTo>
                      <a:pt x="0" y="230555"/>
                    </a:lnTo>
                    <a:lnTo>
                      <a:pt x="14731" y="228460"/>
                    </a:lnTo>
                    <a:lnTo>
                      <a:pt x="15303" y="16611"/>
                    </a:lnTo>
                    <a:lnTo>
                      <a:pt x="320446" y="16840"/>
                    </a:lnTo>
                    <a:lnTo>
                      <a:pt x="322287"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05" name="Google Shape;305;p10"/>
              <p:cNvSpPr/>
              <p:nvPr/>
            </p:nvSpPr>
            <p:spPr>
              <a:xfrm>
                <a:off x="2473573" y="4884169"/>
                <a:ext cx="322580" cy="231140"/>
              </a:xfrm>
              <a:custGeom>
                <a:rect b="b" l="l" r="r" t="t"/>
                <a:pathLst>
                  <a:path extrusionOk="0" h="231139" w="322580">
                    <a:moveTo>
                      <a:pt x="0" y="230554"/>
                    </a:moveTo>
                    <a:lnTo>
                      <a:pt x="14720" y="228456"/>
                    </a:lnTo>
                    <a:lnTo>
                      <a:pt x="15297" y="16609"/>
                    </a:lnTo>
                    <a:lnTo>
                      <a:pt x="320436" y="16842"/>
                    </a:lnTo>
                    <a:lnTo>
                      <a:pt x="322283" y="0"/>
                    </a:lnTo>
                    <a:lnTo>
                      <a:pt x="0" y="0"/>
                    </a:lnTo>
                    <a:lnTo>
                      <a:pt x="0" y="230554"/>
                    </a:lnTo>
                    <a:close/>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06" name="Google Shape;306;p10"/>
              <p:cNvSpPr/>
              <p:nvPr/>
            </p:nvSpPr>
            <p:spPr>
              <a:xfrm>
                <a:off x="2470629" y="4838012"/>
                <a:ext cx="330835" cy="276860"/>
              </a:xfrm>
              <a:custGeom>
                <a:rect b="b" l="l" r="r" t="t"/>
                <a:pathLst>
                  <a:path extrusionOk="0" h="276860" w="330835">
                    <a:moveTo>
                      <a:pt x="2944" y="276712"/>
                    </a:moveTo>
                    <a:lnTo>
                      <a:pt x="330209" y="276712"/>
                    </a:lnTo>
                    <a:lnTo>
                      <a:pt x="330209" y="46140"/>
                    </a:lnTo>
                    <a:lnTo>
                      <a:pt x="2944" y="46140"/>
                    </a:lnTo>
                    <a:lnTo>
                      <a:pt x="2944" y="276712"/>
                    </a:lnTo>
                    <a:close/>
                  </a:path>
                  <a:path extrusionOk="0" h="276860" w="330835">
                    <a:moveTo>
                      <a:pt x="1385" y="46157"/>
                    </a:moveTo>
                    <a:lnTo>
                      <a:pt x="183395" y="45866"/>
                    </a:lnTo>
                    <a:lnTo>
                      <a:pt x="184088" y="45866"/>
                    </a:lnTo>
                    <a:lnTo>
                      <a:pt x="184665" y="45283"/>
                    </a:lnTo>
                    <a:lnTo>
                      <a:pt x="184665" y="44584"/>
                    </a:lnTo>
                    <a:lnTo>
                      <a:pt x="184665" y="44176"/>
                    </a:lnTo>
                    <a:lnTo>
                      <a:pt x="184492" y="43826"/>
                    </a:lnTo>
                    <a:lnTo>
                      <a:pt x="184203" y="43593"/>
                    </a:lnTo>
                    <a:lnTo>
                      <a:pt x="129767" y="291"/>
                    </a:lnTo>
                    <a:lnTo>
                      <a:pt x="129537" y="116"/>
                    </a:lnTo>
                    <a:lnTo>
                      <a:pt x="129248" y="0"/>
                    </a:lnTo>
                    <a:lnTo>
                      <a:pt x="129017" y="0"/>
                    </a:lnTo>
                    <a:lnTo>
                      <a:pt x="55936" y="0"/>
                    </a:lnTo>
                    <a:lnTo>
                      <a:pt x="55647" y="0"/>
                    </a:lnTo>
                    <a:lnTo>
                      <a:pt x="55359" y="116"/>
                    </a:lnTo>
                    <a:lnTo>
                      <a:pt x="55186" y="291"/>
                    </a:lnTo>
                    <a:lnTo>
                      <a:pt x="634" y="43884"/>
                    </a:lnTo>
                    <a:lnTo>
                      <a:pt x="57" y="44350"/>
                    </a:lnTo>
                    <a:lnTo>
                      <a:pt x="0" y="45108"/>
                    </a:lnTo>
                    <a:lnTo>
                      <a:pt x="404" y="45691"/>
                    </a:lnTo>
                    <a:lnTo>
                      <a:pt x="634" y="45982"/>
                    </a:lnTo>
                    <a:lnTo>
                      <a:pt x="1039" y="46157"/>
                    </a:lnTo>
                    <a:lnTo>
                      <a:pt x="1385" y="46157"/>
                    </a:lnTo>
                    <a:close/>
                  </a:path>
                </a:pathLst>
              </a:custGeom>
              <a:noFill/>
              <a:ln cap="flat" cmpd="sng" w="9525">
                <a:solidFill>
                  <a:srgbClr val="9A9A9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07" name="Google Shape;307;p10"/>
              <p:cNvSpPr/>
              <p:nvPr/>
            </p:nvSpPr>
            <p:spPr>
              <a:xfrm>
                <a:off x="2605820" y="4953934"/>
                <a:ext cx="215433" cy="217493"/>
              </a:xfrm>
              <a:prstGeom prst="rect">
                <a:avLst/>
              </a:prstGeom>
              <a:blipFill rotWithShape="1">
                <a:blip r:embed="rId41">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grpSp>
        <p:sp>
          <p:nvSpPr>
            <p:cNvPr id="308" name="Google Shape;308;p10"/>
            <p:cNvSpPr txBox="1"/>
            <p:nvPr/>
          </p:nvSpPr>
          <p:spPr>
            <a:xfrm>
              <a:off x="3451521" y="4692982"/>
              <a:ext cx="371139" cy="101268"/>
            </a:xfrm>
            <a:prstGeom prst="rect">
              <a:avLst/>
            </a:prstGeom>
            <a:noFill/>
            <a:ln>
              <a:noFill/>
            </a:ln>
          </p:spPr>
          <p:txBody>
            <a:bodyPr anchorCtr="0" anchor="t" bIns="0" lIns="0" spcFirstLastPara="1" rIns="0" wrap="square" tIns="10350">
              <a:spAutoFit/>
            </a:bodyPr>
            <a:lstStyle/>
            <a:p>
              <a:pPr indent="0" lvl="0" marL="11527" marR="0" rtl="0" algn="l">
                <a:lnSpc>
                  <a:spcPct val="100000"/>
                </a:lnSpc>
                <a:spcBef>
                  <a:spcPts val="0"/>
                </a:spcBef>
                <a:spcAft>
                  <a:spcPts val="0"/>
                </a:spcAft>
                <a:buClr>
                  <a:srgbClr val="000000"/>
                </a:buClr>
                <a:buSzPts val="590"/>
                <a:buFont typeface="Arial"/>
                <a:buNone/>
              </a:pPr>
              <a:r>
                <a:rPr b="0" i="0" lang="en-US" sz="590" u="none" cap="none" strike="noStrike">
                  <a:solidFill>
                    <a:schemeClr val="dk1"/>
                  </a:solidFill>
                  <a:latin typeface="Carlito"/>
                  <a:ea typeface="Carlito"/>
                  <a:cs typeface="Carlito"/>
                  <a:sym typeface="Carlito"/>
                </a:rPr>
                <a:t>Web Server</a:t>
              </a:r>
              <a:endParaRPr b="0" i="0" sz="590" u="none" cap="none" strike="noStrike">
                <a:solidFill>
                  <a:schemeClr val="dk1"/>
                </a:solidFill>
                <a:latin typeface="Carlito"/>
                <a:ea typeface="Carlito"/>
                <a:cs typeface="Carlito"/>
                <a:sym typeface="Carlito"/>
              </a:endParaRPr>
            </a:p>
          </p:txBody>
        </p:sp>
        <p:grpSp>
          <p:nvGrpSpPr>
            <p:cNvPr id="309" name="Google Shape;309;p10"/>
            <p:cNvGrpSpPr/>
            <p:nvPr/>
          </p:nvGrpSpPr>
          <p:grpSpPr>
            <a:xfrm>
              <a:off x="3008774" y="4008334"/>
              <a:ext cx="628170" cy="556708"/>
              <a:chOff x="1945034" y="4416590"/>
              <a:chExt cx="692150" cy="613410"/>
            </a:xfrm>
          </p:grpSpPr>
          <p:sp>
            <p:nvSpPr>
              <p:cNvPr id="310" name="Google Shape;310;p10"/>
              <p:cNvSpPr/>
              <p:nvPr/>
            </p:nvSpPr>
            <p:spPr>
              <a:xfrm>
                <a:off x="1945034" y="4416590"/>
                <a:ext cx="692150" cy="613410"/>
              </a:xfrm>
              <a:custGeom>
                <a:rect b="b" l="l" r="r" t="t"/>
                <a:pathLst>
                  <a:path extrusionOk="0" h="613410" w="692150">
                    <a:moveTo>
                      <a:pt x="328864" y="587984"/>
                    </a:moveTo>
                    <a:lnTo>
                      <a:pt x="528538" y="589616"/>
                    </a:lnTo>
                  </a:path>
                  <a:path extrusionOk="0" h="613410" w="692150">
                    <a:moveTo>
                      <a:pt x="352301" y="564731"/>
                    </a:moveTo>
                    <a:lnTo>
                      <a:pt x="328864" y="587984"/>
                    </a:lnTo>
                    <a:lnTo>
                      <a:pt x="351897" y="611588"/>
                    </a:lnTo>
                  </a:path>
                  <a:path extrusionOk="0" h="613410" w="692150">
                    <a:moveTo>
                      <a:pt x="505102" y="612870"/>
                    </a:moveTo>
                    <a:lnTo>
                      <a:pt x="528538" y="589616"/>
                    </a:lnTo>
                    <a:lnTo>
                      <a:pt x="505506" y="566013"/>
                    </a:lnTo>
                  </a:path>
                  <a:path extrusionOk="0" h="613410" w="692150">
                    <a:moveTo>
                      <a:pt x="0" y="8100"/>
                    </a:moveTo>
                    <a:lnTo>
                      <a:pt x="692134" y="424451"/>
                    </a:lnTo>
                  </a:path>
                  <a:path extrusionOk="0" h="613410" w="692150">
                    <a:moveTo>
                      <a:pt x="31806" y="0"/>
                    </a:moveTo>
                    <a:lnTo>
                      <a:pt x="0" y="8100"/>
                    </a:lnTo>
                    <a:lnTo>
                      <a:pt x="8023" y="40271"/>
                    </a:lnTo>
                  </a:path>
                  <a:path extrusionOk="0" h="613410" w="692150">
                    <a:moveTo>
                      <a:pt x="660327" y="432552"/>
                    </a:moveTo>
                    <a:lnTo>
                      <a:pt x="692134" y="424451"/>
                    </a:lnTo>
                    <a:lnTo>
                      <a:pt x="684110" y="392339"/>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11" name="Google Shape;311;p10"/>
              <p:cNvSpPr/>
              <p:nvPr/>
            </p:nvSpPr>
            <p:spPr>
              <a:xfrm>
                <a:off x="2132241" y="4583906"/>
                <a:ext cx="318135" cy="98425"/>
              </a:xfrm>
              <a:custGeom>
                <a:rect b="b" l="l" r="r" t="t"/>
                <a:pathLst>
                  <a:path extrusionOk="0" h="98425" w="318135">
                    <a:moveTo>
                      <a:pt x="317741" y="0"/>
                    </a:moveTo>
                    <a:lnTo>
                      <a:pt x="0" y="0"/>
                    </a:lnTo>
                    <a:lnTo>
                      <a:pt x="0" y="97910"/>
                    </a:lnTo>
                    <a:lnTo>
                      <a:pt x="317741" y="97910"/>
                    </a:lnTo>
                    <a:lnTo>
                      <a:pt x="317741"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grpSp>
        <p:sp>
          <p:nvSpPr>
            <p:cNvPr id="312" name="Google Shape;312;p10"/>
            <p:cNvSpPr txBox="1"/>
            <p:nvPr/>
          </p:nvSpPr>
          <p:spPr>
            <a:xfrm>
              <a:off x="2854643" y="4141259"/>
              <a:ext cx="647188" cy="101268"/>
            </a:xfrm>
            <a:prstGeom prst="rect">
              <a:avLst/>
            </a:prstGeom>
            <a:noFill/>
            <a:ln>
              <a:noFill/>
            </a:ln>
          </p:spPr>
          <p:txBody>
            <a:bodyPr anchorCtr="0" anchor="t" bIns="0" lIns="0" spcFirstLastPara="1" rIns="0" wrap="square" tIns="10350">
              <a:spAutoFit/>
            </a:bodyPr>
            <a:lstStyle/>
            <a:p>
              <a:pPr indent="0" lvl="0" marL="34580" marR="0" rtl="0" algn="l">
                <a:lnSpc>
                  <a:spcPct val="100000"/>
                </a:lnSpc>
                <a:spcBef>
                  <a:spcPts val="0"/>
                </a:spcBef>
                <a:spcAft>
                  <a:spcPts val="0"/>
                </a:spcAft>
                <a:buClr>
                  <a:srgbClr val="000000"/>
                </a:buClr>
                <a:buSzPts val="885"/>
                <a:buFont typeface="Arial"/>
                <a:buNone/>
              </a:pPr>
              <a:r>
                <a:rPr b="0" baseline="-25000" i="0" lang="en-US" sz="885" u="none" cap="none" strike="noStrike">
                  <a:solidFill>
                    <a:schemeClr val="dk1"/>
                  </a:solidFill>
                  <a:latin typeface="Carlito"/>
                  <a:ea typeface="Carlito"/>
                  <a:cs typeface="Carlito"/>
                  <a:sym typeface="Carlito"/>
                </a:rPr>
                <a:t>POP/IMA </a:t>
              </a:r>
              <a:r>
                <a:rPr b="0" i="0" lang="en-US" sz="590" u="none" cap="none" strike="noStrike">
                  <a:solidFill>
                    <a:schemeClr val="dk1"/>
                  </a:solidFill>
                  <a:latin typeface="Carlito"/>
                  <a:ea typeface="Carlito"/>
                  <a:cs typeface="Carlito"/>
                  <a:sym typeface="Carlito"/>
                </a:rPr>
                <a:t>Web Mail</a:t>
              </a:r>
              <a:endParaRPr b="0" i="0" sz="590" u="none" cap="none" strike="noStrike">
                <a:solidFill>
                  <a:schemeClr val="dk1"/>
                </a:solidFill>
                <a:latin typeface="Carlito"/>
                <a:ea typeface="Carlito"/>
                <a:cs typeface="Carlito"/>
                <a:sym typeface="Carlito"/>
              </a:endParaRPr>
            </a:p>
          </p:txBody>
        </p:sp>
        <p:grpSp>
          <p:nvGrpSpPr>
            <p:cNvPr id="313" name="Google Shape;313;p10"/>
            <p:cNvGrpSpPr/>
            <p:nvPr/>
          </p:nvGrpSpPr>
          <p:grpSpPr>
            <a:xfrm>
              <a:off x="3822599" y="5892055"/>
              <a:ext cx="223213" cy="237058"/>
              <a:chOff x="2841749" y="6492172"/>
              <a:chExt cx="245948" cy="261203"/>
            </a:xfrm>
          </p:grpSpPr>
          <p:sp>
            <p:nvSpPr>
              <p:cNvPr id="314" name="Google Shape;314;p10"/>
              <p:cNvSpPr/>
              <p:nvPr/>
            </p:nvSpPr>
            <p:spPr>
              <a:xfrm>
                <a:off x="3071822" y="6567186"/>
                <a:ext cx="15875" cy="38735"/>
              </a:xfrm>
              <a:custGeom>
                <a:rect b="b" l="l" r="r" t="t"/>
                <a:pathLst>
                  <a:path extrusionOk="0" h="38734" w="15875">
                    <a:moveTo>
                      <a:pt x="0" y="38719"/>
                    </a:moveTo>
                    <a:lnTo>
                      <a:pt x="15342" y="38719"/>
                    </a:lnTo>
                    <a:lnTo>
                      <a:pt x="15342" y="0"/>
                    </a:lnTo>
                    <a:lnTo>
                      <a:pt x="0" y="0"/>
                    </a:lnTo>
                    <a:lnTo>
                      <a:pt x="0" y="38719"/>
                    </a:lnTo>
                    <a:close/>
                  </a:path>
                </a:pathLst>
              </a:custGeom>
              <a:solidFill>
                <a:srgbClr val="CDCDC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15" name="Google Shape;315;p10"/>
              <p:cNvSpPr/>
              <p:nvPr/>
            </p:nvSpPr>
            <p:spPr>
              <a:xfrm>
                <a:off x="3056489" y="6567186"/>
                <a:ext cx="31115" cy="38735"/>
              </a:xfrm>
              <a:custGeom>
                <a:rect b="b" l="l" r="r" t="t"/>
                <a:pathLst>
                  <a:path extrusionOk="0" h="38734" w="31114">
                    <a:moveTo>
                      <a:pt x="0" y="38719"/>
                    </a:moveTo>
                    <a:lnTo>
                      <a:pt x="30681" y="38719"/>
                    </a:lnTo>
                    <a:lnTo>
                      <a:pt x="30681" y="0"/>
                    </a:lnTo>
                    <a:lnTo>
                      <a:pt x="0" y="0"/>
                    </a:lnTo>
                    <a:lnTo>
                      <a:pt x="0" y="38719"/>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16" name="Google Shape;316;p10"/>
              <p:cNvSpPr/>
              <p:nvPr/>
            </p:nvSpPr>
            <p:spPr>
              <a:xfrm>
                <a:off x="2867952" y="6492172"/>
                <a:ext cx="108127" cy="30328"/>
              </a:xfrm>
              <a:prstGeom prst="rect">
                <a:avLst/>
              </a:prstGeom>
              <a:blipFill rotWithShape="1">
                <a:blip r:embed="rId42">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17" name="Google Shape;317;p10"/>
              <p:cNvSpPr/>
              <p:nvPr/>
            </p:nvSpPr>
            <p:spPr>
              <a:xfrm>
                <a:off x="2868879" y="6492388"/>
                <a:ext cx="104775" cy="30480"/>
              </a:xfrm>
              <a:custGeom>
                <a:rect b="b" l="l" r="r" t="t"/>
                <a:pathLst>
                  <a:path extrusionOk="0" h="30479" w="104775">
                    <a:moveTo>
                      <a:pt x="73888" y="0"/>
                    </a:moveTo>
                    <a:lnTo>
                      <a:pt x="29387" y="699"/>
                    </a:lnTo>
                    <a:lnTo>
                      <a:pt x="0" y="28091"/>
                    </a:lnTo>
                    <a:lnTo>
                      <a:pt x="9639" y="29944"/>
                    </a:lnTo>
                    <a:lnTo>
                      <a:pt x="32727" y="9686"/>
                    </a:lnTo>
                    <a:lnTo>
                      <a:pt x="70662" y="9686"/>
                    </a:lnTo>
                    <a:lnTo>
                      <a:pt x="93637" y="29955"/>
                    </a:lnTo>
                    <a:lnTo>
                      <a:pt x="104368" y="27852"/>
                    </a:lnTo>
                    <a:lnTo>
                      <a:pt x="73888"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18" name="Google Shape;318;p10"/>
              <p:cNvSpPr/>
              <p:nvPr/>
            </p:nvSpPr>
            <p:spPr>
              <a:xfrm>
                <a:off x="2876905" y="6523282"/>
                <a:ext cx="194945" cy="158750"/>
              </a:xfrm>
              <a:custGeom>
                <a:rect b="b" l="l" r="r" t="t"/>
                <a:pathLst>
                  <a:path extrusionOk="0" h="158750" w="194944">
                    <a:moveTo>
                      <a:pt x="194917" y="0"/>
                    </a:moveTo>
                    <a:lnTo>
                      <a:pt x="0" y="0"/>
                    </a:lnTo>
                    <a:lnTo>
                      <a:pt x="0" y="158370"/>
                    </a:lnTo>
                    <a:lnTo>
                      <a:pt x="194917" y="158370"/>
                    </a:lnTo>
                    <a:lnTo>
                      <a:pt x="194917"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19" name="Google Shape;319;p10"/>
              <p:cNvSpPr/>
              <p:nvPr/>
            </p:nvSpPr>
            <p:spPr>
              <a:xfrm>
                <a:off x="2867609" y="6522501"/>
                <a:ext cx="195110" cy="150671"/>
              </a:xfrm>
              <a:prstGeom prst="rect">
                <a:avLst/>
              </a:prstGeom>
              <a:blipFill rotWithShape="1">
                <a:blip r:embed="rId4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20" name="Google Shape;320;p10"/>
              <p:cNvSpPr/>
              <p:nvPr/>
            </p:nvSpPr>
            <p:spPr>
              <a:xfrm>
                <a:off x="2867786" y="6522501"/>
                <a:ext cx="194945" cy="151130"/>
              </a:xfrm>
              <a:custGeom>
                <a:rect b="b" l="l" r="r" t="t"/>
                <a:pathLst>
                  <a:path extrusionOk="0" h="151129" w="194944">
                    <a:moveTo>
                      <a:pt x="191935" y="0"/>
                    </a:moveTo>
                    <a:lnTo>
                      <a:pt x="0" y="0"/>
                    </a:lnTo>
                    <a:lnTo>
                      <a:pt x="0" y="150671"/>
                    </a:lnTo>
                    <a:lnTo>
                      <a:pt x="8775" y="149289"/>
                    </a:lnTo>
                    <a:lnTo>
                      <a:pt x="9118" y="10863"/>
                    </a:lnTo>
                    <a:lnTo>
                      <a:pt x="194818" y="10030"/>
                    </a:lnTo>
                    <a:lnTo>
                      <a:pt x="191935"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21" name="Google Shape;321;p10"/>
              <p:cNvSpPr/>
              <p:nvPr/>
            </p:nvSpPr>
            <p:spPr>
              <a:xfrm>
                <a:off x="2867783" y="6522502"/>
                <a:ext cx="194945" cy="151130"/>
              </a:xfrm>
              <a:custGeom>
                <a:rect b="b" l="l" r="r" t="t"/>
                <a:pathLst>
                  <a:path extrusionOk="0" h="151129" w="194944">
                    <a:moveTo>
                      <a:pt x="0" y="150670"/>
                    </a:moveTo>
                    <a:lnTo>
                      <a:pt x="8774" y="149289"/>
                    </a:lnTo>
                    <a:lnTo>
                      <a:pt x="9120" y="10863"/>
                    </a:lnTo>
                    <a:lnTo>
                      <a:pt x="194825" y="10029"/>
                    </a:lnTo>
                    <a:lnTo>
                      <a:pt x="191938" y="0"/>
                    </a:lnTo>
                    <a:lnTo>
                      <a:pt x="0" y="0"/>
                    </a:lnTo>
                    <a:lnTo>
                      <a:pt x="0" y="150670"/>
                    </a:lnTo>
                    <a:close/>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22" name="Google Shape;322;p10"/>
              <p:cNvSpPr/>
              <p:nvPr/>
            </p:nvSpPr>
            <p:spPr>
              <a:xfrm>
                <a:off x="2866687" y="6492336"/>
                <a:ext cx="196215" cy="180975"/>
              </a:xfrm>
              <a:custGeom>
                <a:rect b="b" l="l" r="r" t="t"/>
                <a:pathLst>
                  <a:path extrusionOk="0" h="180975" w="196214">
                    <a:moveTo>
                      <a:pt x="1096" y="180836"/>
                    </a:moveTo>
                    <a:lnTo>
                      <a:pt x="196014" y="180836"/>
                    </a:lnTo>
                    <a:lnTo>
                      <a:pt x="196014" y="30165"/>
                    </a:lnTo>
                    <a:lnTo>
                      <a:pt x="1096" y="30165"/>
                    </a:lnTo>
                    <a:lnTo>
                      <a:pt x="1096" y="180836"/>
                    </a:lnTo>
                    <a:close/>
                  </a:path>
                  <a:path extrusionOk="0" h="180975" w="196214">
                    <a:moveTo>
                      <a:pt x="1385" y="30159"/>
                    </a:moveTo>
                    <a:lnTo>
                      <a:pt x="107370" y="29961"/>
                    </a:lnTo>
                    <a:lnTo>
                      <a:pt x="108062" y="29961"/>
                    </a:lnTo>
                    <a:lnTo>
                      <a:pt x="108640" y="29396"/>
                    </a:lnTo>
                    <a:lnTo>
                      <a:pt x="108640" y="28696"/>
                    </a:lnTo>
                    <a:lnTo>
                      <a:pt x="108640" y="28335"/>
                    </a:lnTo>
                    <a:lnTo>
                      <a:pt x="108467" y="27985"/>
                    </a:lnTo>
                    <a:lnTo>
                      <a:pt x="108236" y="27747"/>
                    </a:lnTo>
                    <a:lnTo>
                      <a:pt x="76775" y="303"/>
                    </a:lnTo>
                    <a:lnTo>
                      <a:pt x="76544" y="104"/>
                    </a:lnTo>
                    <a:lnTo>
                      <a:pt x="76255" y="0"/>
                    </a:lnTo>
                    <a:lnTo>
                      <a:pt x="75967" y="0"/>
                    </a:lnTo>
                    <a:lnTo>
                      <a:pt x="32903" y="0"/>
                    </a:lnTo>
                    <a:lnTo>
                      <a:pt x="32557" y="0"/>
                    </a:lnTo>
                    <a:lnTo>
                      <a:pt x="32268" y="104"/>
                    </a:lnTo>
                    <a:lnTo>
                      <a:pt x="32037" y="308"/>
                    </a:lnTo>
                    <a:lnTo>
                      <a:pt x="577" y="27950"/>
                    </a:lnTo>
                    <a:lnTo>
                      <a:pt x="57" y="28405"/>
                    </a:lnTo>
                    <a:lnTo>
                      <a:pt x="0" y="29198"/>
                    </a:lnTo>
                    <a:lnTo>
                      <a:pt x="461" y="29722"/>
                    </a:lnTo>
                    <a:lnTo>
                      <a:pt x="692" y="30002"/>
                    </a:lnTo>
                    <a:lnTo>
                      <a:pt x="1039" y="30159"/>
                    </a:lnTo>
                    <a:lnTo>
                      <a:pt x="1385" y="30159"/>
                    </a:lnTo>
                    <a:close/>
                  </a:path>
                </a:pathLst>
              </a:custGeom>
              <a:noFill/>
              <a:ln cap="flat" cmpd="sng" w="9525">
                <a:solidFill>
                  <a:srgbClr val="9A9A9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23" name="Google Shape;323;p10"/>
              <p:cNvSpPr/>
              <p:nvPr/>
            </p:nvSpPr>
            <p:spPr>
              <a:xfrm>
                <a:off x="3047885" y="6567185"/>
                <a:ext cx="39370" cy="170815"/>
              </a:xfrm>
              <a:custGeom>
                <a:rect b="b" l="l" r="r" t="t"/>
                <a:pathLst>
                  <a:path extrusionOk="0" h="170815" w="39369">
                    <a:moveTo>
                      <a:pt x="39319" y="0"/>
                    </a:moveTo>
                    <a:lnTo>
                      <a:pt x="0" y="46466"/>
                    </a:lnTo>
                    <a:lnTo>
                      <a:pt x="0" y="170362"/>
                    </a:lnTo>
                    <a:lnTo>
                      <a:pt x="39319" y="123902"/>
                    </a:lnTo>
                    <a:lnTo>
                      <a:pt x="39319" y="0"/>
                    </a:lnTo>
                    <a:close/>
                  </a:path>
                </a:pathLst>
              </a:custGeom>
              <a:solidFill>
                <a:srgbClr val="9A9A9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24" name="Google Shape;324;p10"/>
              <p:cNvSpPr/>
              <p:nvPr/>
            </p:nvSpPr>
            <p:spPr>
              <a:xfrm>
                <a:off x="3047888" y="6567185"/>
                <a:ext cx="39370" cy="170815"/>
              </a:xfrm>
              <a:custGeom>
                <a:rect b="b" l="l" r="r" t="t"/>
                <a:pathLst>
                  <a:path extrusionOk="0" h="170815" w="39369">
                    <a:moveTo>
                      <a:pt x="0" y="170363"/>
                    </a:moveTo>
                    <a:lnTo>
                      <a:pt x="39311" y="123902"/>
                    </a:lnTo>
                    <a:lnTo>
                      <a:pt x="39311" y="0"/>
                    </a:lnTo>
                    <a:lnTo>
                      <a:pt x="0" y="46466"/>
                    </a:lnTo>
                    <a:lnTo>
                      <a:pt x="0" y="170363"/>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25" name="Google Shape;325;p10"/>
              <p:cNvSpPr/>
              <p:nvPr/>
            </p:nvSpPr>
            <p:spPr>
              <a:xfrm>
                <a:off x="2841751" y="6613645"/>
                <a:ext cx="206375" cy="124460"/>
              </a:xfrm>
              <a:custGeom>
                <a:rect b="b" l="l" r="r" t="t"/>
                <a:pathLst>
                  <a:path extrusionOk="0" h="124459" w="206375">
                    <a:moveTo>
                      <a:pt x="206179" y="0"/>
                    </a:moveTo>
                    <a:lnTo>
                      <a:pt x="0" y="0"/>
                    </a:lnTo>
                    <a:lnTo>
                      <a:pt x="0" y="123902"/>
                    </a:lnTo>
                    <a:lnTo>
                      <a:pt x="206179" y="123902"/>
                    </a:lnTo>
                    <a:lnTo>
                      <a:pt x="206179" y="0"/>
                    </a:lnTo>
                    <a:close/>
                  </a:path>
                </a:pathLst>
              </a:custGeom>
              <a:solidFill>
                <a:srgbClr val="CDCDC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26" name="Google Shape;326;p10"/>
              <p:cNvSpPr/>
              <p:nvPr/>
            </p:nvSpPr>
            <p:spPr>
              <a:xfrm>
                <a:off x="2841749" y="6613645"/>
                <a:ext cx="206375" cy="124460"/>
              </a:xfrm>
              <a:custGeom>
                <a:rect b="b" l="l" r="r" t="t"/>
                <a:pathLst>
                  <a:path extrusionOk="0" h="124459" w="206375">
                    <a:moveTo>
                      <a:pt x="0" y="123902"/>
                    </a:moveTo>
                    <a:lnTo>
                      <a:pt x="206179" y="123902"/>
                    </a:lnTo>
                    <a:lnTo>
                      <a:pt x="206179" y="0"/>
                    </a:lnTo>
                    <a:lnTo>
                      <a:pt x="0" y="0"/>
                    </a:lnTo>
                    <a:lnTo>
                      <a:pt x="0" y="123902"/>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27" name="Google Shape;327;p10"/>
              <p:cNvSpPr/>
              <p:nvPr/>
            </p:nvSpPr>
            <p:spPr>
              <a:xfrm>
                <a:off x="2841751" y="6613649"/>
                <a:ext cx="206375" cy="15875"/>
              </a:xfrm>
              <a:custGeom>
                <a:rect b="b" l="l" r="r" t="t"/>
                <a:pathLst>
                  <a:path extrusionOk="0" h="15875" w="206375">
                    <a:moveTo>
                      <a:pt x="206179" y="0"/>
                    </a:moveTo>
                    <a:lnTo>
                      <a:pt x="0" y="0"/>
                    </a:lnTo>
                    <a:lnTo>
                      <a:pt x="0" y="15487"/>
                    </a:lnTo>
                    <a:lnTo>
                      <a:pt x="206179" y="15487"/>
                    </a:lnTo>
                    <a:lnTo>
                      <a:pt x="20617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28" name="Google Shape;328;p10"/>
              <p:cNvSpPr/>
              <p:nvPr/>
            </p:nvSpPr>
            <p:spPr>
              <a:xfrm>
                <a:off x="2841749" y="6613645"/>
                <a:ext cx="206375" cy="124460"/>
              </a:xfrm>
              <a:custGeom>
                <a:rect b="b" l="l" r="r" t="t"/>
                <a:pathLst>
                  <a:path extrusionOk="0" h="124459" w="206375">
                    <a:moveTo>
                      <a:pt x="0" y="123902"/>
                    </a:moveTo>
                    <a:lnTo>
                      <a:pt x="206179" y="123902"/>
                    </a:lnTo>
                    <a:lnTo>
                      <a:pt x="206179" y="0"/>
                    </a:lnTo>
                    <a:lnTo>
                      <a:pt x="0" y="0"/>
                    </a:lnTo>
                    <a:lnTo>
                      <a:pt x="0" y="123902"/>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29" name="Google Shape;329;p10"/>
              <p:cNvSpPr/>
              <p:nvPr/>
            </p:nvSpPr>
            <p:spPr>
              <a:xfrm>
                <a:off x="2841751" y="6600976"/>
                <a:ext cx="92011" cy="152063"/>
              </a:xfrm>
              <a:prstGeom prst="rect">
                <a:avLst/>
              </a:prstGeom>
              <a:blipFill rotWithShape="1">
                <a:blip r:embed="rId4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30" name="Google Shape;330;p10"/>
              <p:cNvSpPr/>
              <p:nvPr/>
            </p:nvSpPr>
            <p:spPr>
              <a:xfrm>
                <a:off x="2841749" y="6600975"/>
                <a:ext cx="92075" cy="152400"/>
              </a:xfrm>
              <a:custGeom>
                <a:rect b="b" l="l" r="r" t="t"/>
                <a:pathLst>
                  <a:path extrusionOk="0" h="152400" w="92075">
                    <a:moveTo>
                      <a:pt x="92015" y="139393"/>
                    </a:moveTo>
                    <a:lnTo>
                      <a:pt x="92015" y="0"/>
                    </a:lnTo>
                    <a:lnTo>
                      <a:pt x="0" y="0"/>
                    </a:lnTo>
                    <a:lnTo>
                      <a:pt x="0" y="139393"/>
                    </a:lnTo>
                    <a:lnTo>
                      <a:pt x="3608" y="144323"/>
                    </a:lnTo>
                    <a:lnTo>
                      <a:pt x="13457" y="148351"/>
                    </a:lnTo>
                    <a:lnTo>
                      <a:pt x="28079" y="151067"/>
                    </a:lnTo>
                    <a:lnTo>
                      <a:pt x="46007" y="152063"/>
                    </a:lnTo>
                    <a:lnTo>
                      <a:pt x="63911" y="151067"/>
                    </a:lnTo>
                    <a:lnTo>
                      <a:pt x="78536" y="148351"/>
                    </a:lnTo>
                    <a:lnTo>
                      <a:pt x="88398" y="144323"/>
                    </a:lnTo>
                    <a:lnTo>
                      <a:pt x="92015" y="139393"/>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31" name="Google Shape;331;p10"/>
              <p:cNvSpPr/>
              <p:nvPr/>
            </p:nvSpPr>
            <p:spPr>
              <a:xfrm>
                <a:off x="2841751" y="6588305"/>
                <a:ext cx="92075" cy="25400"/>
              </a:xfrm>
              <a:custGeom>
                <a:rect b="b" l="l" r="r" t="t"/>
                <a:pathLst>
                  <a:path extrusionOk="0" h="25400" w="92075">
                    <a:moveTo>
                      <a:pt x="45999" y="0"/>
                    </a:moveTo>
                    <a:lnTo>
                      <a:pt x="28074" y="995"/>
                    </a:lnTo>
                    <a:lnTo>
                      <a:pt x="13455" y="3710"/>
                    </a:lnTo>
                    <a:lnTo>
                      <a:pt x="3608" y="7737"/>
                    </a:lnTo>
                    <a:lnTo>
                      <a:pt x="0" y="12670"/>
                    </a:lnTo>
                    <a:lnTo>
                      <a:pt x="3608" y="17604"/>
                    </a:lnTo>
                    <a:lnTo>
                      <a:pt x="13455" y="21633"/>
                    </a:lnTo>
                    <a:lnTo>
                      <a:pt x="28074" y="24350"/>
                    </a:lnTo>
                    <a:lnTo>
                      <a:pt x="45999" y="25346"/>
                    </a:lnTo>
                    <a:lnTo>
                      <a:pt x="63904" y="24350"/>
                    </a:lnTo>
                    <a:lnTo>
                      <a:pt x="78530" y="21633"/>
                    </a:lnTo>
                    <a:lnTo>
                      <a:pt x="88393" y="17604"/>
                    </a:lnTo>
                    <a:lnTo>
                      <a:pt x="92011" y="12670"/>
                    </a:lnTo>
                    <a:lnTo>
                      <a:pt x="88393" y="7737"/>
                    </a:lnTo>
                    <a:lnTo>
                      <a:pt x="78530" y="3710"/>
                    </a:lnTo>
                    <a:lnTo>
                      <a:pt x="63904" y="995"/>
                    </a:lnTo>
                    <a:lnTo>
                      <a:pt x="45999" y="0"/>
                    </a:lnTo>
                    <a:close/>
                  </a:path>
                </a:pathLst>
              </a:custGeom>
              <a:solidFill>
                <a:srgbClr val="FFF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32" name="Google Shape;332;p10"/>
              <p:cNvSpPr/>
              <p:nvPr/>
            </p:nvSpPr>
            <p:spPr>
              <a:xfrm>
                <a:off x="2841749" y="6588305"/>
                <a:ext cx="92075" cy="25400"/>
              </a:xfrm>
              <a:custGeom>
                <a:rect b="b" l="l" r="r" t="t"/>
                <a:pathLst>
                  <a:path extrusionOk="0" h="25400" w="92075">
                    <a:moveTo>
                      <a:pt x="92015" y="12670"/>
                    </a:moveTo>
                    <a:lnTo>
                      <a:pt x="88398" y="7737"/>
                    </a:lnTo>
                    <a:lnTo>
                      <a:pt x="78536" y="3710"/>
                    </a:lnTo>
                    <a:lnTo>
                      <a:pt x="63911" y="995"/>
                    </a:lnTo>
                    <a:lnTo>
                      <a:pt x="46007" y="0"/>
                    </a:lnTo>
                    <a:lnTo>
                      <a:pt x="28079" y="995"/>
                    </a:lnTo>
                    <a:lnTo>
                      <a:pt x="13457" y="3710"/>
                    </a:lnTo>
                    <a:lnTo>
                      <a:pt x="3608" y="7737"/>
                    </a:lnTo>
                    <a:lnTo>
                      <a:pt x="0" y="12670"/>
                    </a:lnTo>
                    <a:lnTo>
                      <a:pt x="3608" y="17603"/>
                    </a:lnTo>
                    <a:lnTo>
                      <a:pt x="13457" y="21632"/>
                    </a:lnTo>
                    <a:lnTo>
                      <a:pt x="28079" y="24349"/>
                    </a:lnTo>
                    <a:lnTo>
                      <a:pt x="46007" y="25345"/>
                    </a:lnTo>
                    <a:lnTo>
                      <a:pt x="63911" y="24349"/>
                    </a:lnTo>
                    <a:lnTo>
                      <a:pt x="78536" y="21632"/>
                    </a:lnTo>
                    <a:lnTo>
                      <a:pt x="88398" y="17603"/>
                    </a:lnTo>
                    <a:lnTo>
                      <a:pt x="92015" y="1267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grpSp>
        <p:sp>
          <p:nvSpPr>
            <p:cNvPr id="333" name="Google Shape;333;p10"/>
            <p:cNvSpPr txBox="1"/>
            <p:nvPr/>
          </p:nvSpPr>
          <p:spPr>
            <a:xfrm>
              <a:off x="3859325" y="6114345"/>
              <a:ext cx="149262" cy="101268"/>
            </a:xfrm>
            <a:prstGeom prst="rect">
              <a:avLst/>
            </a:prstGeom>
            <a:noFill/>
            <a:ln>
              <a:noFill/>
            </a:ln>
          </p:spPr>
          <p:txBody>
            <a:bodyPr anchorCtr="0" anchor="t" bIns="0" lIns="0" spcFirstLastPara="1" rIns="0" wrap="square" tIns="10350">
              <a:spAutoFit/>
            </a:bodyPr>
            <a:lstStyle/>
            <a:p>
              <a:pPr indent="0" lvl="0" marL="11527" marR="0" rtl="0" algn="l">
                <a:lnSpc>
                  <a:spcPct val="100000"/>
                </a:lnSpc>
                <a:spcBef>
                  <a:spcPts val="0"/>
                </a:spcBef>
                <a:spcAft>
                  <a:spcPts val="0"/>
                </a:spcAft>
                <a:buClr>
                  <a:srgbClr val="000000"/>
                </a:buClr>
                <a:buSzPts val="590"/>
                <a:buFont typeface="Arial"/>
                <a:buNone/>
              </a:pPr>
              <a:r>
                <a:rPr b="0" i="0" lang="en-US" sz="590" u="none" cap="none" strike="noStrike">
                  <a:solidFill>
                    <a:schemeClr val="dk1"/>
                  </a:solidFill>
                  <a:latin typeface="Carlito"/>
                  <a:ea typeface="Carlito"/>
                  <a:cs typeface="Carlito"/>
                  <a:sym typeface="Carlito"/>
                </a:rPr>
                <a:t>DNS</a:t>
              </a:r>
              <a:endParaRPr b="0" i="0" sz="590" u="none" cap="none" strike="noStrike">
                <a:solidFill>
                  <a:schemeClr val="dk1"/>
                </a:solidFill>
                <a:latin typeface="Carlito"/>
                <a:ea typeface="Carlito"/>
                <a:cs typeface="Carlito"/>
                <a:sym typeface="Carlito"/>
              </a:endParaRPr>
            </a:p>
          </p:txBody>
        </p:sp>
        <p:grpSp>
          <p:nvGrpSpPr>
            <p:cNvPr id="334" name="Google Shape;334;p10"/>
            <p:cNvGrpSpPr/>
            <p:nvPr/>
          </p:nvGrpSpPr>
          <p:grpSpPr>
            <a:xfrm>
              <a:off x="2805302" y="5245069"/>
              <a:ext cx="1017750" cy="761871"/>
              <a:chOff x="1720838" y="5779289"/>
              <a:chExt cx="1121410" cy="839469"/>
            </a:xfrm>
          </p:grpSpPr>
          <p:sp>
            <p:nvSpPr>
              <p:cNvPr id="335" name="Google Shape;335;p10"/>
              <p:cNvSpPr/>
              <p:nvPr/>
            </p:nvSpPr>
            <p:spPr>
              <a:xfrm>
                <a:off x="1720838" y="5779289"/>
                <a:ext cx="1121410" cy="839469"/>
              </a:xfrm>
              <a:custGeom>
                <a:rect b="b" l="l" r="r" t="t"/>
                <a:pathLst>
                  <a:path extrusionOk="0" h="839470" w="1121410">
                    <a:moveTo>
                      <a:pt x="0" y="5070"/>
                    </a:moveTo>
                    <a:lnTo>
                      <a:pt x="1120910" y="834362"/>
                    </a:lnTo>
                  </a:path>
                  <a:path extrusionOk="0" h="839470" w="1121410">
                    <a:moveTo>
                      <a:pt x="32430" y="0"/>
                    </a:moveTo>
                    <a:lnTo>
                      <a:pt x="0" y="5070"/>
                    </a:lnTo>
                    <a:lnTo>
                      <a:pt x="5004" y="37765"/>
                    </a:lnTo>
                  </a:path>
                  <a:path extrusionOk="0" h="839470" w="1121410">
                    <a:moveTo>
                      <a:pt x="1088468" y="839409"/>
                    </a:moveTo>
                    <a:lnTo>
                      <a:pt x="1120910" y="834362"/>
                    </a:lnTo>
                    <a:lnTo>
                      <a:pt x="1115888" y="801615"/>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36" name="Google Shape;336;p10"/>
              <p:cNvSpPr/>
              <p:nvPr/>
            </p:nvSpPr>
            <p:spPr>
              <a:xfrm>
                <a:off x="2029028" y="6150057"/>
                <a:ext cx="504825" cy="98425"/>
              </a:xfrm>
              <a:custGeom>
                <a:rect b="b" l="l" r="r" t="t"/>
                <a:pathLst>
                  <a:path extrusionOk="0" h="98425" w="504825">
                    <a:moveTo>
                      <a:pt x="504507" y="0"/>
                    </a:moveTo>
                    <a:lnTo>
                      <a:pt x="0" y="0"/>
                    </a:lnTo>
                    <a:lnTo>
                      <a:pt x="0" y="97910"/>
                    </a:lnTo>
                    <a:lnTo>
                      <a:pt x="504507" y="97910"/>
                    </a:lnTo>
                    <a:lnTo>
                      <a:pt x="504507"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grpSp>
        <p:sp>
          <p:nvSpPr>
            <p:cNvPr id="337" name="Google Shape;337;p10"/>
            <p:cNvSpPr txBox="1"/>
            <p:nvPr/>
          </p:nvSpPr>
          <p:spPr>
            <a:xfrm>
              <a:off x="3073475" y="5562642"/>
              <a:ext cx="481213" cy="101268"/>
            </a:xfrm>
            <a:prstGeom prst="rect">
              <a:avLst/>
            </a:prstGeom>
            <a:noFill/>
            <a:ln>
              <a:noFill/>
            </a:ln>
          </p:spPr>
          <p:txBody>
            <a:bodyPr anchorCtr="0" anchor="t" bIns="0" lIns="0" spcFirstLastPara="1" rIns="0" wrap="square" tIns="10350">
              <a:spAutoFit/>
            </a:bodyPr>
            <a:lstStyle/>
            <a:p>
              <a:pPr indent="0" lvl="0" marL="11527" marR="0" rtl="0" algn="l">
                <a:lnSpc>
                  <a:spcPct val="100000"/>
                </a:lnSpc>
                <a:spcBef>
                  <a:spcPts val="0"/>
                </a:spcBef>
                <a:spcAft>
                  <a:spcPts val="0"/>
                </a:spcAft>
                <a:buClr>
                  <a:srgbClr val="000000"/>
                </a:buClr>
                <a:buSzPts val="590"/>
                <a:buFont typeface="Arial"/>
                <a:buNone/>
              </a:pPr>
              <a:r>
                <a:rPr b="0" i="0" lang="en-US" sz="590" u="none" cap="none" strike="noStrike">
                  <a:solidFill>
                    <a:schemeClr val="dk1"/>
                  </a:solidFill>
                  <a:latin typeface="Carlito"/>
                  <a:ea typeface="Carlito"/>
                  <a:cs typeface="Carlito"/>
                  <a:sym typeface="Carlito"/>
                </a:rPr>
                <a:t>Các bản ghi MX</a:t>
              </a:r>
              <a:endParaRPr b="0" i="0" sz="590" u="none" cap="none" strike="noStrike">
                <a:solidFill>
                  <a:schemeClr val="dk1"/>
                </a:solidFill>
                <a:latin typeface="Carlito"/>
                <a:ea typeface="Carlito"/>
                <a:cs typeface="Carlito"/>
                <a:sym typeface="Carlito"/>
              </a:endParaRPr>
            </a:p>
          </p:txBody>
        </p:sp>
        <p:grpSp>
          <p:nvGrpSpPr>
            <p:cNvPr id="338" name="Google Shape;338;p10"/>
            <p:cNvGrpSpPr/>
            <p:nvPr/>
          </p:nvGrpSpPr>
          <p:grpSpPr>
            <a:xfrm>
              <a:off x="4045362" y="5275323"/>
              <a:ext cx="958391" cy="731328"/>
              <a:chOff x="3087200" y="5812624"/>
              <a:chExt cx="1056005" cy="805815"/>
            </a:xfrm>
          </p:grpSpPr>
          <p:sp>
            <p:nvSpPr>
              <p:cNvPr id="339" name="Google Shape;339;p10"/>
              <p:cNvSpPr/>
              <p:nvPr/>
            </p:nvSpPr>
            <p:spPr>
              <a:xfrm>
                <a:off x="3087200" y="5812624"/>
                <a:ext cx="1056005" cy="805815"/>
              </a:xfrm>
              <a:custGeom>
                <a:rect b="b" l="l" r="r" t="t"/>
                <a:pathLst>
                  <a:path extrusionOk="0" h="805815" w="1056004">
                    <a:moveTo>
                      <a:pt x="0" y="801026"/>
                    </a:moveTo>
                    <a:lnTo>
                      <a:pt x="1055403" y="4720"/>
                    </a:lnTo>
                  </a:path>
                  <a:path extrusionOk="0" h="805815" w="1056004">
                    <a:moveTo>
                      <a:pt x="4675" y="768232"/>
                    </a:moveTo>
                    <a:lnTo>
                      <a:pt x="0" y="801026"/>
                    </a:lnTo>
                    <a:lnTo>
                      <a:pt x="32441" y="805764"/>
                    </a:lnTo>
                  </a:path>
                  <a:path extrusionOk="0" h="805815" w="1056004">
                    <a:moveTo>
                      <a:pt x="1050727" y="37532"/>
                    </a:moveTo>
                    <a:lnTo>
                      <a:pt x="1055403" y="4720"/>
                    </a:lnTo>
                    <a:lnTo>
                      <a:pt x="1022903"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40" name="Google Shape;340;p10"/>
              <p:cNvSpPr/>
              <p:nvPr/>
            </p:nvSpPr>
            <p:spPr>
              <a:xfrm>
                <a:off x="3362604" y="6166555"/>
                <a:ext cx="504825" cy="98425"/>
              </a:xfrm>
              <a:custGeom>
                <a:rect b="b" l="l" r="r" t="t"/>
                <a:pathLst>
                  <a:path extrusionOk="0" h="98425" w="504825">
                    <a:moveTo>
                      <a:pt x="504507" y="0"/>
                    </a:moveTo>
                    <a:lnTo>
                      <a:pt x="0" y="0"/>
                    </a:lnTo>
                    <a:lnTo>
                      <a:pt x="0" y="97910"/>
                    </a:lnTo>
                    <a:lnTo>
                      <a:pt x="504507" y="97910"/>
                    </a:lnTo>
                    <a:lnTo>
                      <a:pt x="504507"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grpSp>
        <p:sp>
          <p:nvSpPr>
            <p:cNvPr id="341" name="Google Shape;341;p10"/>
            <p:cNvSpPr txBox="1"/>
            <p:nvPr/>
          </p:nvSpPr>
          <p:spPr>
            <a:xfrm>
              <a:off x="4283787" y="5577610"/>
              <a:ext cx="481213" cy="101268"/>
            </a:xfrm>
            <a:prstGeom prst="rect">
              <a:avLst/>
            </a:prstGeom>
            <a:noFill/>
            <a:ln>
              <a:noFill/>
            </a:ln>
          </p:spPr>
          <p:txBody>
            <a:bodyPr anchorCtr="0" anchor="t" bIns="0" lIns="0" spcFirstLastPara="1" rIns="0" wrap="square" tIns="10350">
              <a:spAutoFit/>
            </a:bodyPr>
            <a:lstStyle/>
            <a:p>
              <a:pPr indent="0" lvl="0" marL="11527" marR="0" rtl="0" algn="l">
                <a:lnSpc>
                  <a:spcPct val="100000"/>
                </a:lnSpc>
                <a:spcBef>
                  <a:spcPts val="0"/>
                </a:spcBef>
                <a:spcAft>
                  <a:spcPts val="0"/>
                </a:spcAft>
                <a:buClr>
                  <a:srgbClr val="000000"/>
                </a:buClr>
                <a:buSzPts val="590"/>
                <a:buFont typeface="Arial"/>
                <a:buNone/>
              </a:pPr>
              <a:r>
                <a:rPr b="0" i="0" lang="en-US" sz="590" u="none" cap="none" strike="noStrike">
                  <a:solidFill>
                    <a:schemeClr val="dk1"/>
                  </a:solidFill>
                  <a:latin typeface="Carlito"/>
                  <a:ea typeface="Carlito"/>
                  <a:cs typeface="Carlito"/>
                  <a:sym typeface="Carlito"/>
                </a:rPr>
                <a:t>Các bản ghi MX</a:t>
              </a:r>
              <a:endParaRPr b="0" i="0" sz="590" u="none" cap="none" strike="noStrike">
                <a:solidFill>
                  <a:schemeClr val="dk1"/>
                </a:solidFill>
                <a:latin typeface="Carlito"/>
                <a:ea typeface="Carlito"/>
                <a:cs typeface="Carlito"/>
                <a:sym typeface="Carlito"/>
              </a:endParaRPr>
            </a:p>
          </p:txBody>
        </p:sp>
        <p:grpSp>
          <p:nvGrpSpPr>
            <p:cNvPr id="342" name="Google Shape;342;p10"/>
            <p:cNvGrpSpPr/>
            <p:nvPr/>
          </p:nvGrpSpPr>
          <p:grpSpPr>
            <a:xfrm>
              <a:off x="4813268" y="3813690"/>
              <a:ext cx="381325" cy="1139354"/>
              <a:chOff x="3933319" y="4202121"/>
              <a:chExt cx="420164" cy="1255399"/>
            </a:xfrm>
          </p:grpSpPr>
          <p:sp>
            <p:nvSpPr>
              <p:cNvPr id="343" name="Google Shape;343;p10"/>
              <p:cNvSpPr/>
              <p:nvPr/>
            </p:nvSpPr>
            <p:spPr>
              <a:xfrm>
                <a:off x="3937673" y="4459071"/>
                <a:ext cx="232689" cy="162661"/>
              </a:xfrm>
              <a:prstGeom prst="rect">
                <a:avLst/>
              </a:prstGeom>
              <a:blipFill rotWithShape="1">
                <a:blip r:embed="rId4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44" name="Google Shape;344;p10"/>
              <p:cNvSpPr/>
              <p:nvPr/>
            </p:nvSpPr>
            <p:spPr>
              <a:xfrm>
                <a:off x="3937676" y="4459076"/>
                <a:ext cx="233045" cy="144145"/>
              </a:xfrm>
              <a:custGeom>
                <a:rect b="b" l="l" r="r" t="t"/>
                <a:pathLst>
                  <a:path extrusionOk="0" h="144145" w="233045">
                    <a:moveTo>
                      <a:pt x="0" y="50586"/>
                    </a:moveTo>
                    <a:lnTo>
                      <a:pt x="71291" y="0"/>
                    </a:lnTo>
                    <a:lnTo>
                      <a:pt x="232693" y="94296"/>
                    </a:lnTo>
                    <a:lnTo>
                      <a:pt x="158688" y="143659"/>
                    </a:lnTo>
                    <a:lnTo>
                      <a:pt x="0" y="50586"/>
                    </a:lnTo>
                    <a:close/>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45" name="Google Shape;345;p10"/>
              <p:cNvSpPr/>
              <p:nvPr/>
            </p:nvSpPr>
            <p:spPr>
              <a:xfrm>
                <a:off x="4049953" y="4293679"/>
                <a:ext cx="303352" cy="178968"/>
              </a:xfrm>
              <a:prstGeom prst="rect">
                <a:avLst/>
              </a:prstGeom>
              <a:blipFill rotWithShape="1">
                <a:blip r:embed="rId46">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46" name="Google Shape;346;p10"/>
              <p:cNvSpPr/>
              <p:nvPr/>
            </p:nvSpPr>
            <p:spPr>
              <a:xfrm>
                <a:off x="4049953" y="4293678"/>
                <a:ext cx="303530" cy="179070"/>
              </a:xfrm>
              <a:custGeom>
                <a:rect b="b" l="l" r="r" t="t"/>
                <a:pathLst>
                  <a:path extrusionOk="0" h="179070" w="303529">
                    <a:moveTo>
                      <a:pt x="156725" y="178977"/>
                    </a:moveTo>
                    <a:lnTo>
                      <a:pt x="303349" y="92956"/>
                    </a:lnTo>
                    <a:lnTo>
                      <a:pt x="145931" y="0"/>
                    </a:lnTo>
                    <a:lnTo>
                      <a:pt x="0" y="87477"/>
                    </a:lnTo>
                    <a:lnTo>
                      <a:pt x="34765" y="117625"/>
                    </a:lnTo>
                    <a:lnTo>
                      <a:pt x="72777" y="143106"/>
                    </a:lnTo>
                    <a:lnTo>
                      <a:pt x="113583" y="163647"/>
                    </a:lnTo>
                    <a:lnTo>
                      <a:pt x="156725" y="178977"/>
                    </a:lnTo>
                    <a:close/>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47" name="Google Shape;347;p10"/>
              <p:cNvSpPr/>
              <p:nvPr/>
            </p:nvSpPr>
            <p:spPr>
              <a:xfrm>
                <a:off x="4217416" y="4275493"/>
                <a:ext cx="30822" cy="171284"/>
              </a:xfrm>
              <a:prstGeom prst="rect">
                <a:avLst/>
              </a:prstGeom>
              <a:blipFill rotWithShape="1">
                <a:blip r:embed="rId47">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48" name="Google Shape;348;p10"/>
              <p:cNvSpPr/>
              <p:nvPr/>
            </p:nvSpPr>
            <p:spPr>
              <a:xfrm>
                <a:off x="4217416" y="4275495"/>
                <a:ext cx="31115" cy="171450"/>
              </a:xfrm>
              <a:custGeom>
                <a:rect b="b" l="l" r="r" t="t"/>
                <a:pathLst>
                  <a:path extrusionOk="0" h="171450" w="31114">
                    <a:moveTo>
                      <a:pt x="0" y="171284"/>
                    </a:moveTo>
                    <a:lnTo>
                      <a:pt x="0" y="18183"/>
                    </a:lnTo>
                    <a:lnTo>
                      <a:pt x="30825" y="0"/>
                    </a:lnTo>
                    <a:lnTo>
                      <a:pt x="29613" y="145291"/>
                    </a:lnTo>
                    <a:lnTo>
                      <a:pt x="0" y="171284"/>
                    </a:lnTo>
                    <a:close/>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49" name="Google Shape;349;p10"/>
              <p:cNvSpPr/>
              <p:nvPr/>
            </p:nvSpPr>
            <p:spPr>
              <a:xfrm>
                <a:off x="4247032" y="4267682"/>
                <a:ext cx="57835" cy="138061"/>
              </a:xfrm>
              <a:prstGeom prst="rect">
                <a:avLst/>
              </a:prstGeom>
              <a:blipFill rotWithShape="1">
                <a:blip r:embed="rId48">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50" name="Google Shape;350;p10"/>
              <p:cNvSpPr/>
              <p:nvPr/>
            </p:nvSpPr>
            <p:spPr>
              <a:xfrm>
                <a:off x="4247030" y="4267686"/>
                <a:ext cx="58419" cy="138430"/>
              </a:xfrm>
              <a:custGeom>
                <a:rect b="b" l="l" r="r" t="t"/>
                <a:pathLst>
                  <a:path extrusionOk="0" h="138429" w="58420">
                    <a:moveTo>
                      <a:pt x="1096" y="22088"/>
                    </a:moveTo>
                    <a:lnTo>
                      <a:pt x="57841" y="0"/>
                    </a:lnTo>
                    <a:lnTo>
                      <a:pt x="57841" y="90217"/>
                    </a:lnTo>
                    <a:lnTo>
                      <a:pt x="0" y="138064"/>
                    </a:lnTo>
                    <a:lnTo>
                      <a:pt x="1096" y="22088"/>
                    </a:lnTo>
                    <a:close/>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51" name="Google Shape;351;p10"/>
              <p:cNvSpPr/>
              <p:nvPr/>
            </p:nvSpPr>
            <p:spPr>
              <a:xfrm>
                <a:off x="4155529" y="4207598"/>
                <a:ext cx="149339" cy="82168"/>
              </a:xfrm>
              <a:prstGeom prst="rect">
                <a:avLst/>
              </a:prstGeom>
              <a:blipFill rotWithShape="1">
                <a:blip r:embed="rId49">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52" name="Google Shape;352;p10"/>
              <p:cNvSpPr/>
              <p:nvPr/>
            </p:nvSpPr>
            <p:spPr>
              <a:xfrm>
                <a:off x="4155534" y="4207599"/>
                <a:ext cx="149860" cy="82550"/>
              </a:xfrm>
              <a:custGeom>
                <a:rect b="b" l="l" r="r" t="t"/>
                <a:pathLst>
                  <a:path extrusionOk="0" h="82550" w="149860">
                    <a:moveTo>
                      <a:pt x="92592" y="82174"/>
                    </a:moveTo>
                    <a:lnTo>
                      <a:pt x="92707" y="67895"/>
                    </a:lnTo>
                    <a:lnTo>
                      <a:pt x="0" y="13637"/>
                    </a:lnTo>
                    <a:lnTo>
                      <a:pt x="47104" y="0"/>
                    </a:lnTo>
                    <a:lnTo>
                      <a:pt x="149337" y="60086"/>
                    </a:lnTo>
                    <a:lnTo>
                      <a:pt x="92592" y="82174"/>
                    </a:lnTo>
                    <a:close/>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53" name="Google Shape;353;p10"/>
              <p:cNvSpPr/>
              <p:nvPr/>
            </p:nvSpPr>
            <p:spPr>
              <a:xfrm>
                <a:off x="4206671" y="4386630"/>
                <a:ext cx="146634" cy="151701"/>
              </a:xfrm>
              <a:prstGeom prst="rect">
                <a:avLst/>
              </a:prstGeom>
              <a:blipFill rotWithShape="1">
                <a:blip r:embed="rId50">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54" name="Google Shape;354;p10"/>
              <p:cNvSpPr/>
              <p:nvPr/>
            </p:nvSpPr>
            <p:spPr>
              <a:xfrm>
                <a:off x="4206679" y="4386635"/>
                <a:ext cx="146685" cy="151765"/>
              </a:xfrm>
              <a:custGeom>
                <a:rect b="b" l="l" r="r" t="t"/>
                <a:pathLst>
                  <a:path extrusionOk="0" h="151764" w="146685">
                    <a:moveTo>
                      <a:pt x="0" y="86020"/>
                    </a:moveTo>
                    <a:lnTo>
                      <a:pt x="146623" y="0"/>
                    </a:lnTo>
                    <a:lnTo>
                      <a:pt x="146623" y="65623"/>
                    </a:lnTo>
                    <a:lnTo>
                      <a:pt x="0" y="151702"/>
                    </a:lnTo>
                    <a:lnTo>
                      <a:pt x="0" y="86020"/>
                    </a:lnTo>
                    <a:close/>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55" name="Google Shape;355;p10"/>
              <p:cNvSpPr/>
              <p:nvPr/>
            </p:nvSpPr>
            <p:spPr>
              <a:xfrm>
                <a:off x="4085628" y="4202125"/>
                <a:ext cx="162610" cy="91554"/>
              </a:xfrm>
              <a:prstGeom prst="rect">
                <a:avLst/>
              </a:prstGeom>
              <a:blipFill rotWithShape="1">
                <a:blip r:embed="rId51">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56" name="Google Shape;356;p10"/>
              <p:cNvSpPr/>
              <p:nvPr/>
            </p:nvSpPr>
            <p:spPr>
              <a:xfrm>
                <a:off x="4085628" y="4202121"/>
                <a:ext cx="163195" cy="92075"/>
              </a:xfrm>
              <a:custGeom>
                <a:rect b="b" l="l" r="r" t="t"/>
                <a:pathLst>
                  <a:path extrusionOk="0" h="92075" w="163195">
                    <a:moveTo>
                      <a:pt x="0" y="15036"/>
                    </a:moveTo>
                    <a:lnTo>
                      <a:pt x="37637" y="0"/>
                    </a:lnTo>
                    <a:lnTo>
                      <a:pt x="70021" y="19115"/>
                    </a:lnTo>
                    <a:lnTo>
                      <a:pt x="162613" y="73432"/>
                    </a:lnTo>
                    <a:lnTo>
                      <a:pt x="131788" y="91557"/>
                    </a:lnTo>
                    <a:lnTo>
                      <a:pt x="96040" y="77716"/>
                    </a:lnTo>
                    <a:lnTo>
                      <a:pt x="61976" y="60246"/>
                    </a:lnTo>
                    <a:lnTo>
                      <a:pt x="29870" y="39302"/>
                    </a:lnTo>
                    <a:lnTo>
                      <a:pt x="0" y="15036"/>
                    </a:lnTo>
                    <a:close/>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57" name="Google Shape;357;p10"/>
              <p:cNvSpPr/>
              <p:nvPr/>
            </p:nvSpPr>
            <p:spPr>
              <a:xfrm>
                <a:off x="3937673" y="4509668"/>
                <a:ext cx="158686" cy="112064"/>
              </a:xfrm>
              <a:prstGeom prst="rect">
                <a:avLst/>
              </a:prstGeom>
              <a:blipFill rotWithShape="1">
                <a:blip r:embed="rId52">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58" name="Google Shape;358;p10"/>
              <p:cNvSpPr/>
              <p:nvPr/>
            </p:nvSpPr>
            <p:spPr>
              <a:xfrm>
                <a:off x="3937676" y="4509663"/>
                <a:ext cx="158750" cy="112395"/>
              </a:xfrm>
              <a:custGeom>
                <a:rect b="b" l="l" r="r" t="t"/>
                <a:pathLst>
                  <a:path extrusionOk="0" h="112395" w="158750">
                    <a:moveTo>
                      <a:pt x="0" y="0"/>
                    </a:moveTo>
                    <a:lnTo>
                      <a:pt x="158688" y="93072"/>
                    </a:lnTo>
                    <a:lnTo>
                      <a:pt x="158688" y="112072"/>
                    </a:lnTo>
                    <a:lnTo>
                      <a:pt x="0" y="19115"/>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59" name="Google Shape;359;p10"/>
              <p:cNvSpPr/>
              <p:nvPr/>
            </p:nvSpPr>
            <p:spPr>
              <a:xfrm>
                <a:off x="3954932" y="4468520"/>
                <a:ext cx="194310" cy="121920"/>
              </a:xfrm>
              <a:custGeom>
                <a:rect b="b" l="l" r="r" t="t"/>
                <a:pathLst>
                  <a:path extrusionOk="0" h="121920" w="194310">
                    <a:moveTo>
                      <a:pt x="139357" y="108280"/>
                    </a:moveTo>
                    <a:lnTo>
                      <a:pt x="129654" y="114693"/>
                    </a:lnTo>
                    <a:lnTo>
                      <a:pt x="141312" y="121678"/>
                    </a:lnTo>
                    <a:lnTo>
                      <a:pt x="151015" y="115277"/>
                    </a:lnTo>
                    <a:lnTo>
                      <a:pt x="139357" y="108280"/>
                    </a:lnTo>
                    <a:close/>
                  </a:path>
                  <a:path extrusionOk="0" h="121920" w="194310">
                    <a:moveTo>
                      <a:pt x="153784" y="98488"/>
                    </a:moveTo>
                    <a:lnTo>
                      <a:pt x="144081" y="104902"/>
                    </a:lnTo>
                    <a:lnTo>
                      <a:pt x="155752" y="111899"/>
                    </a:lnTo>
                    <a:lnTo>
                      <a:pt x="165442" y="105486"/>
                    </a:lnTo>
                    <a:lnTo>
                      <a:pt x="153784" y="98488"/>
                    </a:lnTo>
                    <a:close/>
                  </a:path>
                  <a:path extrusionOk="0" h="121920" w="194310">
                    <a:moveTo>
                      <a:pt x="117767" y="95110"/>
                    </a:moveTo>
                    <a:lnTo>
                      <a:pt x="108064" y="101574"/>
                    </a:lnTo>
                    <a:lnTo>
                      <a:pt x="119722" y="108572"/>
                    </a:lnTo>
                    <a:lnTo>
                      <a:pt x="129425" y="102108"/>
                    </a:lnTo>
                    <a:lnTo>
                      <a:pt x="117767" y="95110"/>
                    </a:lnTo>
                    <a:close/>
                  </a:path>
                  <a:path extrusionOk="0" h="121920" w="194310">
                    <a:moveTo>
                      <a:pt x="168211" y="88696"/>
                    </a:moveTo>
                    <a:lnTo>
                      <a:pt x="158521" y="95110"/>
                    </a:lnTo>
                    <a:lnTo>
                      <a:pt x="170116" y="102108"/>
                    </a:lnTo>
                    <a:lnTo>
                      <a:pt x="179819" y="95694"/>
                    </a:lnTo>
                    <a:lnTo>
                      <a:pt x="168211" y="88696"/>
                    </a:lnTo>
                    <a:close/>
                  </a:path>
                  <a:path extrusionOk="0" h="121920" w="194310">
                    <a:moveTo>
                      <a:pt x="132194" y="85318"/>
                    </a:moveTo>
                    <a:lnTo>
                      <a:pt x="122491" y="91782"/>
                    </a:lnTo>
                    <a:lnTo>
                      <a:pt x="134099" y="98780"/>
                    </a:lnTo>
                    <a:lnTo>
                      <a:pt x="143802" y="92316"/>
                    </a:lnTo>
                    <a:lnTo>
                      <a:pt x="132194" y="85318"/>
                    </a:lnTo>
                    <a:close/>
                  </a:path>
                  <a:path extrusionOk="0" h="121920" w="194310">
                    <a:moveTo>
                      <a:pt x="52933" y="55651"/>
                    </a:moveTo>
                    <a:lnTo>
                      <a:pt x="43243" y="62128"/>
                    </a:lnTo>
                    <a:lnTo>
                      <a:pt x="98082" y="95402"/>
                    </a:lnTo>
                    <a:lnTo>
                      <a:pt x="107772" y="88988"/>
                    </a:lnTo>
                    <a:lnTo>
                      <a:pt x="52933" y="55651"/>
                    </a:lnTo>
                    <a:close/>
                  </a:path>
                  <a:path extrusionOk="0" h="121920" w="194310">
                    <a:moveTo>
                      <a:pt x="182587" y="78905"/>
                    </a:moveTo>
                    <a:lnTo>
                      <a:pt x="172897" y="85318"/>
                    </a:lnTo>
                    <a:lnTo>
                      <a:pt x="184556" y="92316"/>
                    </a:lnTo>
                    <a:lnTo>
                      <a:pt x="194246" y="85902"/>
                    </a:lnTo>
                    <a:lnTo>
                      <a:pt x="182587" y="78905"/>
                    </a:lnTo>
                    <a:close/>
                  </a:path>
                  <a:path extrusionOk="0" h="121920" w="194310">
                    <a:moveTo>
                      <a:pt x="146570" y="75526"/>
                    </a:moveTo>
                    <a:lnTo>
                      <a:pt x="136867" y="81991"/>
                    </a:lnTo>
                    <a:lnTo>
                      <a:pt x="148526" y="88925"/>
                    </a:lnTo>
                    <a:lnTo>
                      <a:pt x="158229" y="82524"/>
                    </a:lnTo>
                    <a:lnTo>
                      <a:pt x="146570" y="75526"/>
                    </a:lnTo>
                    <a:close/>
                  </a:path>
                  <a:path extrusionOk="0" h="121920" w="194310">
                    <a:moveTo>
                      <a:pt x="110553" y="72199"/>
                    </a:moveTo>
                    <a:lnTo>
                      <a:pt x="100850" y="78613"/>
                    </a:lnTo>
                    <a:lnTo>
                      <a:pt x="112509" y="85610"/>
                    </a:lnTo>
                    <a:lnTo>
                      <a:pt x="122212" y="79197"/>
                    </a:lnTo>
                    <a:lnTo>
                      <a:pt x="110553" y="72199"/>
                    </a:lnTo>
                    <a:close/>
                  </a:path>
                  <a:path extrusionOk="0" h="121920" w="194310">
                    <a:moveTo>
                      <a:pt x="160997" y="65735"/>
                    </a:moveTo>
                    <a:lnTo>
                      <a:pt x="151307" y="72148"/>
                    </a:lnTo>
                    <a:lnTo>
                      <a:pt x="162902" y="79146"/>
                    </a:lnTo>
                    <a:lnTo>
                      <a:pt x="172605" y="72732"/>
                    </a:lnTo>
                    <a:lnTo>
                      <a:pt x="160997" y="65735"/>
                    </a:lnTo>
                    <a:close/>
                  </a:path>
                  <a:path extrusionOk="0" h="121920" w="194310">
                    <a:moveTo>
                      <a:pt x="124980" y="62357"/>
                    </a:moveTo>
                    <a:lnTo>
                      <a:pt x="115277" y="68821"/>
                    </a:lnTo>
                    <a:lnTo>
                      <a:pt x="126885" y="75819"/>
                    </a:lnTo>
                    <a:lnTo>
                      <a:pt x="136575" y="69405"/>
                    </a:lnTo>
                    <a:lnTo>
                      <a:pt x="124980" y="62357"/>
                    </a:lnTo>
                    <a:close/>
                  </a:path>
                  <a:path extrusionOk="0" h="121920" w="194310">
                    <a:moveTo>
                      <a:pt x="88963" y="59029"/>
                    </a:moveTo>
                    <a:lnTo>
                      <a:pt x="79260" y="65443"/>
                    </a:lnTo>
                    <a:lnTo>
                      <a:pt x="90868" y="72440"/>
                    </a:lnTo>
                    <a:lnTo>
                      <a:pt x="100558" y="66027"/>
                    </a:lnTo>
                    <a:lnTo>
                      <a:pt x="88963" y="59029"/>
                    </a:lnTo>
                    <a:close/>
                  </a:path>
                  <a:path extrusionOk="0" h="121920" w="194310">
                    <a:moveTo>
                      <a:pt x="139357" y="52565"/>
                    </a:moveTo>
                    <a:lnTo>
                      <a:pt x="129654" y="59029"/>
                    </a:lnTo>
                    <a:lnTo>
                      <a:pt x="141312" y="66027"/>
                    </a:lnTo>
                    <a:lnTo>
                      <a:pt x="151015" y="59563"/>
                    </a:lnTo>
                    <a:lnTo>
                      <a:pt x="139357" y="52565"/>
                    </a:lnTo>
                    <a:close/>
                  </a:path>
                  <a:path extrusionOk="0" h="121920" w="194310">
                    <a:moveTo>
                      <a:pt x="103327" y="49237"/>
                    </a:moveTo>
                    <a:lnTo>
                      <a:pt x="93637" y="55651"/>
                    </a:lnTo>
                    <a:lnTo>
                      <a:pt x="105295" y="62649"/>
                    </a:lnTo>
                    <a:lnTo>
                      <a:pt x="114998" y="56235"/>
                    </a:lnTo>
                    <a:lnTo>
                      <a:pt x="103327" y="49237"/>
                    </a:lnTo>
                    <a:close/>
                  </a:path>
                  <a:path extrusionOk="0" h="121920" w="194310">
                    <a:moveTo>
                      <a:pt x="67310" y="45859"/>
                    </a:moveTo>
                    <a:lnTo>
                      <a:pt x="57607" y="52336"/>
                    </a:lnTo>
                    <a:lnTo>
                      <a:pt x="69278" y="59321"/>
                    </a:lnTo>
                    <a:lnTo>
                      <a:pt x="78968" y="52857"/>
                    </a:lnTo>
                    <a:lnTo>
                      <a:pt x="67310" y="45859"/>
                    </a:lnTo>
                    <a:close/>
                  </a:path>
                  <a:path extrusionOk="0" h="121920" w="194310">
                    <a:moveTo>
                      <a:pt x="31292" y="42545"/>
                    </a:moveTo>
                    <a:lnTo>
                      <a:pt x="21590" y="48945"/>
                    </a:lnTo>
                    <a:lnTo>
                      <a:pt x="33248" y="55943"/>
                    </a:lnTo>
                    <a:lnTo>
                      <a:pt x="42951" y="49530"/>
                    </a:lnTo>
                    <a:lnTo>
                      <a:pt x="31292" y="42545"/>
                    </a:lnTo>
                    <a:close/>
                  </a:path>
                  <a:path extrusionOk="0" h="121920" w="194310">
                    <a:moveTo>
                      <a:pt x="117767" y="39446"/>
                    </a:moveTo>
                    <a:lnTo>
                      <a:pt x="108064" y="45859"/>
                    </a:lnTo>
                    <a:lnTo>
                      <a:pt x="119722" y="52857"/>
                    </a:lnTo>
                    <a:lnTo>
                      <a:pt x="129425" y="46443"/>
                    </a:lnTo>
                    <a:lnTo>
                      <a:pt x="117767" y="39446"/>
                    </a:lnTo>
                    <a:close/>
                  </a:path>
                  <a:path extrusionOk="0" h="121920" w="194310">
                    <a:moveTo>
                      <a:pt x="81749" y="36068"/>
                    </a:moveTo>
                    <a:lnTo>
                      <a:pt x="72047" y="42545"/>
                    </a:lnTo>
                    <a:lnTo>
                      <a:pt x="83705" y="49530"/>
                    </a:lnTo>
                    <a:lnTo>
                      <a:pt x="93408" y="43065"/>
                    </a:lnTo>
                    <a:lnTo>
                      <a:pt x="81749" y="36068"/>
                    </a:lnTo>
                    <a:close/>
                  </a:path>
                  <a:path extrusionOk="0" h="121920" w="194310">
                    <a:moveTo>
                      <a:pt x="45720" y="32753"/>
                    </a:moveTo>
                    <a:lnTo>
                      <a:pt x="36017" y="39166"/>
                    </a:lnTo>
                    <a:lnTo>
                      <a:pt x="47688" y="46151"/>
                    </a:lnTo>
                    <a:lnTo>
                      <a:pt x="57378" y="39738"/>
                    </a:lnTo>
                    <a:lnTo>
                      <a:pt x="45720" y="32753"/>
                    </a:lnTo>
                    <a:close/>
                  </a:path>
                  <a:path extrusionOk="0" h="121920" w="194310">
                    <a:moveTo>
                      <a:pt x="9702" y="29375"/>
                    </a:moveTo>
                    <a:lnTo>
                      <a:pt x="0" y="35839"/>
                    </a:lnTo>
                    <a:lnTo>
                      <a:pt x="11658" y="42837"/>
                    </a:lnTo>
                    <a:lnTo>
                      <a:pt x="21361" y="36360"/>
                    </a:lnTo>
                    <a:lnTo>
                      <a:pt x="9702" y="29375"/>
                    </a:lnTo>
                    <a:close/>
                  </a:path>
                  <a:path extrusionOk="0" h="121920" w="194310">
                    <a:moveTo>
                      <a:pt x="96177" y="26276"/>
                    </a:moveTo>
                    <a:lnTo>
                      <a:pt x="86474" y="32753"/>
                    </a:lnTo>
                    <a:lnTo>
                      <a:pt x="98082" y="39738"/>
                    </a:lnTo>
                    <a:lnTo>
                      <a:pt x="107772" y="33274"/>
                    </a:lnTo>
                    <a:lnTo>
                      <a:pt x="96177" y="26276"/>
                    </a:lnTo>
                    <a:close/>
                  </a:path>
                  <a:path extrusionOk="0" h="121920" w="194310">
                    <a:moveTo>
                      <a:pt x="60159" y="22961"/>
                    </a:moveTo>
                    <a:lnTo>
                      <a:pt x="50457" y="29375"/>
                    </a:lnTo>
                    <a:lnTo>
                      <a:pt x="62052" y="36360"/>
                    </a:lnTo>
                    <a:lnTo>
                      <a:pt x="71755" y="29946"/>
                    </a:lnTo>
                    <a:lnTo>
                      <a:pt x="60159" y="22961"/>
                    </a:lnTo>
                    <a:close/>
                  </a:path>
                  <a:path extrusionOk="0" h="121920" w="194310">
                    <a:moveTo>
                      <a:pt x="24130" y="19583"/>
                    </a:moveTo>
                    <a:lnTo>
                      <a:pt x="14439" y="26047"/>
                    </a:lnTo>
                    <a:lnTo>
                      <a:pt x="26035" y="33045"/>
                    </a:lnTo>
                    <a:lnTo>
                      <a:pt x="35737" y="26568"/>
                    </a:lnTo>
                    <a:lnTo>
                      <a:pt x="24130" y="19583"/>
                    </a:lnTo>
                    <a:close/>
                  </a:path>
                  <a:path extrusionOk="0" h="121920" w="194310">
                    <a:moveTo>
                      <a:pt x="74523" y="13169"/>
                    </a:moveTo>
                    <a:lnTo>
                      <a:pt x="64833" y="19583"/>
                    </a:lnTo>
                    <a:lnTo>
                      <a:pt x="76492" y="26568"/>
                    </a:lnTo>
                    <a:lnTo>
                      <a:pt x="86182" y="20167"/>
                    </a:lnTo>
                    <a:lnTo>
                      <a:pt x="74523" y="13169"/>
                    </a:lnTo>
                    <a:close/>
                  </a:path>
                  <a:path extrusionOk="0" h="121920" w="194310">
                    <a:moveTo>
                      <a:pt x="38506" y="9791"/>
                    </a:moveTo>
                    <a:lnTo>
                      <a:pt x="28803" y="16256"/>
                    </a:lnTo>
                    <a:lnTo>
                      <a:pt x="40462" y="23253"/>
                    </a:lnTo>
                    <a:lnTo>
                      <a:pt x="50165" y="16776"/>
                    </a:lnTo>
                    <a:lnTo>
                      <a:pt x="38506" y="9791"/>
                    </a:lnTo>
                    <a:close/>
                  </a:path>
                  <a:path extrusionOk="0" h="121920" w="194310">
                    <a:moveTo>
                      <a:pt x="52933" y="0"/>
                    </a:moveTo>
                    <a:lnTo>
                      <a:pt x="43243" y="6464"/>
                    </a:lnTo>
                    <a:lnTo>
                      <a:pt x="54838" y="13398"/>
                    </a:lnTo>
                    <a:lnTo>
                      <a:pt x="64541" y="6985"/>
                    </a:lnTo>
                    <a:lnTo>
                      <a:pt x="52933"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60" name="Google Shape;360;p10"/>
              <p:cNvSpPr/>
              <p:nvPr/>
            </p:nvSpPr>
            <p:spPr>
              <a:xfrm>
                <a:off x="3954932" y="4474933"/>
                <a:ext cx="194310" cy="118110"/>
              </a:xfrm>
              <a:custGeom>
                <a:rect b="b" l="l" r="r" t="t"/>
                <a:pathLst>
                  <a:path extrusionOk="0" h="118110" w="194310">
                    <a:moveTo>
                      <a:pt x="43243" y="0"/>
                    </a:moveTo>
                    <a:lnTo>
                      <a:pt x="43243" y="2794"/>
                    </a:lnTo>
                    <a:lnTo>
                      <a:pt x="54838" y="9740"/>
                    </a:lnTo>
                    <a:lnTo>
                      <a:pt x="54868" y="6965"/>
                    </a:lnTo>
                    <a:lnTo>
                      <a:pt x="43243" y="0"/>
                    </a:lnTo>
                    <a:close/>
                  </a:path>
                  <a:path extrusionOk="0" h="118110" w="194310">
                    <a:moveTo>
                      <a:pt x="64541" y="571"/>
                    </a:moveTo>
                    <a:lnTo>
                      <a:pt x="54868" y="6965"/>
                    </a:lnTo>
                    <a:lnTo>
                      <a:pt x="54902" y="9737"/>
                    </a:lnTo>
                    <a:lnTo>
                      <a:pt x="64541" y="3378"/>
                    </a:lnTo>
                    <a:lnTo>
                      <a:pt x="64541" y="571"/>
                    </a:lnTo>
                    <a:close/>
                  </a:path>
                  <a:path extrusionOk="0" h="118110" w="194310">
                    <a:moveTo>
                      <a:pt x="64833" y="13169"/>
                    </a:moveTo>
                    <a:lnTo>
                      <a:pt x="64833" y="15963"/>
                    </a:lnTo>
                    <a:lnTo>
                      <a:pt x="76492" y="22961"/>
                    </a:lnTo>
                    <a:lnTo>
                      <a:pt x="76492" y="20154"/>
                    </a:lnTo>
                    <a:lnTo>
                      <a:pt x="64833" y="13169"/>
                    </a:lnTo>
                    <a:close/>
                  </a:path>
                  <a:path extrusionOk="0" h="118110" w="194310">
                    <a:moveTo>
                      <a:pt x="86182" y="13754"/>
                    </a:moveTo>
                    <a:lnTo>
                      <a:pt x="76492" y="20154"/>
                    </a:lnTo>
                    <a:lnTo>
                      <a:pt x="76492" y="22961"/>
                    </a:lnTo>
                    <a:lnTo>
                      <a:pt x="86182" y="16548"/>
                    </a:lnTo>
                    <a:lnTo>
                      <a:pt x="86182" y="13754"/>
                    </a:lnTo>
                    <a:close/>
                  </a:path>
                  <a:path extrusionOk="0" h="118110" w="194310">
                    <a:moveTo>
                      <a:pt x="86474" y="26339"/>
                    </a:moveTo>
                    <a:lnTo>
                      <a:pt x="86474" y="29133"/>
                    </a:lnTo>
                    <a:lnTo>
                      <a:pt x="98082" y="36131"/>
                    </a:lnTo>
                    <a:lnTo>
                      <a:pt x="98082" y="33324"/>
                    </a:lnTo>
                    <a:lnTo>
                      <a:pt x="86474" y="26339"/>
                    </a:lnTo>
                    <a:close/>
                  </a:path>
                  <a:path extrusionOk="0" h="118110" w="194310">
                    <a:moveTo>
                      <a:pt x="107772" y="26860"/>
                    </a:moveTo>
                    <a:lnTo>
                      <a:pt x="98082" y="33324"/>
                    </a:lnTo>
                    <a:lnTo>
                      <a:pt x="98082" y="36131"/>
                    </a:lnTo>
                    <a:lnTo>
                      <a:pt x="107772" y="29654"/>
                    </a:lnTo>
                    <a:lnTo>
                      <a:pt x="107772" y="26860"/>
                    </a:lnTo>
                    <a:close/>
                  </a:path>
                  <a:path extrusionOk="0" h="118110" w="194310">
                    <a:moveTo>
                      <a:pt x="108064" y="39446"/>
                    </a:moveTo>
                    <a:lnTo>
                      <a:pt x="108064" y="42252"/>
                    </a:lnTo>
                    <a:lnTo>
                      <a:pt x="119722" y="49237"/>
                    </a:lnTo>
                    <a:lnTo>
                      <a:pt x="119722" y="46443"/>
                    </a:lnTo>
                    <a:lnTo>
                      <a:pt x="108064" y="39446"/>
                    </a:lnTo>
                    <a:close/>
                  </a:path>
                  <a:path extrusionOk="0" h="118110" w="194310">
                    <a:moveTo>
                      <a:pt x="129425" y="40030"/>
                    </a:moveTo>
                    <a:lnTo>
                      <a:pt x="119722" y="46443"/>
                    </a:lnTo>
                    <a:lnTo>
                      <a:pt x="119722" y="49237"/>
                    </a:lnTo>
                    <a:lnTo>
                      <a:pt x="129425" y="42824"/>
                    </a:lnTo>
                    <a:lnTo>
                      <a:pt x="129425" y="40030"/>
                    </a:lnTo>
                    <a:close/>
                  </a:path>
                  <a:path extrusionOk="0" h="118110" w="194310">
                    <a:moveTo>
                      <a:pt x="129654" y="52616"/>
                    </a:moveTo>
                    <a:lnTo>
                      <a:pt x="129717" y="55422"/>
                    </a:lnTo>
                    <a:lnTo>
                      <a:pt x="141312" y="62407"/>
                    </a:lnTo>
                    <a:lnTo>
                      <a:pt x="141312" y="59613"/>
                    </a:lnTo>
                    <a:lnTo>
                      <a:pt x="129654" y="52616"/>
                    </a:lnTo>
                    <a:close/>
                  </a:path>
                  <a:path extrusionOk="0" h="118110" w="194310">
                    <a:moveTo>
                      <a:pt x="151015" y="53149"/>
                    </a:moveTo>
                    <a:lnTo>
                      <a:pt x="141312" y="59613"/>
                    </a:lnTo>
                    <a:lnTo>
                      <a:pt x="141312" y="62407"/>
                    </a:lnTo>
                    <a:lnTo>
                      <a:pt x="151015" y="55943"/>
                    </a:lnTo>
                    <a:lnTo>
                      <a:pt x="151015" y="53149"/>
                    </a:lnTo>
                    <a:close/>
                  </a:path>
                  <a:path extrusionOk="0" h="118110" w="194310">
                    <a:moveTo>
                      <a:pt x="151307" y="65735"/>
                    </a:moveTo>
                    <a:lnTo>
                      <a:pt x="151307" y="68529"/>
                    </a:lnTo>
                    <a:lnTo>
                      <a:pt x="162902" y="75577"/>
                    </a:lnTo>
                    <a:lnTo>
                      <a:pt x="162819" y="72732"/>
                    </a:lnTo>
                    <a:lnTo>
                      <a:pt x="151307" y="65735"/>
                    </a:lnTo>
                    <a:close/>
                  </a:path>
                  <a:path extrusionOk="0" h="118110" w="194310">
                    <a:moveTo>
                      <a:pt x="172605" y="66319"/>
                    </a:moveTo>
                    <a:lnTo>
                      <a:pt x="162902" y="72732"/>
                    </a:lnTo>
                    <a:lnTo>
                      <a:pt x="162902" y="75526"/>
                    </a:lnTo>
                    <a:lnTo>
                      <a:pt x="172605" y="69113"/>
                    </a:lnTo>
                    <a:lnTo>
                      <a:pt x="172605" y="66319"/>
                    </a:lnTo>
                    <a:close/>
                  </a:path>
                  <a:path extrusionOk="0" h="118110" w="194310">
                    <a:moveTo>
                      <a:pt x="172897" y="78905"/>
                    </a:moveTo>
                    <a:lnTo>
                      <a:pt x="172897" y="81699"/>
                    </a:lnTo>
                    <a:lnTo>
                      <a:pt x="184556" y="88696"/>
                    </a:lnTo>
                    <a:lnTo>
                      <a:pt x="184556" y="85902"/>
                    </a:lnTo>
                    <a:lnTo>
                      <a:pt x="172897" y="78905"/>
                    </a:lnTo>
                    <a:close/>
                  </a:path>
                  <a:path extrusionOk="0" h="118110" w="194310">
                    <a:moveTo>
                      <a:pt x="194246" y="79489"/>
                    </a:moveTo>
                    <a:lnTo>
                      <a:pt x="184556" y="85902"/>
                    </a:lnTo>
                    <a:lnTo>
                      <a:pt x="184556" y="88696"/>
                    </a:lnTo>
                    <a:lnTo>
                      <a:pt x="194246" y="82283"/>
                    </a:lnTo>
                    <a:lnTo>
                      <a:pt x="194246" y="79489"/>
                    </a:lnTo>
                    <a:close/>
                  </a:path>
                  <a:path extrusionOk="0" h="118110" w="194310">
                    <a:moveTo>
                      <a:pt x="28803" y="9779"/>
                    </a:moveTo>
                    <a:lnTo>
                      <a:pt x="28803" y="12585"/>
                    </a:lnTo>
                    <a:lnTo>
                      <a:pt x="40462" y="19570"/>
                    </a:lnTo>
                    <a:lnTo>
                      <a:pt x="40462" y="16776"/>
                    </a:lnTo>
                    <a:lnTo>
                      <a:pt x="28803" y="9779"/>
                    </a:lnTo>
                    <a:close/>
                  </a:path>
                  <a:path extrusionOk="0" h="118110" w="194310">
                    <a:moveTo>
                      <a:pt x="50165" y="10363"/>
                    </a:moveTo>
                    <a:lnTo>
                      <a:pt x="40462" y="16776"/>
                    </a:lnTo>
                    <a:lnTo>
                      <a:pt x="40462" y="19570"/>
                    </a:lnTo>
                    <a:lnTo>
                      <a:pt x="50165" y="13169"/>
                    </a:lnTo>
                    <a:lnTo>
                      <a:pt x="50165" y="10363"/>
                    </a:lnTo>
                    <a:close/>
                  </a:path>
                  <a:path extrusionOk="0" h="118110" w="194310">
                    <a:moveTo>
                      <a:pt x="50457" y="22961"/>
                    </a:moveTo>
                    <a:lnTo>
                      <a:pt x="50457" y="25755"/>
                    </a:lnTo>
                    <a:lnTo>
                      <a:pt x="62052" y="32753"/>
                    </a:lnTo>
                    <a:lnTo>
                      <a:pt x="62052" y="29946"/>
                    </a:lnTo>
                    <a:lnTo>
                      <a:pt x="50457" y="22961"/>
                    </a:lnTo>
                    <a:close/>
                  </a:path>
                  <a:path extrusionOk="0" h="118110" w="194310">
                    <a:moveTo>
                      <a:pt x="71755" y="23533"/>
                    </a:moveTo>
                    <a:lnTo>
                      <a:pt x="62052" y="29946"/>
                    </a:lnTo>
                    <a:lnTo>
                      <a:pt x="62052" y="32753"/>
                    </a:lnTo>
                    <a:lnTo>
                      <a:pt x="71755" y="26339"/>
                    </a:lnTo>
                    <a:lnTo>
                      <a:pt x="71755" y="23533"/>
                    </a:lnTo>
                    <a:close/>
                  </a:path>
                  <a:path extrusionOk="0" h="118110" w="194310">
                    <a:moveTo>
                      <a:pt x="72047" y="36131"/>
                    </a:moveTo>
                    <a:lnTo>
                      <a:pt x="72047" y="38925"/>
                    </a:lnTo>
                    <a:lnTo>
                      <a:pt x="83705" y="45923"/>
                    </a:lnTo>
                    <a:lnTo>
                      <a:pt x="83705" y="43116"/>
                    </a:lnTo>
                    <a:lnTo>
                      <a:pt x="72047" y="36131"/>
                    </a:lnTo>
                    <a:close/>
                  </a:path>
                  <a:path extrusionOk="0" h="118110" w="194310">
                    <a:moveTo>
                      <a:pt x="93408" y="36652"/>
                    </a:moveTo>
                    <a:lnTo>
                      <a:pt x="83705" y="43116"/>
                    </a:lnTo>
                    <a:lnTo>
                      <a:pt x="83705" y="45923"/>
                    </a:lnTo>
                    <a:lnTo>
                      <a:pt x="93408" y="39446"/>
                    </a:lnTo>
                    <a:lnTo>
                      <a:pt x="93408" y="36652"/>
                    </a:lnTo>
                    <a:close/>
                  </a:path>
                  <a:path extrusionOk="0" h="118110" w="194310">
                    <a:moveTo>
                      <a:pt x="129654" y="108280"/>
                    </a:moveTo>
                    <a:lnTo>
                      <a:pt x="129654" y="111074"/>
                    </a:lnTo>
                    <a:lnTo>
                      <a:pt x="141312" y="118071"/>
                    </a:lnTo>
                    <a:lnTo>
                      <a:pt x="141312" y="115265"/>
                    </a:lnTo>
                    <a:lnTo>
                      <a:pt x="129654" y="108280"/>
                    </a:lnTo>
                    <a:close/>
                  </a:path>
                  <a:path extrusionOk="0" h="118110" w="194310">
                    <a:moveTo>
                      <a:pt x="151015" y="108864"/>
                    </a:moveTo>
                    <a:lnTo>
                      <a:pt x="141312" y="115265"/>
                    </a:lnTo>
                    <a:lnTo>
                      <a:pt x="141312" y="118071"/>
                    </a:lnTo>
                    <a:lnTo>
                      <a:pt x="151015" y="111658"/>
                    </a:lnTo>
                    <a:lnTo>
                      <a:pt x="151015" y="108864"/>
                    </a:lnTo>
                    <a:close/>
                  </a:path>
                  <a:path extrusionOk="0" h="118110" w="194310">
                    <a:moveTo>
                      <a:pt x="144081" y="98488"/>
                    </a:moveTo>
                    <a:lnTo>
                      <a:pt x="144081" y="101282"/>
                    </a:lnTo>
                    <a:lnTo>
                      <a:pt x="155752" y="108280"/>
                    </a:lnTo>
                    <a:lnTo>
                      <a:pt x="155752" y="105486"/>
                    </a:lnTo>
                    <a:lnTo>
                      <a:pt x="144081" y="98488"/>
                    </a:lnTo>
                    <a:close/>
                  </a:path>
                  <a:path extrusionOk="0" h="118110" w="194310">
                    <a:moveTo>
                      <a:pt x="165442" y="99072"/>
                    </a:moveTo>
                    <a:lnTo>
                      <a:pt x="155752" y="105486"/>
                    </a:lnTo>
                    <a:lnTo>
                      <a:pt x="155752" y="108280"/>
                    </a:lnTo>
                    <a:lnTo>
                      <a:pt x="165442" y="101866"/>
                    </a:lnTo>
                    <a:lnTo>
                      <a:pt x="165442" y="99072"/>
                    </a:lnTo>
                    <a:close/>
                  </a:path>
                  <a:path extrusionOk="0" h="118110" w="194310">
                    <a:moveTo>
                      <a:pt x="108064" y="95161"/>
                    </a:moveTo>
                    <a:lnTo>
                      <a:pt x="108064" y="97967"/>
                    </a:lnTo>
                    <a:lnTo>
                      <a:pt x="119722" y="104952"/>
                    </a:lnTo>
                    <a:lnTo>
                      <a:pt x="119722" y="102158"/>
                    </a:lnTo>
                    <a:lnTo>
                      <a:pt x="108064" y="95161"/>
                    </a:lnTo>
                    <a:close/>
                  </a:path>
                  <a:path extrusionOk="0" h="118110" w="194310">
                    <a:moveTo>
                      <a:pt x="129425" y="95694"/>
                    </a:moveTo>
                    <a:lnTo>
                      <a:pt x="119722" y="102158"/>
                    </a:lnTo>
                    <a:lnTo>
                      <a:pt x="119722" y="104952"/>
                    </a:lnTo>
                    <a:lnTo>
                      <a:pt x="129425" y="98488"/>
                    </a:lnTo>
                    <a:lnTo>
                      <a:pt x="129425" y="95694"/>
                    </a:lnTo>
                    <a:close/>
                  </a:path>
                  <a:path extrusionOk="0" h="118110" w="194310">
                    <a:moveTo>
                      <a:pt x="158521" y="88696"/>
                    </a:moveTo>
                    <a:lnTo>
                      <a:pt x="158521" y="91490"/>
                    </a:lnTo>
                    <a:lnTo>
                      <a:pt x="170116" y="98488"/>
                    </a:lnTo>
                    <a:lnTo>
                      <a:pt x="170116" y="95694"/>
                    </a:lnTo>
                    <a:lnTo>
                      <a:pt x="158521" y="88696"/>
                    </a:lnTo>
                    <a:close/>
                  </a:path>
                  <a:path extrusionOk="0" h="118110" w="194310">
                    <a:moveTo>
                      <a:pt x="179819" y="89281"/>
                    </a:moveTo>
                    <a:lnTo>
                      <a:pt x="170116" y="95694"/>
                    </a:lnTo>
                    <a:lnTo>
                      <a:pt x="170116" y="98488"/>
                    </a:lnTo>
                    <a:lnTo>
                      <a:pt x="179819" y="92075"/>
                    </a:lnTo>
                    <a:lnTo>
                      <a:pt x="179819" y="89281"/>
                    </a:lnTo>
                    <a:close/>
                  </a:path>
                  <a:path extrusionOk="0" h="118110" w="194310">
                    <a:moveTo>
                      <a:pt x="122491" y="85369"/>
                    </a:moveTo>
                    <a:lnTo>
                      <a:pt x="122491" y="88176"/>
                    </a:lnTo>
                    <a:lnTo>
                      <a:pt x="134099" y="95161"/>
                    </a:lnTo>
                    <a:lnTo>
                      <a:pt x="133993" y="92303"/>
                    </a:lnTo>
                    <a:lnTo>
                      <a:pt x="122491" y="85369"/>
                    </a:lnTo>
                    <a:close/>
                  </a:path>
                  <a:path extrusionOk="0" h="118110" w="194310">
                    <a:moveTo>
                      <a:pt x="143802" y="85902"/>
                    </a:moveTo>
                    <a:lnTo>
                      <a:pt x="134099" y="92303"/>
                    </a:lnTo>
                    <a:lnTo>
                      <a:pt x="134099" y="95110"/>
                    </a:lnTo>
                    <a:lnTo>
                      <a:pt x="143802" y="88696"/>
                    </a:lnTo>
                    <a:lnTo>
                      <a:pt x="143802" y="85902"/>
                    </a:lnTo>
                    <a:close/>
                  </a:path>
                  <a:path extrusionOk="0" h="118110" w="194310">
                    <a:moveTo>
                      <a:pt x="43243" y="55714"/>
                    </a:moveTo>
                    <a:lnTo>
                      <a:pt x="43243" y="58508"/>
                    </a:lnTo>
                    <a:lnTo>
                      <a:pt x="98082" y="91782"/>
                    </a:lnTo>
                    <a:lnTo>
                      <a:pt x="98082" y="88988"/>
                    </a:lnTo>
                    <a:lnTo>
                      <a:pt x="43243" y="55714"/>
                    </a:lnTo>
                    <a:close/>
                  </a:path>
                  <a:path extrusionOk="0" h="118110" w="194310">
                    <a:moveTo>
                      <a:pt x="107772" y="82575"/>
                    </a:moveTo>
                    <a:lnTo>
                      <a:pt x="98082" y="88988"/>
                    </a:lnTo>
                    <a:lnTo>
                      <a:pt x="98082" y="91782"/>
                    </a:lnTo>
                    <a:lnTo>
                      <a:pt x="107772" y="85369"/>
                    </a:lnTo>
                    <a:lnTo>
                      <a:pt x="107772" y="82575"/>
                    </a:lnTo>
                    <a:close/>
                  </a:path>
                  <a:path extrusionOk="0" h="118110" w="194310">
                    <a:moveTo>
                      <a:pt x="136867" y="75526"/>
                    </a:moveTo>
                    <a:lnTo>
                      <a:pt x="136867" y="78384"/>
                    </a:lnTo>
                    <a:lnTo>
                      <a:pt x="148526" y="85369"/>
                    </a:lnTo>
                    <a:lnTo>
                      <a:pt x="148421" y="82511"/>
                    </a:lnTo>
                    <a:lnTo>
                      <a:pt x="136867" y="75526"/>
                    </a:lnTo>
                    <a:close/>
                  </a:path>
                  <a:path extrusionOk="0" h="118110" w="194310">
                    <a:moveTo>
                      <a:pt x="158229" y="76111"/>
                    </a:moveTo>
                    <a:lnTo>
                      <a:pt x="148526" y="82511"/>
                    </a:lnTo>
                    <a:lnTo>
                      <a:pt x="148526" y="85318"/>
                    </a:lnTo>
                    <a:lnTo>
                      <a:pt x="158229" y="78905"/>
                    </a:lnTo>
                    <a:lnTo>
                      <a:pt x="158229" y="76111"/>
                    </a:lnTo>
                    <a:close/>
                  </a:path>
                  <a:path extrusionOk="0" h="118110" w="194310">
                    <a:moveTo>
                      <a:pt x="100850" y="72199"/>
                    </a:moveTo>
                    <a:lnTo>
                      <a:pt x="100850" y="75006"/>
                    </a:lnTo>
                    <a:lnTo>
                      <a:pt x="112509" y="81991"/>
                    </a:lnTo>
                    <a:lnTo>
                      <a:pt x="112509" y="79197"/>
                    </a:lnTo>
                    <a:lnTo>
                      <a:pt x="100850" y="72199"/>
                    </a:lnTo>
                    <a:close/>
                  </a:path>
                  <a:path extrusionOk="0" h="118110" w="194310">
                    <a:moveTo>
                      <a:pt x="122212" y="72732"/>
                    </a:moveTo>
                    <a:lnTo>
                      <a:pt x="112509" y="79197"/>
                    </a:lnTo>
                    <a:lnTo>
                      <a:pt x="112509" y="81991"/>
                    </a:lnTo>
                    <a:lnTo>
                      <a:pt x="122212" y="75526"/>
                    </a:lnTo>
                    <a:lnTo>
                      <a:pt x="122212" y="72732"/>
                    </a:lnTo>
                    <a:close/>
                  </a:path>
                  <a:path extrusionOk="0" h="118110" w="194310">
                    <a:moveTo>
                      <a:pt x="115277" y="62407"/>
                    </a:moveTo>
                    <a:lnTo>
                      <a:pt x="115277" y="65214"/>
                    </a:lnTo>
                    <a:lnTo>
                      <a:pt x="126885" y="72199"/>
                    </a:lnTo>
                    <a:lnTo>
                      <a:pt x="126885" y="69405"/>
                    </a:lnTo>
                    <a:lnTo>
                      <a:pt x="115277" y="62407"/>
                    </a:lnTo>
                    <a:close/>
                  </a:path>
                  <a:path extrusionOk="0" h="118110" w="194310">
                    <a:moveTo>
                      <a:pt x="136575" y="62941"/>
                    </a:moveTo>
                    <a:lnTo>
                      <a:pt x="126885" y="69405"/>
                    </a:lnTo>
                    <a:lnTo>
                      <a:pt x="126885" y="72199"/>
                    </a:lnTo>
                    <a:lnTo>
                      <a:pt x="136575" y="65735"/>
                    </a:lnTo>
                    <a:lnTo>
                      <a:pt x="136575" y="62941"/>
                    </a:lnTo>
                    <a:close/>
                  </a:path>
                  <a:path extrusionOk="0" h="118110" w="194310">
                    <a:moveTo>
                      <a:pt x="79260" y="59029"/>
                    </a:moveTo>
                    <a:lnTo>
                      <a:pt x="79260" y="61823"/>
                    </a:lnTo>
                    <a:lnTo>
                      <a:pt x="90868" y="68821"/>
                    </a:lnTo>
                    <a:lnTo>
                      <a:pt x="90868" y="66027"/>
                    </a:lnTo>
                    <a:lnTo>
                      <a:pt x="79260" y="59029"/>
                    </a:lnTo>
                    <a:close/>
                  </a:path>
                  <a:path extrusionOk="0" h="118110" w="194310">
                    <a:moveTo>
                      <a:pt x="100558" y="59613"/>
                    </a:moveTo>
                    <a:lnTo>
                      <a:pt x="90868" y="66027"/>
                    </a:lnTo>
                    <a:lnTo>
                      <a:pt x="90868" y="68821"/>
                    </a:lnTo>
                    <a:lnTo>
                      <a:pt x="100558" y="62407"/>
                    </a:lnTo>
                    <a:lnTo>
                      <a:pt x="100558" y="59613"/>
                    </a:lnTo>
                    <a:close/>
                  </a:path>
                  <a:path extrusionOk="0" h="118110" w="194310">
                    <a:moveTo>
                      <a:pt x="93637" y="49237"/>
                    </a:moveTo>
                    <a:lnTo>
                      <a:pt x="93687" y="52031"/>
                    </a:lnTo>
                    <a:lnTo>
                      <a:pt x="105295" y="59029"/>
                    </a:lnTo>
                    <a:lnTo>
                      <a:pt x="105295" y="56235"/>
                    </a:lnTo>
                    <a:lnTo>
                      <a:pt x="93637" y="49237"/>
                    </a:lnTo>
                    <a:close/>
                  </a:path>
                  <a:path extrusionOk="0" h="118110" w="194310">
                    <a:moveTo>
                      <a:pt x="114998" y="49822"/>
                    </a:moveTo>
                    <a:lnTo>
                      <a:pt x="105295" y="56235"/>
                    </a:lnTo>
                    <a:lnTo>
                      <a:pt x="105295" y="59029"/>
                    </a:lnTo>
                    <a:lnTo>
                      <a:pt x="114998" y="52616"/>
                    </a:lnTo>
                    <a:lnTo>
                      <a:pt x="114998" y="49822"/>
                    </a:lnTo>
                    <a:close/>
                  </a:path>
                  <a:path extrusionOk="0" h="118110" w="194310">
                    <a:moveTo>
                      <a:pt x="57607" y="45923"/>
                    </a:moveTo>
                    <a:lnTo>
                      <a:pt x="57670" y="48717"/>
                    </a:lnTo>
                    <a:lnTo>
                      <a:pt x="69278" y="55714"/>
                    </a:lnTo>
                    <a:lnTo>
                      <a:pt x="69278" y="52908"/>
                    </a:lnTo>
                    <a:lnTo>
                      <a:pt x="57607" y="45923"/>
                    </a:lnTo>
                    <a:close/>
                  </a:path>
                  <a:path extrusionOk="0" h="118110" w="194310">
                    <a:moveTo>
                      <a:pt x="78968" y="46443"/>
                    </a:moveTo>
                    <a:lnTo>
                      <a:pt x="69278" y="52908"/>
                    </a:lnTo>
                    <a:lnTo>
                      <a:pt x="69278" y="55714"/>
                    </a:lnTo>
                    <a:lnTo>
                      <a:pt x="78968" y="49237"/>
                    </a:lnTo>
                    <a:lnTo>
                      <a:pt x="78968" y="46443"/>
                    </a:lnTo>
                    <a:close/>
                  </a:path>
                  <a:path extrusionOk="0" h="118110" w="194310">
                    <a:moveTo>
                      <a:pt x="14439" y="19570"/>
                    </a:moveTo>
                    <a:lnTo>
                      <a:pt x="14439" y="22377"/>
                    </a:lnTo>
                    <a:lnTo>
                      <a:pt x="26035" y="29425"/>
                    </a:lnTo>
                    <a:lnTo>
                      <a:pt x="25930" y="26568"/>
                    </a:lnTo>
                    <a:lnTo>
                      <a:pt x="14439" y="19570"/>
                    </a:lnTo>
                    <a:close/>
                  </a:path>
                  <a:path extrusionOk="0" h="118110" w="194310">
                    <a:moveTo>
                      <a:pt x="35737" y="20154"/>
                    </a:moveTo>
                    <a:lnTo>
                      <a:pt x="26035" y="26568"/>
                    </a:lnTo>
                    <a:lnTo>
                      <a:pt x="26035" y="29362"/>
                    </a:lnTo>
                    <a:lnTo>
                      <a:pt x="35737" y="22961"/>
                    </a:lnTo>
                    <a:lnTo>
                      <a:pt x="35737" y="20154"/>
                    </a:lnTo>
                    <a:close/>
                  </a:path>
                  <a:path extrusionOk="0" h="118110" w="194310">
                    <a:moveTo>
                      <a:pt x="36017" y="32753"/>
                    </a:moveTo>
                    <a:lnTo>
                      <a:pt x="36017" y="35547"/>
                    </a:lnTo>
                    <a:lnTo>
                      <a:pt x="47688" y="42532"/>
                    </a:lnTo>
                    <a:lnTo>
                      <a:pt x="47688" y="39738"/>
                    </a:lnTo>
                    <a:lnTo>
                      <a:pt x="36017" y="32753"/>
                    </a:lnTo>
                    <a:close/>
                  </a:path>
                  <a:path extrusionOk="0" h="118110" w="194310">
                    <a:moveTo>
                      <a:pt x="57378" y="33324"/>
                    </a:moveTo>
                    <a:lnTo>
                      <a:pt x="47688" y="39738"/>
                    </a:lnTo>
                    <a:lnTo>
                      <a:pt x="47688" y="42532"/>
                    </a:lnTo>
                    <a:lnTo>
                      <a:pt x="57378" y="36131"/>
                    </a:lnTo>
                    <a:lnTo>
                      <a:pt x="57378" y="33324"/>
                    </a:lnTo>
                    <a:close/>
                  </a:path>
                  <a:path extrusionOk="0" h="118110" w="194310">
                    <a:moveTo>
                      <a:pt x="0" y="29362"/>
                    </a:moveTo>
                    <a:lnTo>
                      <a:pt x="0" y="32219"/>
                    </a:lnTo>
                    <a:lnTo>
                      <a:pt x="11658" y="39217"/>
                    </a:lnTo>
                    <a:lnTo>
                      <a:pt x="11553" y="36360"/>
                    </a:lnTo>
                    <a:lnTo>
                      <a:pt x="0" y="29362"/>
                    </a:lnTo>
                    <a:close/>
                  </a:path>
                  <a:path extrusionOk="0" h="118110" w="194310">
                    <a:moveTo>
                      <a:pt x="21361" y="29946"/>
                    </a:moveTo>
                    <a:lnTo>
                      <a:pt x="11658" y="36360"/>
                    </a:lnTo>
                    <a:lnTo>
                      <a:pt x="11658" y="39154"/>
                    </a:lnTo>
                    <a:lnTo>
                      <a:pt x="21361" y="32753"/>
                    </a:lnTo>
                    <a:lnTo>
                      <a:pt x="21361" y="29946"/>
                    </a:lnTo>
                    <a:close/>
                  </a:path>
                  <a:path extrusionOk="0" h="118110" w="194310">
                    <a:moveTo>
                      <a:pt x="21590" y="42532"/>
                    </a:moveTo>
                    <a:lnTo>
                      <a:pt x="21653" y="45339"/>
                    </a:lnTo>
                    <a:lnTo>
                      <a:pt x="33248" y="52324"/>
                    </a:lnTo>
                    <a:lnTo>
                      <a:pt x="33248" y="49530"/>
                    </a:lnTo>
                    <a:lnTo>
                      <a:pt x="21590" y="42532"/>
                    </a:lnTo>
                    <a:close/>
                  </a:path>
                  <a:path extrusionOk="0" h="118110" w="194310">
                    <a:moveTo>
                      <a:pt x="42951" y="43116"/>
                    </a:moveTo>
                    <a:lnTo>
                      <a:pt x="33248" y="49530"/>
                    </a:lnTo>
                    <a:lnTo>
                      <a:pt x="33248" y="52324"/>
                    </a:lnTo>
                    <a:lnTo>
                      <a:pt x="42951" y="45923"/>
                    </a:lnTo>
                    <a:lnTo>
                      <a:pt x="42951" y="43116"/>
                    </a:lnTo>
                    <a:close/>
                  </a:path>
                </a:pathLst>
              </a:custGeom>
              <a:solidFill>
                <a:srgbClr val="959595">
                  <a:alpha val="29019"/>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61" name="Google Shape;361;p10"/>
              <p:cNvSpPr/>
              <p:nvPr/>
            </p:nvSpPr>
            <p:spPr>
              <a:xfrm>
                <a:off x="4319066" y="4407788"/>
                <a:ext cx="18415" cy="45085"/>
              </a:xfrm>
              <a:custGeom>
                <a:rect b="b" l="l" r="r" t="t"/>
                <a:pathLst>
                  <a:path extrusionOk="0" h="45085" w="18414">
                    <a:moveTo>
                      <a:pt x="17437" y="0"/>
                    </a:moveTo>
                    <a:lnTo>
                      <a:pt x="17030" y="292"/>
                    </a:lnTo>
                    <a:lnTo>
                      <a:pt x="9359" y="4775"/>
                    </a:lnTo>
                    <a:lnTo>
                      <a:pt x="9296" y="38646"/>
                    </a:lnTo>
                    <a:lnTo>
                      <a:pt x="9588" y="39103"/>
                    </a:lnTo>
                    <a:lnTo>
                      <a:pt x="10109" y="39217"/>
                    </a:lnTo>
                    <a:lnTo>
                      <a:pt x="10566" y="38988"/>
                    </a:lnTo>
                    <a:lnTo>
                      <a:pt x="17957" y="34671"/>
                    </a:lnTo>
                    <a:lnTo>
                      <a:pt x="18186" y="34505"/>
                    </a:lnTo>
                    <a:lnTo>
                      <a:pt x="18414" y="34213"/>
                    </a:lnTo>
                    <a:lnTo>
                      <a:pt x="18364" y="762"/>
                    </a:lnTo>
                    <a:lnTo>
                      <a:pt x="18008" y="177"/>
                    </a:lnTo>
                    <a:lnTo>
                      <a:pt x="17437" y="0"/>
                    </a:lnTo>
                    <a:close/>
                  </a:path>
                  <a:path extrusionOk="0" h="45085" w="18414">
                    <a:moveTo>
                      <a:pt x="5194" y="7226"/>
                    </a:moveTo>
                    <a:lnTo>
                      <a:pt x="4737" y="7454"/>
                    </a:lnTo>
                    <a:lnTo>
                      <a:pt x="114" y="10198"/>
                    </a:lnTo>
                    <a:lnTo>
                      <a:pt x="0" y="43891"/>
                    </a:lnTo>
                    <a:lnTo>
                      <a:pt x="355" y="44462"/>
                    </a:lnTo>
                    <a:lnTo>
                      <a:pt x="927" y="44640"/>
                    </a:lnTo>
                    <a:lnTo>
                      <a:pt x="5943" y="41668"/>
                    </a:lnTo>
                    <a:lnTo>
                      <a:pt x="6121" y="41376"/>
                    </a:lnTo>
                    <a:lnTo>
                      <a:pt x="6007" y="7810"/>
                    </a:lnTo>
                    <a:lnTo>
                      <a:pt x="5714" y="7340"/>
                    </a:lnTo>
                    <a:lnTo>
                      <a:pt x="5194" y="7226"/>
                    </a:lnTo>
                    <a:close/>
                  </a:path>
                </a:pathLst>
              </a:custGeom>
              <a:solidFill>
                <a:srgbClr val="808080">
                  <a:alpha val="49019"/>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62" name="Google Shape;362;p10"/>
              <p:cNvSpPr/>
              <p:nvPr/>
            </p:nvSpPr>
            <p:spPr>
              <a:xfrm>
                <a:off x="4049953" y="4217161"/>
                <a:ext cx="167462" cy="321170"/>
              </a:xfrm>
              <a:prstGeom prst="rect">
                <a:avLst/>
              </a:prstGeom>
              <a:blipFill rotWithShape="1">
                <a:blip r:embed="rId5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63" name="Google Shape;363;p10"/>
              <p:cNvSpPr/>
              <p:nvPr/>
            </p:nvSpPr>
            <p:spPr>
              <a:xfrm>
                <a:off x="4049953" y="4217157"/>
                <a:ext cx="224154" cy="321310"/>
              </a:xfrm>
              <a:custGeom>
                <a:rect b="b" l="l" r="r" t="t"/>
                <a:pathLst>
                  <a:path extrusionOk="0" h="321310" w="224154">
                    <a:moveTo>
                      <a:pt x="167462" y="229622"/>
                    </a:moveTo>
                    <a:lnTo>
                      <a:pt x="131163" y="217367"/>
                    </a:lnTo>
                    <a:lnTo>
                      <a:pt x="96828" y="200599"/>
                    </a:lnTo>
                    <a:lnTo>
                      <a:pt x="64863" y="179547"/>
                    </a:lnTo>
                    <a:lnTo>
                      <a:pt x="35674" y="154441"/>
                    </a:lnTo>
                    <a:lnTo>
                      <a:pt x="35674" y="0"/>
                    </a:lnTo>
                    <a:lnTo>
                      <a:pt x="65488" y="24364"/>
                    </a:lnTo>
                    <a:lnTo>
                      <a:pt x="97585" y="45341"/>
                    </a:lnTo>
                    <a:lnTo>
                      <a:pt x="131674" y="62778"/>
                    </a:lnTo>
                    <a:lnTo>
                      <a:pt x="167462" y="76521"/>
                    </a:lnTo>
                    <a:lnTo>
                      <a:pt x="167462" y="229622"/>
                    </a:lnTo>
                    <a:close/>
                  </a:path>
                  <a:path extrusionOk="0" h="321310" w="224154">
                    <a:moveTo>
                      <a:pt x="0" y="229622"/>
                    </a:moveTo>
                    <a:lnTo>
                      <a:pt x="34643" y="259942"/>
                    </a:lnTo>
                    <a:lnTo>
                      <a:pt x="72626" y="285498"/>
                    </a:lnTo>
                    <a:lnTo>
                      <a:pt x="113477" y="306005"/>
                    </a:lnTo>
                    <a:lnTo>
                      <a:pt x="156725" y="321179"/>
                    </a:lnTo>
                    <a:lnTo>
                      <a:pt x="156725" y="255498"/>
                    </a:lnTo>
                    <a:lnTo>
                      <a:pt x="113518" y="240300"/>
                    </a:lnTo>
                    <a:lnTo>
                      <a:pt x="72691" y="219802"/>
                    </a:lnTo>
                    <a:lnTo>
                      <a:pt x="34700" y="194277"/>
                    </a:lnTo>
                    <a:lnTo>
                      <a:pt x="0" y="163999"/>
                    </a:lnTo>
                    <a:lnTo>
                      <a:pt x="0" y="229622"/>
                    </a:lnTo>
                    <a:close/>
                  </a:path>
                  <a:path extrusionOk="0" h="321310" w="224154">
                    <a:moveTo>
                      <a:pt x="11429" y="191332"/>
                    </a:moveTo>
                    <a:lnTo>
                      <a:pt x="19606" y="199198"/>
                    </a:lnTo>
                    <a:lnTo>
                      <a:pt x="28184" y="206616"/>
                    </a:lnTo>
                    <a:lnTo>
                      <a:pt x="37130" y="213575"/>
                    </a:lnTo>
                    <a:lnTo>
                      <a:pt x="46411" y="220064"/>
                    </a:lnTo>
                  </a:path>
                  <a:path extrusionOk="0" h="321310" w="224154">
                    <a:moveTo>
                      <a:pt x="11429" y="200890"/>
                    </a:moveTo>
                    <a:lnTo>
                      <a:pt x="19606" y="208756"/>
                    </a:lnTo>
                    <a:lnTo>
                      <a:pt x="28184" y="216174"/>
                    </a:lnTo>
                    <a:lnTo>
                      <a:pt x="37130" y="223133"/>
                    </a:lnTo>
                    <a:lnTo>
                      <a:pt x="46411" y="229622"/>
                    </a:lnTo>
                  </a:path>
                  <a:path extrusionOk="0" h="321310" w="224154">
                    <a:moveTo>
                      <a:pt x="11429" y="210448"/>
                    </a:moveTo>
                    <a:lnTo>
                      <a:pt x="19606" y="218347"/>
                    </a:lnTo>
                    <a:lnTo>
                      <a:pt x="28184" y="225775"/>
                    </a:lnTo>
                    <a:lnTo>
                      <a:pt x="37130" y="232723"/>
                    </a:lnTo>
                    <a:lnTo>
                      <a:pt x="46411" y="239180"/>
                    </a:lnTo>
                  </a:path>
                  <a:path extrusionOk="0" h="321310" w="224154">
                    <a:moveTo>
                      <a:pt x="11429" y="220064"/>
                    </a:moveTo>
                    <a:lnTo>
                      <a:pt x="19606" y="227929"/>
                    </a:lnTo>
                    <a:lnTo>
                      <a:pt x="28184" y="235341"/>
                    </a:lnTo>
                    <a:lnTo>
                      <a:pt x="37130" y="242282"/>
                    </a:lnTo>
                    <a:lnTo>
                      <a:pt x="46411" y="248738"/>
                    </a:lnTo>
                  </a:path>
                  <a:path extrusionOk="0" h="321310" w="224154">
                    <a:moveTo>
                      <a:pt x="137907" y="15618"/>
                    </a:moveTo>
                    <a:lnTo>
                      <a:pt x="199731" y="51927"/>
                    </a:lnTo>
                  </a:path>
                  <a:path extrusionOk="0" h="321310" w="224154">
                    <a:moveTo>
                      <a:pt x="145931" y="13346"/>
                    </a:moveTo>
                    <a:lnTo>
                      <a:pt x="207813" y="49654"/>
                    </a:lnTo>
                  </a:path>
                  <a:path extrusionOk="0" h="321310" w="224154">
                    <a:moveTo>
                      <a:pt x="154012" y="11073"/>
                    </a:moveTo>
                    <a:lnTo>
                      <a:pt x="215895" y="47381"/>
                    </a:lnTo>
                  </a:path>
                  <a:path extrusionOk="0" h="321310" w="224154">
                    <a:moveTo>
                      <a:pt x="162094" y="8800"/>
                    </a:moveTo>
                    <a:lnTo>
                      <a:pt x="223976" y="45108"/>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64" name="Google Shape;364;p10"/>
              <p:cNvSpPr/>
              <p:nvPr/>
            </p:nvSpPr>
            <p:spPr>
              <a:xfrm>
                <a:off x="4101733" y="4251309"/>
                <a:ext cx="95885" cy="168275"/>
              </a:xfrm>
              <a:custGeom>
                <a:rect b="b" l="l" r="r" t="t"/>
                <a:pathLst>
                  <a:path extrusionOk="0" h="168275" w="95885">
                    <a:moveTo>
                      <a:pt x="0" y="0"/>
                    </a:moveTo>
                    <a:lnTo>
                      <a:pt x="0" y="110731"/>
                    </a:lnTo>
                    <a:lnTo>
                      <a:pt x="21892" y="128278"/>
                    </a:lnTo>
                    <a:lnTo>
                      <a:pt x="45213" y="143710"/>
                    </a:lnTo>
                    <a:lnTo>
                      <a:pt x="69812" y="156946"/>
                    </a:lnTo>
                    <a:lnTo>
                      <a:pt x="95536" y="167904"/>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65" name="Google Shape;365;p10"/>
              <p:cNvSpPr/>
              <p:nvPr/>
            </p:nvSpPr>
            <p:spPr>
              <a:xfrm>
                <a:off x="4049953" y="4202121"/>
                <a:ext cx="303530" cy="336550"/>
              </a:xfrm>
              <a:custGeom>
                <a:rect b="b" l="l" r="r" t="t"/>
                <a:pathLst>
                  <a:path extrusionOk="0" h="336550" w="303529">
                    <a:moveTo>
                      <a:pt x="156725" y="336216"/>
                    </a:moveTo>
                    <a:lnTo>
                      <a:pt x="303349" y="250136"/>
                    </a:lnTo>
                    <a:lnTo>
                      <a:pt x="303349" y="184513"/>
                    </a:lnTo>
                    <a:lnTo>
                      <a:pt x="254917" y="155781"/>
                    </a:lnTo>
                    <a:lnTo>
                      <a:pt x="254917" y="65564"/>
                    </a:lnTo>
                    <a:lnTo>
                      <a:pt x="152685" y="5478"/>
                    </a:lnTo>
                    <a:lnTo>
                      <a:pt x="105580" y="19115"/>
                    </a:lnTo>
                    <a:lnTo>
                      <a:pt x="73311" y="0"/>
                    </a:lnTo>
                    <a:lnTo>
                      <a:pt x="35674" y="15036"/>
                    </a:lnTo>
                    <a:lnTo>
                      <a:pt x="35674" y="158521"/>
                    </a:lnTo>
                    <a:lnTo>
                      <a:pt x="0" y="179035"/>
                    </a:lnTo>
                    <a:lnTo>
                      <a:pt x="0" y="244658"/>
                    </a:lnTo>
                    <a:lnTo>
                      <a:pt x="34732" y="274872"/>
                    </a:lnTo>
                    <a:lnTo>
                      <a:pt x="72734" y="300381"/>
                    </a:lnTo>
                    <a:lnTo>
                      <a:pt x="113550" y="320918"/>
                    </a:lnTo>
                    <a:lnTo>
                      <a:pt x="156725" y="336216"/>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66" name="Google Shape;366;p10"/>
              <p:cNvSpPr/>
              <p:nvPr/>
            </p:nvSpPr>
            <p:spPr>
              <a:xfrm>
                <a:off x="3933319" y="4453892"/>
                <a:ext cx="266494" cy="172200"/>
              </a:xfrm>
              <a:prstGeom prst="rect">
                <a:avLst/>
              </a:prstGeom>
              <a:blipFill rotWithShape="1">
                <a:blip r:embed="rId5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67" name="Google Shape;367;p10"/>
              <p:cNvSpPr/>
              <p:nvPr/>
            </p:nvSpPr>
            <p:spPr>
              <a:xfrm>
                <a:off x="4178503" y="4419561"/>
                <a:ext cx="11150" cy="13055"/>
              </a:xfrm>
              <a:prstGeom prst="rect">
                <a:avLst/>
              </a:prstGeom>
              <a:blipFill rotWithShape="1">
                <a:blip r:embed="rId5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68" name="Google Shape;368;p10"/>
              <p:cNvSpPr/>
              <p:nvPr/>
            </p:nvSpPr>
            <p:spPr>
              <a:xfrm>
                <a:off x="4178509" y="4419563"/>
                <a:ext cx="11430" cy="13335"/>
              </a:xfrm>
              <a:custGeom>
                <a:rect b="b" l="l" r="r" t="t"/>
                <a:pathLst>
                  <a:path extrusionOk="0" h="13335" w="11429">
                    <a:moveTo>
                      <a:pt x="9467" y="4254"/>
                    </a:moveTo>
                    <a:lnTo>
                      <a:pt x="7850" y="1340"/>
                    </a:lnTo>
                    <a:lnTo>
                      <a:pt x="4733" y="0"/>
                    </a:lnTo>
                    <a:lnTo>
                      <a:pt x="2539" y="1282"/>
                    </a:lnTo>
                    <a:lnTo>
                      <a:pt x="404" y="2506"/>
                    </a:lnTo>
                    <a:lnTo>
                      <a:pt x="0" y="5886"/>
                    </a:lnTo>
                    <a:lnTo>
                      <a:pt x="1674" y="8800"/>
                    </a:lnTo>
                    <a:lnTo>
                      <a:pt x="3348" y="11714"/>
                    </a:lnTo>
                    <a:lnTo>
                      <a:pt x="6465" y="13054"/>
                    </a:lnTo>
                    <a:lnTo>
                      <a:pt x="8601" y="11830"/>
                    </a:lnTo>
                    <a:lnTo>
                      <a:pt x="10737" y="10548"/>
                    </a:lnTo>
                    <a:lnTo>
                      <a:pt x="11141" y="7168"/>
                    </a:lnTo>
                    <a:lnTo>
                      <a:pt x="9467" y="4254"/>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69" name="Google Shape;369;p10"/>
              <p:cNvSpPr/>
              <p:nvPr/>
            </p:nvSpPr>
            <p:spPr>
              <a:xfrm>
                <a:off x="4101731" y="4251312"/>
                <a:ext cx="95542" cy="162940"/>
              </a:xfrm>
              <a:prstGeom prst="rect">
                <a:avLst/>
              </a:prstGeom>
              <a:blipFill rotWithShape="1">
                <a:blip r:embed="rId56">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70" name="Google Shape;370;p10"/>
              <p:cNvSpPr/>
              <p:nvPr/>
            </p:nvSpPr>
            <p:spPr>
              <a:xfrm>
                <a:off x="4101733" y="4251309"/>
                <a:ext cx="95885" cy="168275"/>
              </a:xfrm>
              <a:custGeom>
                <a:rect b="b" l="l" r="r" t="t"/>
                <a:pathLst>
                  <a:path extrusionOk="0" h="168275" w="95885">
                    <a:moveTo>
                      <a:pt x="4040" y="108167"/>
                    </a:moveTo>
                    <a:lnTo>
                      <a:pt x="4040" y="4079"/>
                    </a:lnTo>
                    <a:lnTo>
                      <a:pt x="0" y="0"/>
                    </a:lnTo>
                    <a:lnTo>
                      <a:pt x="21194" y="18681"/>
                    </a:lnTo>
                    <a:lnTo>
                      <a:pt x="44347" y="34581"/>
                    </a:lnTo>
                    <a:lnTo>
                      <a:pt x="69211" y="47542"/>
                    </a:lnTo>
                    <a:lnTo>
                      <a:pt x="95536" y="57405"/>
                    </a:lnTo>
                    <a:lnTo>
                      <a:pt x="95536" y="167904"/>
                    </a:lnTo>
                    <a:lnTo>
                      <a:pt x="95536" y="162950"/>
                    </a:lnTo>
                    <a:lnTo>
                      <a:pt x="70882" y="152464"/>
                    </a:lnTo>
                    <a:lnTo>
                      <a:pt x="47320" y="139776"/>
                    </a:lnTo>
                    <a:lnTo>
                      <a:pt x="24993" y="124980"/>
                    </a:lnTo>
                    <a:lnTo>
                      <a:pt x="4040" y="10816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71" name="Google Shape;371;p10"/>
              <p:cNvSpPr/>
              <p:nvPr/>
            </p:nvSpPr>
            <p:spPr>
              <a:xfrm>
                <a:off x="4022070" y="5241371"/>
                <a:ext cx="213362" cy="216149"/>
              </a:xfrm>
              <a:prstGeom prst="rect">
                <a:avLst/>
              </a:prstGeom>
              <a:blipFill rotWithShape="1">
                <a:blip r:embed="rId57">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grpSp>
        <p:sp>
          <p:nvSpPr>
            <p:cNvPr id="372" name="Google Shape;372;p10"/>
            <p:cNvSpPr txBox="1"/>
            <p:nvPr/>
          </p:nvSpPr>
          <p:spPr>
            <a:xfrm>
              <a:off x="4807162" y="4951997"/>
              <a:ext cx="367681" cy="101268"/>
            </a:xfrm>
            <a:prstGeom prst="rect">
              <a:avLst/>
            </a:prstGeom>
            <a:noFill/>
            <a:ln>
              <a:noFill/>
            </a:ln>
          </p:spPr>
          <p:txBody>
            <a:bodyPr anchorCtr="0" anchor="t" bIns="0" lIns="0" spcFirstLastPara="1" rIns="0" wrap="square" tIns="10350">
              <a:spAutoFit/>
            </a:bodyPr>
            <a:lstStyle/>
            <a:p>
              <a:pPr indent="0" lvl="0" marL="11527" marR="0" rtl="0" algn="l">
                <a:lnSpc>
                  <a:spcPct val="100000"/>
                </a:lnSpc>
                <a:spcBef>
                  <a:spcPts val="0"/>
                </a:spcBef>
                <a:spcAft>
                  <a:spcPts val="0"/>
                </a:spcAft>
                <a:buClr>
                  <a:srgbClr val="000000"/>
                </a:buClr>
                <a:buSzPts val="590"/>
                <a:buFont typeface="Arial"/>
                <a:buNone/>
              </a:pPr>
              <a:r>
                <a:rPr b="0" i="0" lang="en-US" sz="590" u="none" cap="none" strike="noStrike">
                  <a:solidFill>
                    <a:schemeClr val="dk1"/>
                  </a:solidFill>
                  <a:latin typeface="Carlito"/>
                  <a:ea typeface="Carlito"/>
                  <a:cs typeface="Carlito"/>
                  <a:sym typeface="Carlito"/>
                </a:rPr>
                <a:t>Các bí danh</a:t>
              </a:r>
              <a:endParaRPr b="0" i="0" sz="590" u="none" cap="none" strike="noStrike">
                <a:solidFill>
                  <a:schemeClr val="dk1"/>
                </a:solidFill>
                <a:latin typeface="Carlito"/>
                <a:ea typeface="Carlito"/>
                <a:cs typeface="Carlito"/>
                <a:sym typeface="Carlito"/>
              </a:endParaRPr>
            </a:p>
          </p:txBody>
        </p:sp>
        <p:grpSp>
          <p:nvGrpSpPr>
            <p:cNvPr id="373" name="Google Shape;373;p10"/>
            <p:cNvGrpSpPr/>
            <p:nvPr/>
          </p:nvGrpSpPr>
          <p:grpSpPr>
            <a:xfrm>
              <a:off x="4934521" y="3438209"/>
              <a:ext cx="268187" cy="270723"/>
              <a:chOff x="4066921" y="3788397"/>
              <a:chExt cx="295503" cy="298297"/>
            </a:xfrm>
          </p:grpSpPr>
          <p:sp>
            <p:nvSpPr>
              <p:cNvPr id="374" name="Google Shape;374;p10"/>
              <p:cNvSpPr/>
              <p:nvPr/>
            </p:nvSpPr>
            <p:spPr>
              <a:xfrm>
                <a:off x="4080484" y="3797134"/>
                <a:ext cx="281940" cy="289560"/>
              </a:xfrm>
              <a:custGeom>
                <a:rect b="b" l="l" r="r" t="t"/>
                <a:pathLst>
                  <a:path extrusionOk="0" h="289560" w="281939">
                    <a:moveTo>
                      <a:pt x="93929" y="136486"/>
                    </a:moveTo>
                    <a:lnTo>
                      <a:pt x="66785" y="139948"/>
                    </a:lnTo>
                    <a:lnTo>
                      <a:pt x="41425" y="149967"/>
                    </a:lnTo>
                    <a:lnTo>
                      <a:pt x="18835" y="165997"/>
                    </a:lnTo>
                    <a:lnTo>
                      <a:pt x="0" y="187490"/>
                    </a:lnTo>
                    <a:lnTo>
                      <a:pt x="0" y="289471"/>
                    </a:lnTo>
                    <a:lnTo>
                      <a:pt x="281762" y="289471"/>
                    </a:lnTo>
                    <a:lnTo>
                      <a:pt x="281762" y="187490"/>
                    </a:lnTo>
                    <a:lnTo>
                      <a:pt x="270680" y="174755"/>
                    </a:lnTo>
                    <a:lnTo>
                      <a:pt x="140882" y="174755"/>
                    </a:lnTo>
                    <a:lnTo>
                      <a:pt x="132818" y="174033"/>
                    </a:lnTo>
                    <a:lnTo>
                      <a:pt x="124929" y="171869"/>
                    </a:lnTo>
                    <a:lnTo>
                      <a:pt x="268168" y="171869"/>
                    </a:lnTo>
                    <a:lnTo>
                      <a:pt x="263567" y="166580"/>
                    </a:lnTo>
                    <a:lnTo>
                      <a:pt x="241796" y="150785"/>
                    </a:lnTo>
                    <a:lnTo>
                      <a:pt x="220480" y="141909"/>
                    </a:lnTo>
                    <a:lnTo>
                      <a:pt x="95656" y="141909"/>
                    </a:lnTo>
                    <a:lnTo>
                      <a:pt x="94957" y="140157"/>
                    </a:lnTo>
                    <a:lnTo>
                      <a:pt x="94386" y="138353"/>
                    </a:lnTo>
                    <a:lnTo>
                      <a:pt x="93929" y="136486"/>
                    </a:lnTo>
                    <a:close/>
                  </a:path>
                  <a:path extrusionOk="0" h="289560" w="281939">
                    <a:moveTo>
                      <a:pt x="268168" y="171869"/>
                    </a:moveTo>
                    <a:lnTo>
                      <a:pt x="156845" y="171869"/>
                    </a:lnTo>
                    <a:lnTo>
                      <a:pt x="148948" y="174033"/>
                    </a:lnTo>
                    <a:lnTo>
                      <a:pt x="140882" y="174755"/>
                    </a:lnTo>
                    <a:lnTo>
                      <a:pt x="270680" y="174755"/>
                    </a:lnTo>
                    <a:lnTo>
                      <a:pt x="268168" y="171869"/>
                    </a:lnTo>
                    <a:close/>
                  </a:path>
                  <a:path extrusionOk="0" h="289560" w="281939">
                    <a:moveTo>
                      <a:pt x="143395" y="0"/>
                    </a:moveTo>
                    <a:lnTo>
                      <a:pt x="119446" y="5207"/>
                    </a:lnTo>
                    <a:lnTo>
                      <a:pt x="99906" y="19408"/>
                    </a:lnTo>
                    <a:lnTo>
                      <a:pt x="86740" y="40472"/>
                    </a:lnTo>
                    <a:lnTo>
                      <a:pt x="81914" y="66268"/>
                    </a:lnTo>
                    <a:lnTo>
                      <a:pt x="83448" y="80980"/>
                    </a:lnTo>
                    <a:lnTo>
                      <a:pt x="87904" y="94800"/>
                    </a:lnTo>
                    <a:lnTo>
                      <a:pt x="95068" y="107232"/>
                    </a:lnTo>
                    <a:lnTo>
                      <a:pt x="104724" y="117779"/>
                    </a:lnTo>
                    <a:lnTo>
                      <a:pt x="95656" y="128511"/>
                    </a:lnTo>
                    <a:lnTo>
                      <a:pt x="95656" y="141909"/>
                    </a:lnTo>
                    <a:lnTo>
                      <a:pt x="220480" y="141909"/>
                    </a:lnTo>
                    <a:lnTo>
                      <a:pt x="217352" y="140607"/>
                    </a:lnTo>
                    <a:lnTo>
                      <a:pt x="191135" y="136550"/>
                    </a:lnTo>
                    <a:lnTo>
                      <a:pt x="191135" y="128511"/>
                    </a:lnTo>
                    <a:lnTo>
                      <a:pt x="182016" y="117779"/>
                    </a:lnTo>
                    <a:lnTo>
                      <a:pt x="191701" y="107232"/>
                    </a:lnTo>
                    <a:lnTo>
                      <a:pt x="198880" y="94800"/>
                    </a:lnTo>
                    <a:lnTo>
                      <a:pt x="203342" y="80980"/>
                    </a:lnTo>
                    <a:lnTo>
                      <a:pt x="204876" y="66268"/>
                    </a:lnTo>
                    <a:lnTo>
                      <a:pt x="200043" y="40472"/>
                    </a:lnTo>
                    <a:lnTo>
                      <a:pt x="186866" y="19408"/>
                    </a:lnTo>
                    <a:lnTo>
                      <a:pt x="167323" y="5207"/>
                    </a:lnTo>
                    <a:lnTo>
                      <a:pt x="143395"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75" name="Google Shape;375;p10"/>
              <p:cNvSpPr/>
              <p:nvPr/>
            </p:nvSpPr>
            <p:spPr>
              <a:xfrm>
                <a:off x="4148607" y="3789095"/>
                <a:ext cx="123012" cy="171856"/>
              </a:xfrm>
              <a:prstGeom prst="rect">
                <a:avLst/>
              </a:prstGeom>
              <a:blipFill rotWithShape="1">
                <a:blip r:embed="rId58">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76" name="Google Shape;376;p10"/>
              <p:cNvSpPr/>
              <p:nvPr/>
            </p:nvSpPr>
            <p:spPr>
              <a:xfrm>
                <a:off x="4147159" y="3788397"/>
                <a:ext cx="125159" cy="173257"/>
              </a:xfrm>
              <a:prstGeom prst="rect">
                <a:avLst/>
              </a:prstGeom>
              <a:blipFill rotWithShape="1">
                <a:blip r:embed="rId59">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77" name="Google Shape;377;p10"/>
              <p:cNvSpPr/>
              <p:nvPr/>
            </p:nvSpPr>
            <p:spPr>
              <a:xfrm>
                <a:off x="4066921" y="3917594"/>
                <a:ext cx="286384" cy="160616"/>
              </a:xfrm>
              <a:prstGeom prst="rect">
                <a:avLst/>
              </a:prstGeom>
              <a:blipFill rotWithShape="1">
                <a:blip r:embed="rId60">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78" name="Google Shape;378;p10"/>
              <p:cNvSpPr/>
              <p:nvPr/>
            </p:nvSpPr>
            <p:spPr>
              <a:xfrm>
                <a:off x="4066925" y="3917599"/>
                <a:ext cx="286385" cy="160655"/>
              </a:xfrm>
              <a:custGeom>
                <a:rect b="b" l="l" r="r" t="t"/>
                <a:pathLst>
                  <a:path extrusionOk="0" h="160654" w="286385">
                    <a:moveTo>
                      <a:pt x="47739" y="160619"/>
                    </a:moveTo>
                    <a:lnTo>
                      <a:pt x="286378" y="160619"/>
                    </a:lnTo>
                    <a:lnTo>
                      <a:pt x="286378" y="70460"/>
                    </a:lnTo>
                    <a:lnTo>
                      <a:pt x="270915" y="40781"/>
                    </a:lnTo>
                    <a:lnTo>
                      <a:pt x="248661" y="18270"/>
                    </a:lnTo>
                    <a:lnTo>
                      <a:pt x="221396" y="4239"/>
                    </a:lnTo>
                    <a:lnTo>
                      <a:pt x="190899" y="0"/>
                    </a:lnTo>
                    <a:lnTo>
                      <a:pt x="181737" y="19606"/>
                    </a:lnTo>
                    <a:lnTo>
                      <a:pt x="167087" y="33285"/>
                    </a:lnTo>
                    <a:lnTo>
                      <a:pt x="148931" y="39806"/>
                    </a:lnTo>
                    <a:lnTo>
                      <a:pt x="129248" y="37940"/>
                    </a:lnTo>
                    <a:lnTo>
                      <a:pt x="117769" y="32323"/>
                    </a:lnTo>
                    <a:lnTo>
                      <a:pt x="108034" y="23821"/>
                    </a:lnTo>
                    <a:lnTo>
                      <a:pt x="100462" y="12894"/>
                    </a:lnTo>
                    <a:lnTo>
                      <a:pt x="95478" y="0"/>
                    </a:lnTo>
                    <a:lnTo>
                      <a:pt x="66323" y="7657"/>
                    </a:lnTo>
                    <a:lnTo>
                      <a:pt x="40047" y="22445"/>
                    </a:lnTo>
                    <a:lnTo>
                      <a:pt x="17646" y="43625"/>
                    </a:lnTo>
                    <a:lnTo>
                      <a:pt x="115" y="70460"/>
                    </a:lnTo>
                    <a:lnTo>
                      <a:pt x="0" y="160619"/>
                    </a:lnTo>
                    <a:lnTo>
                      <a:pt x="47739" y="160619"/>
                    </a:lnTo>
                    <a:close/>
                  </a:path>
                  <a:path extrusionOk="0" h="160654" w="286385">
                    <a:moveTo>
                      <a:pt x="57264" y="107059"/>
                    </a:moveTo>
                    <a:lnTo>
                      <a:pt x="57264" y="160619"/>
                    </a:lnTo>
                  </a:path>
                  <a:path extrusionOk="0" h="160654" w="286385">
                    <a:moveTo>
                      <a:pt x="229056" y="160619"/>
                    </a:moveTo>
                    <a:lnTo>
                      <a:pt x="229056" y="107059"/>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grpSp>
        <p:sp>
          <p:nvSpPr>
            <p:cNvPr id="379" name="Google Shape;379;p10"/>
            <p:cNvSpPr txBox="1"/>
            <p:nvPr/>
          </p:nvSpPr>
          <p:spPr>
            <a:xfrm>
              <a:off x="4832205" y="3700823"/>
              <a:ext cx="465076" cy="101268"/>
            </a:xfrm>
            <a:prstGeom prst="rect">
              <a:avLst/>
            </a:prstGeom>
            <a:noFill/>
            <a:ln>
              <a:noFill/>
            </a:ln>
          </p:spPr>
          <p:txBody>
            <a:bodyPr anchorCtr="0" anchor="t" bIns="0" lIns="0" spcFirstLastPara="1" rIns="0" wrap="square" tIns="10350">
              <a:spAutoFit/>
            </a:bodyPr>
            <a:lstStyle/>
            <a:p>
              <a:pPr indent="0" lvl="0" marL="11527" marR="0" rtl="0" algn="l">
                <a:lnSpc>
                  <a:spcPct val="100000"/>
                </a:lnSpc>
                <a:spcBef>
                  <a:spcPts val="0"/>
                </a:spcBef>
                <a:spcAft>
                  <a:spcPts val="0"/>
                </a:spcAft>
                <a:buClr>
                  <a:srgbClr val="000000"/>
                </a:buClr>
                <a:buSzPts val="590"/>
                <a:buFont typeface="Arial"/>
                <a:buNone/>
              </a:pPr>
              <a:r>
                <a:rPr b="0" i="0" lang="en-US" sz="590" u="none" cap="none" strike="noStrike">
                  <a:solidFill>
                    <a:schemeClr val="dk1"/>
                  </a:solidFill>
                  <a:latin typeface="Carlito"/>
                  <a:ea typeface="Carlito"/>
                  <a:cs typeface="Carlito"/>
                  <a:sym typeface="Carlito"/>
                </a:rPr>
                <a:t>Người sử dụng</a:t>
              </a:r>
              <a:endParaRPr b="0" i="0" sz="590" u="none" cap="none" strike="noStrike">
                <a:solidFill>
                  <a:schemeClr val="dk1"/>
                </a:solidFill>
                <a:latin typeface="Carlito"/>
                <a:ea typeface="Carlito"/>
                <a:cs typeface="Carlito"/>
                <a:sym typeface="Carlito"/>
              </a:endParaRPr>
            </a:p>
          </p:txBody>
        </p:sp>
        <p:grpSp>
          <p:nvGrpSpPr>
            <p:cNvPr id="380" name="Google Shape;380;p10"/>
            <p:cNvGrpSpPr/>
            <p:nvPr/>
          </p:nvGrpSpPr>
          <p:grpSpPr>
            <a:xfrm>
              <a:off x="4587388" y="4396139"/>
              <a:ext cx="905717" cy="316085"/>
              <a:chOff x="3684432" y="4843894"/>
              <a:chExt cx="997967" cy="348279"/>
            </a:xfrm>
          </p:grpSpPr>
          <p:sp>
            <p:nvSpPr>
              <p:cNvPr id="381" name="Google Shape;381;p10"/>
              <p:cNvSpPr/>
              <p:nvPr/>
            </p:nvSpPr>
            <p:spPr>
              <a:xfrm>
                <a:off x="4653099" y="4946124"/>
                <a:ext cx="29209" cy="51435"/>
              </a:xfrm>
              <a:custGeom>
                <a:rect b="b" l="l" r="r" t="t"/>
                <a:pathLst>
                  <a:path extrusionOk="0" h="51435" w="29210">
                    <a:moveTo>
                      <a:pt x="0" y="51109"/>
                    </a:moveTo>
                    <a:lnTo>
                      <a:pt x="29096" y="51109"/>
                    </a:lnTo>
                    <a:lnTo>
                      <a:pt x="29096" y="0"/>
                    </a:lnTo>
                    <a:lnTo>
                      <a:pt x="0" y="0"/>
                    </a:lnTo>
                    <a:lnTo>
                      <a:pt x="0" y="51109"/>
                    </a:lnTo>
                    <a:close/>
                  </a:path>
                </a:pathLst>
              </a:custGeom>
              <a:solidFill>
                <a:srgbClr val="CDCDC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82" name="Google Shape;382;p10"/>
              <p:cNvSpPr/>
              <p:nvPr/>
            </p:nvSpPr>
            <p:spPr>
              <a:xfrm>
                <a:off x="4641702" y="4946122"/>
                <a:ext cx="40640" cy="51435"/>
              </a:xfrm>
              <a:custGeom>
                <a:rect b="b" l="l" r="r" t="t"/>
                <a:pathLst>
                  <a:path extrusionOk="0" h="51435" w="40639">
                    <a:moveTo>
                      <a:pt x="0" y="51109"/>
                    </a:moveTo>
                    <a:lnTo>
                      <a:pt x="40498" y="51109"/>
                    </a:lnTo>
                    <a:lnTo>
                      <a:pt x="40498" y="0"/>
                    </a:lnTo>
                    <a:lnTo>
                      <a:pt x="0" y="0"/>
                    </a:lnTo>
                    <a:lnTo>
                      <a:pt x="0" y="51109"/>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83" name="Google Shape;383;p10"/>
              <p:cNvSpPr/>
              <p:nvPr/>
            </p:nvSpPr>
            <p:spPr>
              <a:xfrm>
                <a:off x="4425289" y="4854181"/>
                <a:ext cx="227965" cy="255904"/>
              </a:xfrm>
              <a:custGeom>
                <a:rect b="b" l="l" r="r" t="t"/>
                <a:pathLst>
                  <a:path extrusionOk="0" h="255904" w="227964">
                    <a:moveTo>
                      <a:pt x="227799" y="0"/>
                    </a:moveTo>
                    <a:lnTo>
                      <a:pt x="0" y="0"/>
                    </a:lnTo>
                    <a:lnTo>
                      <a:pt x="0" y="10185"/>
                    </a:lnTo>
                    <a:lnTo>
                      <a:pt x="0" y="245275"/>
                    </a:lnTo>
                    <a:lnTo>
                      <a:pt x="191084" y="245275"/>
                    </a:lnTo>
                    <a:lnTo>
                      <a:pt x="191084" y="255536"/>
                    </a:lnTo>
                    <a:lnTo>
                      <a:pt x="227799" y="255536"/>
                    </a:lnTo>
                    <a:lnTo>
                      <a:pt x="227799" y="245275"/>
                    </a:lnTo>
                    <a:lnTo>
                      <a:pt x="227799" y="10185"/>
                    </a:lnTo>
                    <a:lnTo>
                      <a:pt x="227799"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84" name="Google Shape;384;p10"/>
              <p:cNvSpPr/>
              <p:nvPr/>
            </p:nvSpPr>
            <p:spPr>
              <a:xfrm>
                <a:off x="4425287" y="4854167"/>
                <a:ext cx="227965" cy="255904"/>
              </a:xfrm>
              <a:custGeom>
                <a:rect b="b" l="l" r="r" t="t"/>
                <a:pathLst>
                  <a:path extrusionOk="0" h="255904" w="227964">
                    <a:moveTo>
                      <a:pt x="0" y="255545"/>
                    </a:moveTo>
                    <a:lnTo>
                      <a:pt x="227809" y="255545"/>
                    </a:lnTo>
                    <a:lnTo>
                      <a:pt x="227809" y="0"/>
                    </a:lnTo>
                    <a:lnTo>
                      <a:pt x="0" y="0"/>
                    </a:lnTo>
                    <a:lnTo>
                      <a:pt x="0" y="255545"/>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85" name="Google Shape;385;p10"/>
              <p:cNvSpPr/>
              <p:nvPr/>
            </p:nvSpPr>
            <p:spPr>
              <a:xfrm>
                <a:off x="4416399" y="4843919"/>
                <a:ext cx="227965" cy="255904"/>
              </a:xfrm>
              <a:custGeom>
                <a:rect b="b" l="l" r="r" t="t"/>
                <a:pathLst>
                  <a:path extrusionOk="0" h="255904" w="227964">
                    <a:moveTo>
                      <a:pt x="227799" y="0"/>
                    </a:moveTo>
                    <a:lnTo>
                      <a:pt x="0" y="0"/>
                    </a:lnTo>
                    <a:lnTo>
                      <a:pt x="0" y="30657"/>
                    </a:lnTo>
                    <a:lnTo>
                      <a:pt x="0" y="255536"/>
                    </a:lnTo>
                    <a:lnTo>
                      <a:pt x="227799" y="255536"/>
                    </a:lnTo>
                    <a:lnTo>
                      <a:pt x="227799" y="30657"/>
                    </a:lnTo>
                    <a:lnTo>
                      <a:pt x="2277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86" name="Google Shape;386;p10"/>
              <p:cNvSpPr/>
              <p:nvPr/>
            </p:nvSpPr>
            <p:spPr>
              <a:xfrm>
                <a:off x="4416397" y="4843910"/>
                <a:ext cx="227965" cy="255904"/>
              </a:xfrm>
              <a:custGeom>
                <a:rect b="b" l="l" r="r" t="t"/>
                <a:pathLst>
                  <a:path extrusionOk="0" h="255904" w="227964">
                    <a:moveTo>
                      <a:pt x="0" y="255545"/>
                    </a:moveTo>
                    <a:lnTo>
                      <a:pt x="227809" y="255545"/>
                    </a:lnTo>
                    <a:lnTo>
                      <a:pt x="227809" y="0"/>
                    </a:lnTo>
                    <a:lnTo>
                      <a:pt x="0" y="0"/>
                    </a:lnTo>
                    <a:lnTo>
                      <a:pt x="0" y="255545"/>
                    </a:lnTo>
                    <a:close/>
                  </a:path>
                </a:pathLst>
              </a:custGeom>
              <a:noFill/>
              <a:ln cap="flat" cmpd="sng" w="9525">
                <a:solidFill>
                  <a:srgbClr val="80808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87" name="Google Shape;387;p10"/>
              <p:cNvSpPr/>
              <p:nvPr/>
            </p:nvSpPr>
            <p:spPr>
              <a:xfrm>
                <a:off x="4398670" y="4874577"/>
                <a:ext cx="227965" cy="255904"/>
              </a:xfrm>
              <a:custGeom>
                <a:rect b="b" l="l" r="r" t="t"/>
                <a:pathLst>
                  <a:path extrusionOk="0" h="255904" w="227964">
                    <a:moveTo>
                      <a:pt x="227799" y="0"/>
                    </a:moveTo>
                    <a:lnTo>
                      <a:pt x="0" y="0"/>
                    </a:lnTo>
                    <a:lnTo>
                      <a:pt x="0" y="245325"/>
                    </a:lnTo>
                    <a:lnTo>
                      <a:pt x="0" y="255536"/>
                    </a:lnTo>
                    <a:lnTo>
                      <a:pt x="227799" y="255536"/>
                    </a:lnTo>
                    <a:lnTo>
                      <a:pt x="227799" y="245325"/>
                    </a:lnTo>
                    <a:lnTo>
                      <a:pt x="227799"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88" name="Google Shape;388;p10"/>
              <p:cNvSpPr/>
              <p:nvPr/>
            </p:nvSpPr>
            <p:spPr>
              <a:xfrm>
                <a:off x="4398675" y="4874565"/>
                <a:ext cx="227965" cy="255904"/>
              </a:xfrm>
              <a:custGeom>
                <a:rect b="b" l="l" r="r" t="t"/>
                <a:pathLst>
                  <a:path extrusionOk="0" h="255904" w="227964">
                    <a:moveTo>
                      <a:pt x="0" y="255545"/>
                    </a:moveTo>
                    <a:lnTo>
                      <a:pt x="227809" y="255545"/>
                    </a:lnTo>
                    <a:lnTo>
                      <a:pt x="227809" y="0"/>
                    </a:lnTo>
                    <a:lnTo>
                      <a:pt x="0" y="0"/>
                    </a:lnTo>
                    <a:lnTo>
                      <a:pt x="0" y="255545"/>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89" name="Google Shape;389;p10"/>
              <p:cNvSpPr/>
              <p:nvPr/>
            </p:nvSpPr>
            <p:spPr>
              <a:xfrm>
                <a:off x="4388573" y="4864357"/>
                <a:ext cx="227965" cy="255904"/>
              </a:xfrm>
              <a:custGeom>
                <a:rect b="b" l="l" r="r" t="t"/>
                <a:pathLst>
                  <a:path extrusionOk="0" h="255904" w="227964">
                    <a:moveTo>
                      <a:pt x="227810" y="0"/>
                    </a:moveTo>
                    <a:lnTo>
                      <a:pt x="0" y="0"/>
                    </a:lnTo>
                    <a:lnTo>
                      <a:pt x="0" y="255545"/>
                    </a:lnTo>
                    <a:lnTo>
                      <a:pt x="227810" y="255545"/>
                    </a:lnTo>
                    <a:lnTo>
                      <a:pt x="22781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90" name="Google Shape;390;p10"/>
              <p:cNvSpPr/>
              <p:nvPr/>
            </p:nvSpPr>
            <p:spPr>
              <a:xfrm>
                <a:off x="4388573" y="4864366"/>
                <a:ext cx="227965" cy="255904"/>
              </a:xfrm>
              <a:custGeom>
                <a:rect b="b" l="l" r="r" t="t"/>
                <a:pathLst>
                  <a:path extrusionOk="0" h="255904" w="227964">
                    <a:moveTo>
                      <a:pt x="0" y="255545"/>
                    </a:moveTo>
                    <a:lnTo>
                      <a:pt x="227809" y="255545"/>
                    </a:lnTo>
                    <a:lnTo>
                      <a:pt x="227809" y="0"/>
                    </a:lnTo>
                    <a:lnTo>
                      <a:pt x="0" y="0"/>
                    </a:lnTo>
                    <a:lnTo>
                      <a:pt x="0" y="255545"/>
                    </a:lnTo>
                    <a:close/>
                  </a:path>
                </a:pathLst>
              </a:custGeom>
              <a:noFill/>
              <a:ln cap="flat" cmpd="sng" w="9525">
                <a:solidFill>
                  <a:srgbClr val="80808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91" name="Google Shape;391;p10"/>
              <p:cNvSpPr/>
              <p:nvPr/>
            </p:nvSpPr>
            <p:spPr>
              <a:xfrm>
                <a:off x="4413859" y="4889900"/>
                <a:ext cx="40640" cy="41275"/>
              </a:xfrm>
              <a:custGeom>
                <a:rect b="b" l="l" r="r" t="t"/>
                <a:pathLst>
                  <a:path extrusionOk="0" h="41275" w="40639">
                    <a:moveTo>
                      <a:pt x="40498" y="0"/>
                    </a:moveTo>
                    <a:lnTo>
                      <a:pt x="0" y="0"/>
                    </a:lnTo>
                    <a:lnTo>
                      <a:pt x="0" y="40887"/>
                    </a:lnTo>
                    <a:lnTo>
                      <a:pt x="40498" y="40887"/>
                    </a:lnTo>
                    <a:lnTo>
                      <a:pt x="40498" y="0"/>
                    </a:lnTo>
                    <a:close/>
                  </a:path>
                </a:pathLst>
              </a:custGeom>
              <a:solidFill>
                <a:srgbClr val="FF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92" name="Google Shape;392;p10"/>
              <p:cNvSpPr/>
              <p:nvPr/>
            </p:nvSpPr>
            <p:spPr>
              <a:xfrm>
                <a:off x="4499927" y="4951247"/>
                <a:ext cx="81280" cy="143510"/>
              </a:xfrm>
              <a:custGeom>
                <a:rect b="b" l="l" r="r" t="t"/>
                <a:pathLst>
                  <a:path extrusionOk="0" h="143510" w="81279">
                    <a:moveTo>
                      <a:pt x="15176" y="0"/>
                    </a:moveTo>
                    <a:lnTo>
                      <a:pt x="0" y="0"/>
                    </a:lnTo>
                    <a:lnTo>
                      <a:pt x="0" y="143078"/>
                    </a:lnTo>
                    <a:lnTo>
                      <a:pt x="15176" y="143078"/>
                    </a:lnTo>
                    <a:lnTo>
                      <a:pt x="15176" y="0"/>
                    </a:lnTo>
                    <a:close/>
                  </a:path>
                  <a:path extrusionOk="0" h="143510" w="81279">
                    <a:moveTo>
                      <a:pt x="53162" y="0"/>
                    </a:moveTo>
                    <a:lnTo>
                      <a:pt x="27825" y="0"/>
                    </a:lnTo>
                    <a:lnTo>
                      <a:pt x="27825" y="143078"/>
                    </a:lnTo>
                    <a:lnTo>
                      <a:pt x="53162" y="143078"/>
                    </a:lnTo>
                    <a:lnTo>
                      <a:pt x="53162" y="0"/>
                    </a:lnTo>
                    <a:close/>
                  </a:path>
                  <a:path extrusionOk="0" h="143510" w="81279">
                    <a:moveTo>
                      <a:pt x="80987" y="0"/>
                    </a:moveTo>
                    <a:lnTo>
                      <a:pt x="65811" y="0"/>
                    </a:lnTo>
                    <a:lnTo>
                      <a:pt x="65811" y="143078"/>
                    </a:lnTo>
                    <a:lnTo>
                      <a:pt x="80987" y="143078"/>
                    </a:lnTo>
                    <a:lnTo>
                      <a:pt x="80987" y="0"/>
                    </a:lnTo>
                    <a:close/>
                  </a:path>
                </a:pathLst>
              </a:custGeom>
              <a:solidFill>
                <a:srgbClr val="0000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93" name="Google Shape;393;p10"/>
              <p:cNvSpPr/>
              <p:nvPr/>
            </p:nvSpPr>
            <p:spPr>
              <a:xfrm>
                <a:off x="4630330" y="4946116"/>
                <a:ext cx="51828" cy="224904"/>
              </a:xfrm>
              <a:prstGeom prst="rect">
                <a:avLst/>
              </a:prstGeom>
              <a:blipFill rotWithShape="1">
                <a:blip r:embed="rId61">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94" name="Google Shape;394;p10"/>
              <p:cNvSpPr/>
              <p:nvPr/>
            </p:nvSpPr>
            <p:spPr>
              <a:xfrm>
                <a:off x="4630330" y="4946121"/>
                <a:ext cx="52069" cy="225425"/>
              </a:xfrm>
              <a:custGeom>
                <a:rect b="b" l="l" r="r" t="t"/>
                <a:pathLst>
                  <a:path extrusionOk="0" h="225425" w="52070">
                    <a:moveTo>
                      <a:pt x="0" y="224901"/>
                    </a:moveTo>
                    <a:lnTo>
                      <a:pt x="51837" y="163591"/>
                    </a:lnTo>
                    <a:lnTo>
                      <a:pt x="51837" y="0"/>
                    </a:lnTo>
                    <a:lnTo>
                      <a:pt x="0" y="61368"/>
                    </a:lnTo>
                    <a:lnTo>
                      <a:pt x="0" y="224901"/>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95" name="Google Shape;395;p10"/>
              <p:cNvSpPr/>
              <p:nvPr/>
            </p:nvSpPr>
            <p:spPr>
              <a:xfrm>
                <a:off x="4358208" y="5007470"/>
                <a:ext cx="272154" cy="163550"/>
              </a:xfrm>
              <a:prstGeom prst="rect">
                <a:avLst/>
              </a:prstGeom>
              <a:blipFill rotWithShape="1">
                <a:blip r:embed="rId62">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96" name="Google Shape;396;p10"/>
              <p:cNvSpPr/>
              <p:nvPr/>
            </p:nvSpPr>
            <p:spPr>
              <a:xfrm>
                <a:off x="4358209" y="5007472"/>
                <a:ext cx="272415" cy="163830"/>
              </a:xfrm>
              <a:custGeom>
                <a:rect b="b" l="l" r="r" t="t"/>
                <a:pathLst>
                  <a:path extrusionOk="0" h="163829" w="272414">
                    <a:moveTo>
                      <a:pt x="0" y="163550"/>
                    </a:moveTo>
                    <a:lnTo>
                      <a:pt x="272154" y="163550"/>
                    </a:lnTo>
                    <a:lnTo>
                      <a:pt x="272154" y="0"/>
                    </a:lnTo>
                    <a:lnTo>
                      <a:pt x="0" y="0"/>
                    </a:lnTo>
                    <a:lnTo>
                      <a:pt x="0" y="16355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97" name="Google Shape;397;p10"/>
              <p:cNvSpPr/>
              <p:nvPr/>
            </p:nvSpPr>
            <p:spPr>
              <a:xfrm>
                <a:off x="4358208" y="5007447"/>
                <a:ext cx="272415" cy="20955"/>
              </a:xfrm>
              <a:custGeom>
                <a:rect b="b" l="l" r="r" t="t"/>
                <a:pathLst>
                  <a:path extrusionOk="0" h="20954" w="272414">
                    <a:moveTo>
                      <a:pt x="272154" y="0"/>
                    </a:moveTo>
                    <a:lnTo>
                      <a:pt x="0" y="0"/>
                    </a:lnTo>
                    <a:lnTo>
                      <a:pt x="0" y="20443"/>
                    </a:lnTo>
                    <a:lnTo>
                      <a:pt x="272154" y="20443"/>
                    </a:lnTo>
                    <a:lnTo>
                      <a:pt x="272154"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98" name="Google Shape;398;p10"/>
              <p:cNvSpPr/>
              <p:nvPr/>
            </p:nvSpPr>
            <p:spPr>
              <a:xfrm>
                <a:off x="4358209" y="5007472"/>
                <a:ext cx="272415" cy="163830"/>
              </a:xfrm>
              <a:custGeom>
                <a:rect b="b" l="l" r="r" t="t"/>
                <a:pathLst>
                  <a:path extrusionOk="0" h="163829" w="272414">
                    <a:moveTo>
                      <a:pt x="0" y="163550"/>
                    </a:moveTo>
                    <a:lnTo>
                      <a:pt x="272154" y="163550"/>
                    </a:lnTo>
                    <a:lnTo>
                      <a:pt x="272154" y="0"/>
                    </a:lnTo>
                    <a:lnTo>
                      <a:pt x="0" y="0"/>
                    </a:lnTo>
                    <a:lnTo>
                      <a:pt x="0" y="16355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399" name="Google Shape;399;p10"/>
              <p:cNvSpPr/>
              <p:nvPr/>
            </p:nvSpPr>
            <p:spPr>
              <a:xfrm>
                <a:off x="4358208" y="4990757"/>
                <a:ext cx="121450" cy="200723"/>
              </a:xfrm>
              <a:prstGeom prst="rect">
                <a:avLst/>
              </a:prstGeom>
              <a:blipFill rotWithShape="1">
                <a:blip r:embed="rId6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400" name="Google Shape;400;p10"/>
              <p:cNvSpPr/>
              <p:nvPr/>
            </p:nvSpPr>
            <p:spPr>
              <a:xfrm>
                <a:off x="4357511" y="4973338"/>
                <a:ext cx="122853" cy="218835"/>
              </a:xfrm>
              <a:prstGeom prst="rect">
                <a:avLst/>
              </a:prstGeom>
              <a:blipFill rotWithShape="1">
                <a:blip r:embed="rId6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401" name="Google Shape;401;p10"/>
              <p:cNvSpPr/>
              <p:nvPr/>
            </p:nvSpPr>
            <p:spPr>
              <a:xfrm>
                <a:off x="3684434" y="4843894"/>
                <a:ext cx="379095" cy="301625"/>
              </a:xfrm>
              <a:custGeom>
                <a:rect b="b" l="l" r="r" t="t"/>
                <a:pathLst>
                  <a:path extrusionOk="0" h="301625" w="379095">
                    <a:moveTo>
                      <a:pt x="29095" y="109918"/>
                    </a:moveTo>
                    <a:lnTo>
                      <a:pt x="0" y="158699"/>
                    </a:lnTo>
                    <a:lnTo>
                      <a:pt x="283946" y="301485"/>
                    </a:lnTo>
                    <a:lnTo>
                      <a:pt x="306514" y="259816"/>
                    </a:lnTo>
                    <a:lnTo>
                      <a:pt x="223264" y="142849"/>
                    </a:lnTo>
                    <a:lnTo>
                      <a:pt x="157759" y="142849"/>
                    </a:lnTo>
                    <a:lnTo>
                      <a:pt x="138460" y="114349"/>
                    </a:lnTo>
                    <a:lnTo>
                      <a:pt x="29095" y="109918"/>
                    </a:lnTo>
                    <a:close/>
                  </a:path>
                  <a:path extrusionOk="0" h="301625" w="379095">
                    <a:moveTo>
                      <a:pt x="372211" y="138709"/>
                    </a:moveTo>
                    <a:lnTo>
                      <a:pt x="222351" y="141566"/>
                    </a:lnTo>
                    <a:lnTo>
                      <a:pt x="306514" y="259816"/>
                    </a:lnTo>
                    <a:lnTo>
                      <a:pt x="372211" y="138709"/>
                    </a:lnTo>
                    <a:close/>
                  </a:path>
                  <a:path extrusionOk="0" h="301625" w="379095">
                    <a:moveTo>
                      <a:pt x="94665" y="0"/>
                    </a:moveTo>
                    <a:lnTo>
                      <a:pt x="78905" y="26403"/>
                    </a:lnTo>
                    <a:lnTo>
                      <a:pt x="138480" y="114350"/>
                    </a:lnTo>
                    <a:lnTo>
                      <a:pt x="157759" y="142849"/>
                    </a:lnTo>
                    <a:lnTo>
                      <a:pt x="372211" y="138709"/>
                    </a:lnTo>
                    <a:lnTo>
                      <a:pt x="378561" y="126936"/>
                    </a:lnTo>
                    <a:lnTo>
                      <a:pt x="94665" y="0"/>
                    </a:lnTo>
                    <a:close/>
                  </a:path>
                  <a:path extrusionOk="0" h="301625" w="379095">
                    <a:moveTo>
                      <a:pt x="222351" y="141566"/>
                    </a:moveTo>
                    <a:lnTo>
                      <a:pt x="157759" y="142849"/>
                    </a:lnTo>
                    <a:lnTo>
                      <a:pt x="223264" y="142849"/>
                    </a:lnTo>
                    <a:lnTo>
                      <a:pt x="222351" y="141566"/>
                    </a:lnTo>
                    <a:close/>
                  </a:path>
                  <a:path extrusionOk="0" h="301625" w="379095">
                    <a:moveTo>
                      <a:pt x="78905" y="26403"/>
                    </a:moveTo>
                    <a:lnTo>
                      <a:pt x="29095" y="109918"/>
                    </a:lnTo>
                    <a:lnTo>
                      <a:pt x="138460" y="114349"/>
                    </a:lnTo>
                    <a:lnTo>
                      <a:pt x="78905" y="26403"/>
                    </a:lnTo>
                    <a:close/>
                  </a:path>
                </a:pathLst>
              </a:custGeom>
              <a:solidFill>
                <a:srgbClr val="C6C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402" name="Google Shape;402;p10"/>
              <p:cNvSpPr/>
              <p:nvPr/>
            </p:nvSpPr>
            <p:spPr>
              <a:xfrm>
                <a:off x="3684432" y="4843898"/>
                <a:ext cx="379095" cy="301625"/>
              </a:xfrm>
              <a:custGeom>
                <a:rect b="b" l="l" r="r" t="t"/>
                <a:pathLst>
                  <a:path extrusionOk="0" h="301625" w="379095">
                    <a:moveTo>
                      <a:pt x="222360" y="141561"/>
                    </a:moveTo>
                    <a:lnTo>
                      <a:pt x="372216" y="138705"/>
                    </a:lnTo>
                    <a:lnTo>
                      <a:pt x="378566" y="126933"/>
                    </a:lnTo>
                    <a:lnTo>
                      <a:pt x="94670" y="0"/>
                    </a:lnTo>
                    <a:lnTo>
                      <a:pt x="78911" y="26400"/>
                    </a:lnTo>
                    <a:lnTo>
                      <a:pt x="157765" y="142843"/>
                    </a:lnTo>
                    <a:lnTo>
                      <a:pt x="222360" y="141561"/>
                    </a:lnTo>
                    <a:close/>
                  </a:path>
                  <a:path extrusionOk="0" h="301625" w="379095">
                    <a:moveTo>
                      <a:pt x="306524" y="259811"/>
                    </a:moveTo>
                    <a:lnTo>
                      <a:pt x="372216" y="138705"/>
                    </a:lnTo>
                    <a:lnTo>
                      <a:pt x="222360" y="141561"/>
                    </a:lnTo>
                    <a:lnTo>
                      <a:pt x="306524" y="259811"/>
                    </a:lnTo>
                    <a:close/>
                  </a:path>
                  <a:path extrusionOk="0" h="301625" w="379095">
                    <a:moveTo>
                      <a:pt x="29093" y="109915"/>
                    </a:moveTo>
                    <a:lnTo>
                      <a:pt x="0" y="158695"/>
                    </a:lnTo>
                    <a:lnTo>
                      <a:pt x="283953" y="301481"/>
                    </a:lnTo>
                    <a:lnTo>
                      <a:pt x="306524" y="259811"/>
                    </a:lnTo>
                    <a:lnTo>
                      <a:pt x="222360" y="141561"/>
                    </a:lnTo>
                    <a:lnTo>
                      <a:pt x="157765" y="142843"/>
                    </a:lnTo>
                    <a:lnTo>
                      <a:pt x="138484" y="114344"/>
                    </a:lnTo>
                    <a:lnTo>
                      <a:pt x="29093" y="109915"/>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403" name="Google Shape;403;p10"/>
              <p:cNvSpPr/>
              <p:nvPr/>
            </p:nvSpPr>
            <p:spPr>
              <a:xfrm>
                <a:off x="3691354" y="4862082"/>
                <a:ext cx="365372" cy="126699"/>
              </a:xfrm>
              <a:prstGeom prst="rect">
                <a:avLst/>
              </a:prstGeom>
              <a:blipFill rotWithShape="1">
                <a:blip r:embed="rId6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grpSp>
        <p:sp>
          <p:nvSpPr>
            <p:cNvPr id="404" name="Google Shape;404;p10"/>
            <p:cNvSpPr txBox="1"/>
            <p:nvPr/>
          </p:nvSpPr>
          <p:spPr>
            <a:xfrm>
              <a:off x="4477631" y="4669339"/>
              <a:ext cx="564200" cy="101268"/>
            </a:xfrm>
            <a:prstGeom prst="rect">
              <a:avLst/>
            </a:prstGeom>
            <a:noFill/>
            <a:ln>
              <a:noFill/>
            </a:ln>
          </p:spPr>
          <p:txBody>
            <a:bodyPr anchorCtr="0" anchor="t" bIns="0" lIns="0" spcFirstLastPara="1" rIns="0" wrap="square" tIns="10350">
              <a:spAutoFit/>
            </a:bodyPr>
            <a:lstStyle/>
            <a:p>
              <a:pPr indent="0" lvl="0" marL="11527" marR="0" rtl="0" algn="l">
                <a:lnSpc>
                  <a:spcPct val="100000"/>
                </a:lnSpc>
                <a:spcBef>
                  <a:spcPts val="0"/>
                </a:spcBef>
                <a:spcAft>
                  <a:spcPts val="0"/>
                </a:spcAft>
                <a:buClr>
                  <a:srgbClr val="000000"/>
                </a:buClr>
                <a:buSzPts val="590"/>
                <a:buFont typeface="Arial"/>
                <a:buNone/>
              </a:pPr>
              <a:r>
                <a:rPr b="0" i="0" lang="en-US" sz="590" u="none" cap="none" strike="noStrike">
                  <a:solidFill>
                    <a:schemeClr val="dk1"/>
                  </a:solidFill>
                  <a:latin typeface="Carlito"/>
                  <a:ea typeface="Carlito"/>
                  <a:cs typeface="Carlito"/>
                  <a:sym typeface="Carlito"/>
                </a:rPr>
                <a:t>Bộ đệm thư gửi đi</a:t>
              </a:r>
              <a:endParaRPr b="0" i="0" sz="590" u="none" cap="none" strike="noStrike">
                <a:solidFill>
                  <a:schemeClr val="dk1"/>
                </a:solidFill>
                <a:latin typeface="Carlito"/>
                <a:ea typeface="Carlito"/>
                <a:cs typeface="Carlito"/>
                <a:sym typeface="Carlito"/>
              </a:endParaRPr>
            </a:p>
          </p:txBody>
        </p:sp>
        <p:grpSp>
          <p:nvGrpSpPr>
            <p:cNvPr id="405" name="Google Shape;405;p10"/>
            <p:cNvGrpSpPr/>
            <p:nvPr/>
          </p:nvGrpSpPr>
          <p:grpSpPr>
            <a:xfrm>
              <a:off x="4747914" y="4162357"/>
              <a:ext cx="598041" cy="1117451"/>
              <a:chOff x="3861308" y="4586301"/>
              <a:chExt cx="658953" cy="1231265"/>
            </a:xfrm>
          </p:grpSpPr>
          <p:sp>
            <p:nvSpPr>
              <p:cNvPr id="406" name="Google Shape;406;p10"/>
              <p:cNvSpPr/>
              <p:nvPr/>
            </p:nvSpPr>
            <p:spPr>
              <a:xfrm>
                <a:off x="3866846" y="4586301"/>
                <a:ext cx="653415" cy="1231265"/>
              </a:xfrm>
              <a:custGeom>
                <a:rect b="b" l="l" r="r" t="t"/>
                <a:pathLst>
                  <a:path extrusionOk="0" h="1231264" w="653414">
                    <a:moveTo>
                      <a:pt x="275756" y="1231044"/>
                    </a:moveTo>
                    <a:lnTo>
                      <a:pt x="262248" y="870525"/>
                    </a:lnTo>
                  </a:path>
                  <a:path extrusionOk="0" h="1231264" w="653414">
                    <a:moveTo>
                      <a:pt x="251685" y="1208548"/>
                    </a:moveTo>
                    <a:lnTo>
                      <a:pt x="275756" y="1231044"/>
                    </a:lnTo>
                    <a:lnTo>
                      <a:pt x="298096" y="1206799"/>
                    </a:lnTo>
                  </a:path>
                  <a:path extrusionOk="0" h="1231264" w="653414">
                    <a:moveTo>
                      <a:pt x="286320" y="893021"/>
                    </a:moveTo>
                    <a:lnTo>
                      <a:pt x="262248" y="870525"/>
                    </a:lnTo>
                    <a:lnTo>
                      <a:pt x="239966" y="894827"/>
                    </a:lnTo>
                  </a:path>
                  <a:path extrusionOk="0" h="1231264" w="653414">
                    <a:moveTo>
                      <a:pt x="653342" y="584721"/>
                    </a:moveTo>
                    <a:lnTo>
                      <a:pt x="262248" y="655764"/>
                    </a:lnTo>
                  </a:path>
                  <a:path extrusionOk="0" h="1231264" w="653414">
                    <a:moveTo>
                      <a:pt x="634581" y="611937"/>
                    </a:moveTo>
                    <a:lnTo>
                      <a:pt x="653342" y="584721"/>
                    </a:lnTo>
                    <a:lnTo>
                      <a:pt x="626384" y="565780"/>
                    </a:lnTo>
                  </a:path>
                  <a:path extrusionOk="0" h="1231264" w="653414">
                    <a:moveTo>
                      <a:pt x="281009" y="628547"/>
                    </a:moveTo>
                    <a:lnTo>
                      <a:pt x="262248" y="655764"/>
                    </a:lnTo>
                    <a:lnTo>
                      <a:pt x="289206" y="674646"/>
                    </a:lnTo>
                  </a:path>
                  <a:path extrusionOk="0" h="1231264" w="653414">
                    <a:moveTo>
                      <a:pt x="7215" y="559078"/>
                    </a:moveTo>
                    <a:lnTo>
                      <a:pt x="262248" y="655764"/>
                    </a:lnTo>
                  </a:path>
                  <a:path extrusionOk="0" h="1231264" w="653414">
                    <a:moveTo>
                      <a:pt x="37060" y="545382"/>
                    </a:moveTo>
                    <a:lnTo>
                      <a:pt x="7215" y="559078"/>
                    </a:lnTo>
                    <a:lnTo>
                      <a:pt x="20781" y="589266"/>
                    </a:lnTo>
                  </a:path>
                  <a:path extrusionOk="0" h="1231264" w="653414">
                    <a:moveTo>
                      <a:pt x="232346" y="669459"/>
                    </a:moveTo>
                    <a:lnTo>
                      <a:pt x="262248" y="655764"/>
                    </a:lnTo>
                    <a:lnTo>
                      <a:pt x="248683" y="625575"/>
                    </a:lnTo>
                  </a:path>
                  <a:path extrusionOk="0" h="1231264" w="653414">
                    <a:moveTo>
                      <a:pt x="169021" y="0"/>
                    </a:moveTo>
                    <a:lnTo>
                      <a:pt x="7215" y="257596"/>
                    </a:lnTo>
                  </a:path>
                  <a:path extrusionOk="0" h="1231264" w="653414">
                    <a:moveTo>
                      <a:pt x="176237" y="32345"/>
                    </a:moveTo>
                    <a:lnTo>
                      <a:pt x="169021" y="0"/>
                    </a:lnTo>
                    <a:lnTo>
                      <a:pt x="137041" y="7226"/>
                    </a:lnTo>
                  </a:path>
                  <a:path extrusionOk="0" h="1231264" w="653414">
                    <a:moveTo>
                      <a:pt x="0" y="225309"/>
                    </a:moveTo>
                    <a:lnTo>
                      <a:pt x="7215" y="257596"/>
                    </a:lnTo>
                    <a:lnTo>
                      <a:pt x="39195" y="250369"/>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407" name="Google Shape;407;p10"/>
              <p:cNvSpPr/>
              <p:nvPr/>
            </p:nvSpPr>
            <p:spPr>
              <a:xfrm>
                <a:off x="3861308" y="4666139"/>
                <a:ext cx="187960" cy="98425"/>
              </a:xfrm>
              <a:custGeom>
                <a:rect b="b" l="l" r="r" t="t"/>
                <a:pathLst>
                  <a:path extrusionOk="0" h="98425" w="187960">
                    <a:moveTo>
                      <a:pt x="187360" y="0"/>
                    </a:moveTo>
                    <a:lnTo>
                      <a:pt x="0" y="0"/>
                    </a:lnTo>
                    <a:lnTo>
                      <a:pt x="0" y="97910"/>
                    </a:lnTo>
                    <a:lnTo>
                      <a:pt x="187360" y="97910"/>
                    </a:lnTo>
                    <a:lnTo>
                      <a:pt x="18736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grpSp>
        <p:sp>
          <p:nvSpPr>
            <p:cNvPr id="408" name="Google Shape;408;p10"/>
            <p:cNvSpPr txBox="1"/>
            <p:nvPr/>
          </p:nvSpPr>
          <p:spPr>
            <a:xfrm>
              <a:off x="4736384" y="4215891"/>
              <a:ext cx="193638" cy="101268"/>
            </a:xfrm>
            <a:prstGeom prst="rect">
              <a:avLst/>
            </a:prstGeom>
            <a:noFill/>
            <a:ln>
              <a:noFill/>
            </a:ln>
          </p:spPr>
          <p:txBody>
            <a:bodyPr anchorCtr="0" anchor="t" bIns="0" lIns="0" spcFirstLastPara="1" rIns="0" wrap="square" tIns="10350">
              <a:spAutoFit/>
            </a:bodyPr>
            <a:lstStyle/>
            <a:p>
              <a:pPr indent="0" lvl="0" marL="11527" marR="0" rtl="0" algn="l">
                <a:lnSpc>
                  <a:spcPct val="100000"/>
                </a:lnSpc>
                <a:spcBef>
                  <a:spcPts val="0"/>
                </a:spcBef>
                <a:spcAft>
                  <a:spcPts val="0"/>
                </a:spcAft>
                <a:buClr>
                  <a:srgbClr val="000000"/>
                </a:buClr>
                <a:buSzPts val="590"/>
                <a:buFont typeface="Arial"/>
                <a:buNone/>
              </a:pPr>
              <a:r>
                <a:rPr b="0" i="0" lang="en-US" sz="590" u="none" cap="none" strike="noStrike">
                  <a:solidFill>
                    <a:schemeClr val="dk1"/>
                  </a:solidFill>
                  <a:latin typeface="Carlito"/>
                  <a:ea typeface="Carlito"/>
                  <a:cs typeface="Carlito"/>
                  <a:sym typeface="Carlito"/>
                </a:rPr>
                <a:t>SMTP</a:t>
              </a:r>
              <a:endParaRPr b="0" i="0" sz="590" u="none" cap="none" strike="noStrike">
                <a:solidFill>
                  <a:schemeClr val="dk1"/>
                </a:solidFill>
                <a:latin typeface="Carlito"/>
                <a:ea typeface="Carlito"/>
                <a:cs typeface="Carlito"/>
                <a:sym typeface="Carlito"/>
              </a:endParaRPr>
            </a:p>
          </p:txBody>
        </p:sp>
        <p:grpSp>
          <p:nvGrpSpPr>
            <p:cNvPr id="409" name="Google Shape;409;p10"/>
            <p:cNvGrpSpPr/>
            <p:nvPr/>
          </p:nvGrpSpPr>
          <p:grpSpPr>
            <a:xfrm>
              <a:off x="5074827" y="4085558"/>
              <a:ext cx="314661" cy="310627"/>
              <a:chOff x="4221518" y="4501679"/>
              <a:chExt cx="346710" cy="342265"/>
            </a:xfrm>
          </p:grpSpPr>
          <p:sp>
            <p:nvSpPr>
              <p:cNvPr id="410" name="Google Shape;410;p10"/>
              <p:cNvSpPr/>
              <p:nvPr/>
            </p:nvSpPr>
            <p:spPr>
              <a:xfrm>
                <a:off x="4264232" y="4501679"/>
                <a:ext cx="260985" cy="342265"/>
              </a:xfrm>
              <a:custGeom>
                <a:rect b="b" l="l" r="r" t="t"/>
                <a:pathLst>
                  <a:path extrusionOk="0" h="342264" w="260985">
                    <a:moveTo>
                      <a:pt x="4848" y="0"/>
                    </a:moveTo>
                    <a:lnTo>
                      <a:pt x="255956" y="342218"/>
                    </a:lnTo>
                  </a:path>
                  <a:path extrusionOk="0" h="342264" w="260985">
                    <a:moveTo>
                      <a:pt x="37290" y="4895"/>
                    </a:moveTo>
                    <a:lnTo>
                      <a:pt x="4848" y="0"/>
                    </a:lnTo>
                    <a:lnTo>
                      <a:pt x="0" y="32753"/>
                    </a:lnTo>
                  </a:path>
                  <a:path extrusionOk="0" h="342264" w="260985">
                    <a:moveTo>
                      <a:pt x="223514" y="337381"/>
                    </a:moveTo>
                    <a:lnTo>
                      <a:pt x="255956" y="342218"/>
                    </a:lnTo>
                    <a:lnTo>
                      <a:pt x="260805" y="309465"/>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411" name="Google Shape;411;p10"/>
              <p:cNvSpPr/>
              <p:nvPr/>
            </p:nvSpPr>
            <p:spPr>
              <a:xfrm>
                <a:off x="4221518" y="4623835"/>
                <a:ext cx="346710" cy="98425"/>
              </a:xfrm>
              <a:custGeom>
                <a:rect b="b" l="l" r="r" t="t"/>
                <a:pathLst>
                  <a:path extrusionOk="0" h="98425" w="346710">
                    <a:moveTo>
                      <a:pt x="346188" y="0"/>
                    </a:moveTo>
                    <a:lnTo>
                      <a:pt x="0" y="0"/>
                    </a:lnTo>
                    <a:lnTo>
                      <a:pt x="0" y="97910"/>
                    </a:lnTo>
                    <a:lnTo>
                      <a:pt x="346188" y="97910"/>
                    </a:lnTo>
                    <a:lnTo>
                      <a:pt x="346188"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grpSp>
        <p:sp>
          <p:nvSpPr>
            <p:cNvPr id="412" name="Google Shape;412;p10"/>
            <p:cNvSpPr txBox="1"/>
            <p:nvPr/>
          </p:nvSpPr>
          <p:spPr>
            <a:xfrm>
              <a:off x="5351165" y="4192560"/>
              <a:ext cx="38036" cy="89768"/>
            </a:xfrm>
            <a:prstGeom prst="rect">
              <a:avLst/>
            </a:prstGeom>
            <a:noFill/>
            <a:ln>
              <a:noFill/>
            </a:ln>
          </p:spPr>
          <p:txBody>
            <a:bodyPr anchorCtr="0" anchor="t" bIns="0" lIns="0" spcFirstLastPara="1" rIns="0" wrap="square" tIns="0">
              <a:spAutoFit/>
            </a:bodyPr>
            <a:lstStyle/>
            <a:p>
              <a:pPr indent="0" lvl="0" marL="0" marR="0" rtl="0" algn="l">
                <a:lnSpc>
                  <a:spcPct val="113898"/>
                </a:lnSpc>
                <a:spcBef>
                  <a:spcPts val="0"/>
                </a:spcBef>
                <a:spcAft>
                  <a:spcPts val="0"/>
                </a:spcAft>
                <a:buClr>
                  <a:srgbClr val="000000"/>
                </a:buClr>
                <a:buSzPts val="590"/>
                <a:buFont typeface="Arial"/>
                <a:buNone/>
              </a:pPr>
              <a:r>
                <a:rPr b="0" i="0" lang="en-US" sz="590" u="none" cap="none" strike="noStrike">
                  <a:solidFill>
                    <a:schemeClr val="dk1"/>
                  </a:solidFill>
                  <a:latin typeface="Carlito"/>
                  <a:ea typeface="Carlito"/>
                  <a:cs typeface="Carlito"/>
                  <a:sym typeface="Carlito"/>
                </a:rPr>
                <a:t>P</a:t>
              </a:r>
              <a:endParaRPr b="0" i="0" sz="590" u="none" cap="none" strike="noStrike">
                <a:solidFill>
                  <a:schemeClr val="dk1"/>
                </a:solidFill>
                <a:latin typeface="Carlito"/>
                <a:ea typeface="Carlito"/>
                <a:cs typeface="Carlito"/>
                <a:sym typeface="Carlito"/>
              </a:endParaRPr>
            </a:p>
          </p:txBody>
        </p:sp>
        <p:grpSp>
          <p:nvGrpSpPr>
            <p:cNvPr id="413" name="Google Shape;413;p10"/>
            <p:cNvGrpSpPr/>
            <p:nvPr/>
          </p:nvGrpSpPr>
          <p:grpSpPr>
            <a:xfrm>
              <a:off x="5671440" y="4393177"/>
              <a:ext cx="318209" cy="302869"/>
              <a:chOff x="4878898" y="4840630"/>
              <a:chExt cx="350619" cy="333717"/>
            </a:xfrm>
          </p:grpSpPr>
          <p:sp>
            <p:nvSpPr>
              <p:cNvPr id="414" name="Google Shape;414;p10"/>
              <p:cNvSpPr/>
              <p:nvPr/>
            </p:nvSpPr>
            <p:spPr>
              <a:xfrm>
                <a:off x="4882070" y="4840630"/>
                <a:ext cx="181546" cy="46456"/>
              </a:xfrm>
              <a:prstGeom prst="rect">
                <a:avLst/>
              </a:prstGeom>
              <a:blipFill rotWithShape="1">
                <a:blip r:embed="rId66">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415" name="Google Shape;415;p10"/>
              <p:cNvSpPr/>
              <p:nvPr/>
            </p:nvSpPr>
            <p:spPr>
              <a:xfrm>
                <a:off x="4883683" y="4840985"/>
                <a:ext cx="175260" cy="46355"/>
              </a:xfrm>
              <a:custGeom>
                <a:rect b="b" l="l" r="r" t="t"/>
                <a:pathLst>
                  <a:path extrusionOk="0" h="46354" w="175260">
                    <a:moveTo>
                      <a:pt x="124053" y="0"/>
                    </a:moveTo>
                    <a:lnTo>
                      <a:pt x="49237" y="1041"/>
                    </a:lnTo>
                    <a:lnTo>
                      <a:pt x="0" y="43002"/>
                    </a:lnTo>
                    <a:lnTo>
                      <a:pt x="16230" y="45808"/>
                    </a:lnTo>
                    <a:lnTo>
                      <a:pt x="54965" y="14795"/>
                    </a:lnTo>
                    <a:lnTo>
                      <a:pt x="118567" y="14795"/>
                    </a:lnTo>
                    <a:lnTo>
                      <a:pt x="157187" y="45859"/>
                    </a:lnTo>
                    <a:lnTo>
                      <a:pt x="175260" y="42595"/>
                    </a:lnTo>
                    <a:lnTo>
                      <a:pt x="124053"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416" name="Google Shape;416;p10"/>
              <p:cNvSpPr/>
              <p:nvPr/>
            </p:nvSpPr>
            <p:spPr>
              <a:xfrm>
                <a:off x="4897132" y="4888283"/>
                <a:ext cx="327660" cy="242570"/>
              </a:xfrm>
              <a:custGeom>
                <a:rect b="b" l="l" r="r" t="t"/>
                <a:pathLst>
                  <a:path extrusionOk="0" h="242570" w="327660">
                    <a:moveTo>
                      <a:pt x="327265" y="0"/>
                    </a:moveTo>
                    <a:lnTo>
                      <a:pt x="0" y="0"/>
                    </a:lnTo>
                    <a:lnTo>
                      <a:pt x="0" y="242351"/>
                    </a:lnTo>
                    <a:lnTo>
                      <a:pt x="327265" y="242351"/>
                    </a:lnTo>
                    <a:lnTo>
                      <a:pt x="327265"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417" name="Google Shape;417;p10"/>
              <p:cNvSpPr/>
              <p:nvPr/>
            </p:nvSpPr>
            <p:spPr>
              <a:xfrm>
                <a:off x="4881499" y="4887086"/>
                <a:ext cx="327596" cy="230555"/>
              </a:xfrm>
              <a:prstGeom prst="rect">
                <a:avLst/>
              </a:prstGeom>
              <a:blipFill rotWithShape="1">
                <a:blip r:embed="rId67">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418" name="Google Shape;418;p10"/>
              <p:cNvSpPr/>
              <p:nvPr/>
            </p:nvSpPr>
            <p:spPr>
              <a:xfrm>
                <a:off x="4881778" y="4887086"/>
                <a:ext cx="322580" cy="231140"/>
              </a:xfrm>
              <a:custGeom>
                <a:rect b="b" l="l" r="r" t="t"/>
                <a:pathLst>
                  <a:path extrusionOk="0" h="231139" w="322579">
                    <a:moveTo>
                      <a:pt x="322351" y="0"/>
                    </a:moveTo>
                    <a:lnTo>
                      <a:pt x="0" y="0"/>
                    </a:lnTo>
                    <a:lnTo>
                      <a:pt x="0" y="230555"/>
                    </a:lnTo>
                    <a:lnTo>
                      <a:pt x="14782" y="228447"/>
                    </a:lnTo>
                    <a:lnTo>
                      <a:pt x="15354" y="16598"/>
                    </a:lnTo>
                    <a:lnTo>
                      <a:pt x="320497" y="16776"/>
                    </a:lnTo>
                    <a:lnTo>
                      <a:pt x="322351"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419" name="Google Shape;419;p10"/>
              <p:cNvSpPr/>
              <p:nvPr/>
            </p:nvSpPr>
            <p:spPr>
              <a:xfrm>
                <a:off x="4881784" y="4887083"/>
                <a:ext cx="322580" cy="231140"/>
              </a:xfrm>
              <a:custGeom>
                <a:rect b="b" l="l" r="r" t="t"/>
                <a:pathLst>
                  <a:path extrusionOk="0" h="231139" w="322579">
                    <a:moveTo>
                      <a:pt x="0" y="230554"/>
                    </a:moveTo>
                    <a:lnTo>
                      <a:pt x="14777" y="228456"/>
                    </a:lnTo>
                    <a:lnTo>
                      <a:pt x="15355" y="16609"/>
                    </a:lnTo>
                    <a:lnTo>
                      <a:pt x="320494" y="16784"/>
                    </a:lnTo>
                    <a:lnTo>
                      <a:pt x="322341" y="0"/>
                    </a:lnTo>
                    <a:lnTo>
                      <a:pt x="0" y="0"/>
                    </a:lnTo>
                    <a:lnTo>
                      <a:pt x="0" y="230554"/>
                    </a:lnTo>
                    <a:close/>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420" name="Google Shape;420;p10"/>
              <p:cNvSpPr/>
              <p:nvPr/>
            </p:nvSpPr>
            <p:spPr>
              <a:xfrm>
                <a:off x="4878898" y="4840926"/>
                <a:ext cx="330200" cy="276860"/>
              </a:xfrm>
              <a:custGeom>
                <a:rect b="b" l="l" r="r" t="t"/>
                <a:pathLst>
                  <a:path extrusionOk="0" h="276860" w="330200">
                    <a:moveTo>
                      <a:pt x="2886" y="276712"/>
                    </a:moveTo>
                    <a:lnTo>
                      <a:pt x="330152" y="276712"/>
                    </a:lnTo>
                    <a:lnTo>
                      <a:pt x="330152" y="46140"/>
                    </a:lnTo>
                    <a:lnTo>
                      <a:pt x="2886" y="46140"/>
                    </a:lnTo>
                    <a:lnTo>
                      <a:pt x="2886" y="276712"/>
                    </a:lnTo>
                    <a:close/>
                  </a:path>
                  <a:path extrusionOk="0" h="276860" w="330200">
                    <a:moveTo>
                      <a:pt x="1385" y="46157"/>
                    </a:moveTo>
                    <a:lnTo>
                      <a:pt x="183395" y="45807"/>
                    </a:lnTo>
                    <a:lnTo>
                      <a:pt x="184088" y="45807"/>
                    </a:lnTo>
                    <a:lnTo>
                      <a:pt x="184665" y="45283"/>
                    </a:lnTo>
                    <a:lnTo>
                      <a:pt x="184665" y="44584"/>
                    </a:lnTo>
                    <a:lnTo>
                      <a:pt x="184665" y="44176"/>
                    </a:lnTo>
                    <a:lnTo>
                      <a:pt x="184492" y="43826"/>
                    </a:lnTo>
                    <a:lnTo>
                      <a:pt x="184203" y="43593"/>
                    </a:lnTo>
                    <a:lnTo>
                      <a:pt x="129767" y="233"/>
                    </a:lnTo>
                    <a:lnTo>
                      <a:pt x="129537" y="58"/>
                    </a:lnTo>
                    <a:lnTo>
                      <a:pt x="129248" y="0"/>
                    </a:lnTo>
                    <a:lnTo>
                      <a:pt x="128959" y="0"/>
                    </a:lnTo>
                    <a:lnTo>
                      <a:pt x="55936" y="0"/>
                    </a:lnTo>
                    <a:lnTo>
                      <a:pt x="55647" y="0"/>
                    </a:lnTo>
                    <a:lnTo>
                      <a:pt x="55359" y="58"/>
                    </a:lnTo>
                    <a:lnTo>
                      <a:pt x="55186" y="233"/>
                    </a:lnTo>
                    <a:lnTo>
                      <a:pt x="634" y="43884"/>
                    </a:lnTo>
                    <a:lnTo>
                      <a:pt x="57" y="44292"/>
                    </a:lnTo>
                    <a:lnTo>
                      <a:pt x="0" y="45108"/>
                    </a:lnTo>
                    <a:lnTo>
                      <a:pt x="404" y="45633"/>
                    </a:lnTo>
                    <a:lnTo>
                      <a:pt x="634" y="45982"/>
                    </a:lnTo>
                    <a:lnTo>
                      <a:pt x="1039" y="46157"/>
                    </a:lnTo>
                    <a:lnTo>
                      <a:pt x="1385" y="46157"/>
                    </a:lnTo>
                    <a:close/>
                  </a:path>
                </a:pathLst>
              </a:custGeom>
              <a:noFill/>
              <a:ln cap="flat" cmpd="sng" w="9525">
                <a:solidFill>
                  <a:srgbClr val="9A9A9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421" name="Google Shape;421;p10"/>
              <p:cNvSpPr/>
              <p:nvPr/>
            </p:nvSpPr>
            <p:spPr>
              <a:xfrm>
                <a:off x="5014089" y="4956789"/>
                <a:ext cx="215428" cy="217558"/>
              </a:xfrm>
              <a:prstGeom prst="rect">
                <a:avLst/>
              </a:prstGeom>
              <a:blipFill rotWithShape="1">
                <a:blip r:embed="rId68">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grpSp>
        <p:sp>
          <p:nvSpPr>
            <p:cNvPr id="422" name="Google Shape;422;p10"/>
            <p:cNvSpPr txBox="1"/>
            <p:nvPr/>
          </p:nvSpPr>
          <p:spPr>
            <a:xfrm>
              <a:off x="5139577" y="4695627"/>
              <a:ext cx="868487" cy="101268"/>
            </a:xfrm>
            <a:prstGeom prst="rect">
              <a:avLst/>
            </a:prstGeom>
            <a:noFill/>
            <a:ln>
              <a:noFill/>
            </a:ln>
          </p:spPr>
          <p:txBody>
            <a:bodyPr anchorCtr="0" anchor="t" bIns="0" lIns="0" spcFirstLastPara="1" rIns="0" wrap="square" tIns="10350">
              <a:spAutoFit/>
            </a:bodyPr>
            <a:lstStyle/>
            <a:p>
              <a:pPr indent="0" lvl="0" marL="11527" marR="0" rtl="0" algn="l">
                <a:lnSpc>
                  <a:spcPct val="100000"/>
                </a:lnSpc>
                <a:spcBef>
                  <a:spcPts val="0"/>
                </a:spcBef>
                <a:spcAft>
                  <a:spcPts val="0"/>
                </a:spcAft>
                <a:buClr>
                  <a:srgbClr val="000000"/>
                </a:buClr>
                <a:buSzPts val="885"/>
                <a:buFont typeface="Arial"/>
                <a:buNone/>
              </a:pPr>
              <a:r>
                <a:rPr b="0" baseline="30000" i="0" lang="en-US" sz="885" u="none" cap="none" strike="noStrike">
                  <a:solidFill>
                    <a:schemeClr val="dk1"/>
                  </a:solidFill>
                  <a:latin typeface="Carlito"/>
                  <a:ea typeface="Carlito"/>
                  <a:cs typeface="Carlito"/>
                  <a:sym typeface="Carlito"/>
                </a:rPr>
                <a:t>Hộp thư NSD </a:t>
              </a:r>
              <a:r>
                <a:rPr b="0" i="0" lang="en-US" sz="590" u="none" cap="none" strike="noStrike">
                  <a:solidFill>
                    <a:schemeClr val="dk1"/>
                  </a:solidFill>
                  <a:latin typeface="Carlito"/>
                  <a:ea typeface="Carlito"/>
                  <a:cs typeface="Carlito"/>
                  <a:sym typeface="Carlito"/>
                </a:rPr>
                <a:t>Web Server</a:t>
              </a:r>
              <a:endParaRPr b="0" i="0" sz="590" u="none" cap="none" strike="noStrike">
                <a:solidFill>
                  <a:schemeClr val="dk1"/>
                </a:solidFill>
                <a:latin typeface="Carlito"/>
                <a:ea typeface="Carlito"/>
                <a:cs typeface="Carlito"/>
                <a:sym typeface="Carlito"/>
              </a:endParaRPr>
            </a:p>
          </p:txBody>
        </p:sp>
        <p:grpSp>
          <p:nvGrpSpPr>
            <p:cNvPr id="423" name="Google Shape;423;p10"/>
            <p:cNvGrpSpPr/>
            <p:nvPr/>
          </p:nvGrpSpPr>
          <p:grpSpPr>
            <a:xfrm>
              <a:off x="5194430" y="4010926"/>
              <a:ext cx="628170" cy="556708"/>
              <a:chOff x="4353303" y="4419446"/>
              <a:chExt cx="692150" cy="613410"/>
            </a:xfrm>
          </p:grpSpPr>
          <p:sp>
            <p:nvSpPr>
              <p:cNvPr id="424" name="Google Shape;424;p10"/>
              <p:cNvSpPr/>
              <p:nvPr/>
            </p:nvSpPr>
            <p:spPr>
              <a:xfrm>
                <a:off x="4353303" y="4419446"/>
                <a:ext cx="692150" cy="613410"/>
              </a:xfrm>
              <a:custGeom>
                <a:rect b="b" l="l" r="r" t="t"/>
                <a:pathLst>
                  <a:path extrusionOk="0" h="613410" w="692150">
                    <a:moveTo>
                      <a:pt x="328864" y="588043"/>
                    </a:moveTo>
                    <a:lnTo>
                      <a:pt x="528481" y="589674"/>
                    </a:lnTo>
                  </a:path>
                  <a:path extrusionOk="0" h="613410" w="692150">
                    <a:moveTo>
                      <a:pt x="352301" y="564789"/>
                    </a:moveTo>
                    <a:lnTo>
                      <a:pt x="328864" y="588043"/>
                    </a:lnTo>
                    <a:lnTo>
                      <a:pt x="351897" y="611646"/>
                    </a:lnTo>
                  </a:path>
                  <a:path extrusionOk="0" h="613410" w="692150">
                    <a:moveTo>
                      <a:pt x="505102" y="612928"/>
                    </a:moveTo>
                    <a:lnTo>
                      <a:pt x="528481" y="589674"/>
                    </a:lnTo>
                    <a:lnTo>
                      <a:pt x="505506" y="566071"/>
                    </a:lnTo>
                  </a:path>
                  <a:path extrusionOk="0" h="613410" w="692150">
                    <a:moveTo>
                      <a:pt x="0" y="8159"/>
                    </a:moveTo>
                    <a:lnTo>
                      <a:pt x="692134" y="424451"/>
                    </a:lnTo>
                  </a:path>
                  <a:path extrusionOk="0" h="613410" w="692150">
                    <a:moveTo>
                      <a:pt x="31806" y="0"/>
                    </a:moveTo>
                    <a:lnTo>
                      <a:pt x="0" y="8159"/>
                    </a:lnTo>
                    <a:lnTo>
                      <a:pt x="8023" y="40271"/>
                    </a:lnTo>
                  </a:path>
                  <a:path extrusionOk="0" h="613410" w="692150">
                    <a:moveTo>
                      <a:pt x="660327" y="432610"/>
                    </a:moveTo>
                    <a:lnTo>
                      <a:pt x="692134" y="424451"/>
                    </a:lnTo>
                    <a:lnTo>
                      <a:pt x="684110" y="392339"/>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425" name="Google Shape;425;p10"/>
              <p:cNvSpPr/>
              <p:nvPr/>
            </p:nvSpPr>
            <p:spPr>
              <a:xfrm>
                <a:off x="4540504" y="4586827"/>
                <a:ext cx="318135" cy="98425"/>
              </a:xfrm>
              <a:custGeom>
                <a:rect b="b" l="l" r="r" t="t"/>
                <a:pathLst>
                  <a:path extrusionOk="0" h="98425" w="318135">
                    <a:moveTo>
                      <a:pt x="317741" y="0"/>
                    </a:moveTo>
                    <a:lnTo>
                      <a:pt x="0" y="0"/>
                    </a:lnTo>
                    <a:lnTo>
                      <a:pt x="0" y="97910"/>
                    </a:lnTo>
                    <a:lnTo>
                      <a:pt x="317741" y="97910"/>
                    </a:lnTo>
                    <a:lnTo>
                      <a:pt x="317741"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grpSp>
        <p:sp>
          <p:nvSpPr>
            <p:cNvPr id="426" name="Google Shape;426;p10"/>
            <p:cNvSpPr txBox="1"/>
            <p:nvPr/>
          </p:nvSpPr>
          <p:spPr>
            <a:xfrm>
              <a:off x="5040246" y="4143904"/>
              <a:ext cx="647188" cy="101268"/>
            </a:xfrm>
            <a:prstGeom prst="rect">
              <a:avLst/>
            </a:prstGeom>
            <a:noFill/>
            <a:ln>
              <a:noFill/>
            </a:ln>
          </p:spPr>
          <p:txBody>
            <a:bodyPr anchorCtr="0" anchor="t" bIns="0" lIns="0" spcFirstLastPara="1" rIns="0" wrap="square" tIns="10350">
              <a:spAutoFit/>
            </a:bodyPr>
            <a:lstStyle/>
            <a:p>
              <a:pPr indent="0" lvl="0" marL="34580" marR="0" rtl="0" algn="l">
                <a:lnSpc>
                  <a:spcPct val="100000"/>
                </a:lnSpc>
                <a:spcBef>
                  <a:spcPts val="0"/>
                </a:spcBef>
                <a:spcAft>
                  <a:spcPts val="0"/>
                </a:spcAft>
                <a:buClr>
                  <a:srgbClr val="000000"/>
                </a:buClr>
                <a:buSzPts val="885"/>
                <a:buFont typeface="Arial"/>
                <a:buNone/>
              </a:pPr>
              <a:r>
                <a:rPr b="0" baseline="-25000" i="0" lang="en-US" sz="885" u="none" cap="none" strike="noStrike">
                  <a:solidFill>
                    <a:schemeClr val="dk1"/>
                  </a:solidFill>
                  <a:latin typeface="Carlito"/>
                  <a:ea typeface="Carlito"/>
                  <a:cs typeface="Carlito"/>
                  <a:sym typeface="Carlito"/>
                </a:rPr>
                <a:t>POP/IMA </a:t>
              </a:r>
              <a:r>
                <a:rPr b="0" i="0" lang="en-US" sz="590" u="none" cap="none" strike="noStrike">
                  <a:solidFill>
                    <a:schemeClr val="dk1"/>
                  </a:solidFill>
                  <a:latin typeface="Carlito"/>
                  <a:ea typeface="Carlito"/>
                  <a:cs typeface="Carlito"/>
                  <a:sym typeface="Carlito"/>
                </a:rPr>
                <a:t>Web Mail</a:t>
              </a:r>
              <a:endParaRPr b="0" i="0" sz="590" u="none" cap="none" strike="noStrike">
                <a:solidFill>
                  <a:schemeClr val="dk1"/>
                </a:solidFill>
                <a:latin typeface="Carlito"/>
                <a:ea typeface="Carlito"/>
                <a:cs typeface="Carlito"/>
                <a:sym typeface="Carlito"/>
              </a:endParaRPr>
            </a:p>
          </p:txBody>
        </p:sp>
      </p:grpSp>
      <p:sp>
        <p:nvSpPr>
          <p:cNvPr id="427" name="Google Shape;427;p10"/>
          <p:cNvSpPr/>
          <p:nvPr/>
        </p:nvSpPr>
        <p:spPr>
          <a:xfrm>
            <a:off x="7558640" y="1961589"/>
            <a:ext cx="3620809" cy="1895852"/>
          </a:xfrm>
          <a:prstGeom prst="rect">
            <a:avLst/>
          </a:prstGeom>
          <a:blipFill rotWithShape="1">
            <a:blip r:embed="rId69">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34"/>
              <a:buFont typeface="Arial"/>
              <a:buNone/>
            </a:pPr>
            <a:r>
              <a:t/>
            </a:r>
            <a:endParaRPr b="0" i="0" sz="1634" u="none" cap="none" strike="noStrike">
              <a:solidFill>
                <a:schemeClr val="dk1"/>
              </a:solidFill>
              <a:latin typeface="Calibri"/>
              <a:ea typeface="Calibri"/>
              <a:cs typeface="Calibri"/>
              <a:sym typeface="Calibri"/>
            </a:endParaRPr>
          </a:p>
        </p:txBody>
      </p:sp>
      <p:sp>
        <p:nvSpPr>
          <p:cNvPr id="428" name="Google Shape;428;p10"/>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9" name="Google Shape;429;p10"/>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i="0" lang="en-US" sz="4400" u="none" cap="none" strike="noStrike">
                <a:solidFill>
                  <a:schemeClr val="lt1"/>
                </a:solidFill>
                <a:latin typeface="Calibri"/>
                <a:ea typeface="Calibri"/>
                <a:cs typeface="Calibri"/>
                <a:sym typeface="Calibri"/>
              </a:rPr>
              <a:t>1. Định nghĩa</a:t>
            </a:r>
            <a:endParaRPr b="1" i="0" sz="4400" u="none" cap="none" strike="noStrike">
              <a:solidFill>
                <a:schemeClr val="lt1"/>
              </a:solidFill>
              <a:latin typeface="Calibri"/>
              <a:ea typeface="Calibri"/>
              <a:cs typeface="Calibri"/>
              <a:sym typeface="Calibri"/>
            </a:endParaRPr>
          </a:p>
        </p:txBody>
      </p:sp>
      <p:sp>
        <p:nvSpPr>
          <p:cNvPr id="430" name="Google Shape;430;p10"/>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11"/>
          <p:cNvSpPr txBox="1"/>
          <p:nvPr/>
        </p:nvSpPr>
        <p:spPr>
          <a:xfrm>
            <a:off x="990600" y="2133600"/>
            <a:ext cx="5486400" cy="2032705"/>
          </a:xfrm>
          <a:prstGeom prst="rect">
            <a:avLst/>
          </a:prstGeom>
          <a:noFill/>
          <a:ln>
            <a:noFill/>
          </a:ln>
        </p:spPr>
        <p:txBody>
          <a:bodyPr anchorCtr="0" anchor="t" bIns="0" lIns="0" spcFirstLastPara="1" rIns="0" wrap="square" tIns="11525">
            <a:spAutoFit/>
          </a:bodyPr>
          <a:lstStyle/>
          <a:p>
            <a:pPr indent="-501404" lvl="1" marL="512354" marR="0" rtl="0" algn="l">
              <a:lnSpc>
                <a:spcPct val="100000"/>
              </a:lnSpc>
              <a:spcBef>
                <a:spcPts val="0"/>
              </a:spcBef>
              <a:spcAft>
                <a:spcPts val="0"/>
              </a:spcAft>
              <a:buClr>
                <a:schemeClr val="dk1"/>
              </a:buClr>
              <a:buSzPts val="3200"/>
              <a:buFont typeface="Calibri"/>
              <a:buAutoNum type="arabicPeriod"/>
            </a:pPr>
            <a:r>
              <a:rPr b="0" i="0" lang="en-US" sz="3200" u="none" cap="none" strike="noStrike">
                <a:solidFill>
                  <a:schemeClr val="dk1"/>
                </a:solidFill>
                <a:latin typeface="Calibri"/>
                <a:ea typeface="Calibri"/>
                <a:cs typeface="Calibri"/>
                <a:sym typeface="Calibri"/>
              </a:rPr>
              <a:t>Chia sẻ tài nguyên</a:t>
            </a:r>
            <a:endParaRPr b="0" i="0" sz="3200" u="none" cap="none" strike="noStrike">
              <a:solidFill>
                <a:schemeClr val="dk1"/>
              </a:solidFill>
              <a:latin typeface="Calibri"/>
              <a:ea typeface="Calibri"/>
              <a:cs typeface="Calibri"/>
              <a:sym typeface="Calibri"/>
            </a:endParaRPr>
          </a:p>
          <a:p>
            <a:pPr indent="-496217" lvl="1" marL="507167" marR="0" rtl="0" algn="l">
              <a:lnSpc>
                <a:spcPct val="100000"/>
              </a:lnSpc>
              <a:spcBef>
                <a:spcPts val="86"/>
              </a:spcBef>
              <a:spcAft>
                <a:spcPts val="0"/>
              </a:spcAft>
              <a:buClr>
                <a:schemeClr val="dk1"/>
              </a:buClr>
              <a:buSzPts val="3200"/>
              <a:buFont typeface="Calibri"/>
              <a:buAutoNum type="arabicPeriod"/>
            </a:pPr>
            <a:r>
              <a:rPr b="0" i="0" lang="en-US" sz="3200" u="none" cap="none" strike="noStrike">
                <a:solidFill>
                  <a:schemeClr val="dk1"/>
                </a:solidFill>
                <a:latin typeface="Calibri"/>
                <a:ea typeface="Calibri"/>
                <a:cs typeface="Calibri"/>
                <a:sym typeface="Calibri"/>
              </a:rPr>
              <a:t>Tính trong suốt (transparency)</a:t>
            </a:r>
            <a:endParaRPr b="0" i="0" sz="3200" u="none" cap="none" strike="noStrike">
              <a:solidFill>
                <a:schemeClr val="dk1"/>
              </a:solidFill>
              <a:latin typeface="Calibri"/>
              <a:ea typeface="Calibri"/>
              <a:cs typeface="Calibri"/>
              <a:sym typeface="Calibri"/>
            </a:endParaRPr>
          </a:p>
          <a:p>
            <a:pPr indent="-496217" lvl="1" marL="507167" marR="0" rtl="0" algn="l">
              <a:lnSpc>
                <a:spcPct val="100000"/>
              </a:lnSpc>
              <a:spcBef>
                <a:spcPts val="195"/>
              </a:spcBef>
              <a:spcAft>
                <a:spcPts val="0"/>
              </a:spcAft>
              <a:buClr>
                <a:schemeClr val="dk1"/>
              </a:buClr>
              <a:buSzPts val="3200"/>
              <a:buFont typeface="Calibri"/>
              <a:buAutoNum type="arabicPeriod"/>
            </a:pPr>
            <a:r>
              <a:rPr b="0" i="0" lang="en-US" sz="3200" u="none" cap="none" strike="noStrike">
                <a:solidFill>
                  <a:schemeClr val="dk1"/>
                </a:solidFill>
                <a:latin typeface="Calibri"/>
                <a:ea typeface="Calibri"/>
                <a:cs typeface="Calibri"/>
                <a:sym typeface="Calibri"/>
              </a:rPr>
              <a:t>Tính mở</a:t>
            </a:r>
            <a:endParaRPr b="0" i="0" sz="3200" u="none" cap="none" strike="noStrike">
              <a:solidFill>
                <a:schemeClr val="dk1"/>
              </a:solidFill>
              <a:latin typeface="Calibri"/>
              <a:ea typeface="Calibri"/>
              <a:cs typeface="Calibri"/>
              <a:sym typeface="Calibri"/>
            </a:endParaRPr>
          </a:p>
          <a:p>
            <a:pPr indent="-496217" lvl="1" marL="507167" marR="0" rtl="0" algn="l">
              <a:lnSpc>
                <a:spcPct val="100000"/>
              </a:lnSpc>
              <a:spcBef>
                <a:spcPts val="91"/>
              </a:spcBef>
              <a:spcAft>
                <a:spcPts val="0"/>
              </a:spcAft>
              <a:buClr>
                <a:schemeClr val="dk1"/>
              </a:buClr>
              <a:buSzPts val="3200"/>
              <a:buFont typeface="Calibri"/>
              <a:buAutoNum type="arabicPeriod"/>
            </a:pPr>
            <a:r>
              <a:rPr b="0" i="0" lang="en-US" sz="3200" u="none" cap="none" strike="noStrike">
                <a:solidFill>
                  <a:schemeClr val="dk1"/>
                </a:solidFill>
                <a:latin typeface="Calibri"/>
                <a:ea typeface="Calibri"/>
                <a:cs typeface="Calibri"/>
                <a:sym typeface="Calibri"/>
              </a:rPr>
              <a:t>Tính co giãn (scallability)</a:t>
            </a:r>
            <a:endParaRPr b="0" i="0" sz="3200" u="none" cap="none" strike="noStrike">
              <a:solidFill>
                <a:schemeClr val="dk1"/>
              </a:solidFill>
              <a:latin typeface="Calibri"/>
              <a:ea typeface="Calibri"/>
              <a:cs typeface="Calibri"/>
              <a:sym typeface="Calibri"/>
            </a:endParaRPr>
          </a:p>
        </p:txBody>
      </p:sp>
      <p:sp>
        <p:nvSpPr>
          <p:cNvPr id="436" name="Google Shape;436;p11"/>
          <p:cNvSpPr txBox="1"/>
          <p:nvPr/>
        </p:nvSpPr>
        <p:spPr>
          <a:xfrm>
            <a:off x="2328991" y="1987892"/>
            <a:ext cx="164823" cy="360837"/>
          </a:xfrm>
          <a:prstGeom prst="rect">
            <a:avLst/>
          </a:prstGeom>
          <a:noFill/>
          <a:ln>
            <a:noFill/>
          </a:ln>
        </p:spPr>
        <p:txBody>
          <a:bodyPr anchorCtr="0" anchor="t" bIns="0" lIns="0" spcFirstLastPara="1" rIns="0" wrap="square" tIns="11525">
            <a:spAutoFit/>
          </a:bodyPr>
          <a:lstStyle/>
          <a:p>
            <a:pPr indent="0" lvl="0" marL="0" marR="0" rtl="0" algn="l">
              <a:lnSpc>
                <a:spcPct val="100000"/>
              </a:lnSpc>
              <a:spcBef>
                <a:spcPts val="0"/>
              </a:spcBef>
              <a:spcAft>
                <a:spcPts val="0"/>
              </a:spcAft>
              <a:buClr>
                <a:srgbClr val="000000"/>
              </a:buClr>
              <a:buSzPts val="2269"/>
              <a:buFont typeface="Arial"/>
              <a:buNone/>
            </a:pPr>
            <a:r>
              <a:rPr b="1" i="0" lang="en-US" sz="2269" u="none" cap="none" strike="noStrike">
                <a:solidFill>
                  <a:srgbClr val="FFFFFF"/>
                </a:solidFill>
                <a:latin typeface="Trebuchet MS"/>
                <a:ea typeface="Trebuchet MS"/>
                <a:cs typeface="Trebuchet MS"/>
                <a:sym typeface="Trebuchet MS"/>
              </a:rPr>
              <a:t>9</a:t>
            </a:r>
            <a:endParaRPr b="0" i="0" sz="2269" u="none" cap="none" strike="noStrike">
              <a:solidFill>
                <a:schemeClr val="dk1"/>
              </a:solidFill>
              <a:latin typeface="Trebuchet MS"/>
              <a:ea typeface="Trebuchet MS"/>
              <a:cs typeface="Trebuchet MS"/>
              <a:sym typeface="Trebuchet MS"/>
            </a:endParaRPr>
          </a:p>
        </p:txBody>
      </p:sp>
      <p:sp>
        <p:nvSpPr>
          <p:cNvPr id="437" name="Google Shape;437;p11"/>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8" name="Google Shape;438;p11"/>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i="0" lang="en-US" sz="4400" u="none" cap="none" strike="noStrike">
                <a:solidFill>
                  <a:schemeClr val="lt1"/>
                </a:solidFill>
                <a:latin typeface="Calibri"/>
                <a:ea typeface="Calibri"/>
                <a:cs typeface="Calibri"/>
                <a:sym typeface="Calibri"/>
              </a:rPr>
              <a:t>2. Đặc điểm</a:t>
            </a:r>
            <a:endParaRPr b="1" i="0" sz="4400" u="none" cap="none" strike="noStrike">
              <a:solidFill>
                <a:schemeClr val="lt1"/>
              </a:solidFill>
              <a:latin typeface="Calibri"/>
              <a:ea typeface="Calibri"/>
              <a:cs typeface="Calibri"/>
              <a:sym typeface="Calibri"/>
            </a:endParaRPr>
          </a:p>
        </p:txBody>
      </p:sp>
      <p:sp>
        <p:nvSpPr>
          <p:cNvPr id="439" name="Google Shape;439;p11"/>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12"/>
          <p:cNvSpPr txBox="1"/>
          <p:nvPr>
            <p:ph type="title"/>
          </p:nvPr>
        </p:nvSpPr>
        <p:spPr>
          <a:xfrm>
            <a:off x="838200" y="1568441"/>
            <a:ext cx="4832873" cy="654122"/>
          </a:xfrm>
          <a:prstGeom prst="rect">
            <a:avLst/>
          </a:prstGeom>
          <a:noFill/>
          <a:ln>
            <a:noFill/>
          </a:ln>
        </p:spPr>
        <p:txBody>
          <a:bodyPr anchorCtr="0" anchor="ctr" bIns="0" lIns="0" spcFirstLastPara="1" rIns="0" wrap="square" tIns="11525">
            <a:spAutoFit/>
          </a:bodyPr>
          <a:lstStyle/>
          <a:p>
            <a:pPr indent="0" lvl="0" marL="11527" rtl="0" algn="l">
              <a:lnSpc>
                <a:spcPct val="100000"/>
              </a:lnSpc>
              <a:spcBef>
                <a:spcPts val="0"/>
              </a:spcBef>
              <a:spcAft>
                <a:spcPts val="0"/>
              </a:spcAft>
              <a:buClr>
                <a:schemeClr val="dk1"/>
              </a:buClr>
              <a:buSzPts val="4175"/>
              <a:buFont typeface="Calibri"/>
              <a:buNone/>
            </a:pPr>
            <a:r>
              <a:rPr lang="en-US" sz="4175"/>
              <a:t>2.1. Chia sẻ tài nguyên</a:t>
            </a:r>
            <a:endParaRPr sz="4175"/>
          </a:p>
        </p:txBody>
      </p:sp>
      <p:sp>
        <p:nvSpPr>
          <p:cNvPr id="445" name="Google Shape;445;p12"/>
          <p:cNvSpPr txBox="1"/>
          <p:nvPr/>
        </p:nvSpPr>
        <p:spPr>
          <a:xfrm>
            <a:off x="1295400" y="2438400"/>
            <a:ext cx="4708968" cy="2299401"/>
          </a:xfrm>
          <a:prstGeom prst="rect">
            <a:avLst/>
          </a:prstGeom>
          <a:noFill/>
          <a:ln>
            <a:noFill/>
          </a:ln>
        </p:spPr>
        <p:txBody>
          <a:bodyPr anchorCtr="0" anchor="t" bIns="0" lIns="0" spcFirstLastPara="1" rIns="0" wrap="square" tIns="105450">
            <a:spAutoFit/>
          </a:bodyPr>
          <a:lstStyle/>
          <a:p>
            <a:pPr indent="-300842" lvl="0" marL="311792" marR="0" rtl="0" algn="l">
              <a:lnSpc>
                <a:spcPct val="100000"/>
              </a:lnSpc>
              <a:spcBef>
                <a:spcPts val="0"/>
              </a:spcBef>
              <a:spcAft>
                <a:spcPts val="0"/>
              </a:spcAft>
              <a:buClr>
                <a:srgbClr val="DD8047"/>
              </a:buClr>
              <a:buSzPts val="1440"/>
              <a:buFont typeface="Noto Sans Symbols"/>
              <a:buChar char="◻"/>
            </a:pPr>
            <a:r>
              <a:rPr b="0" i="0" lang="en-US" sz="2400" u="none" cap="none" strike="noStrike">
                <a:solidFill>
                  <a:schemeClr val="dk1"/>
                </a:solidFill>
                <a:latin typeface="Calibri"/>
                <a:ea typeface="Calibri"/>
                <a:cs typeface="Calibri"/>
                <a:sym typeface="Calibri"/>
              </a:rPr>
              <a:t>Kết nối tài nguyên</a:t>
            </a:r>
            <a:endParaRPr b="0" i="0" sz="1400" u="none" cap="none" strike="noStrike">
              <a:solidFill>
                <a:srgbClr val="000000"/>
              </a:solidFill>
              <a:latin typeface="Arial"/>
              <a:ea typeface="Arial"/>
              <a:cs typeface="Arial"/>
              <a:sym typeface="Arial"/>
            </a:endParaRPr>
          </a:p>
          <a:p>
            <a:pPr indent="-300842" lvl="0" marL="311792" marR="0" rtl="0" algn="l">
              <a:lnSpc>
                <a:spcPct val="100000"/>
              </a:lnSpc>
              <a:spcBef>
                <a:spcPts val="740"/>
              </a:spcBef>
              <a:spcAft>
                <a:spcPts val="0"/>
              </a:spcAft>
              <a:buClr>
                <a:srgbClr val="DD8047"/>
              </a:buClr>
              <a:buSzPts val="1440"/>
              <a:buFont typeface="Noto Sans Symbols"/>
              <a:buChar char="◻"/>
            </a:pPr>
            <a:r>
              <a:rPr b="0" i="0" lang="en-US" sz="2400" u="none" cap="none" strike="noStrike">
                <a:solidFill>
                  <a:schemeClr val="dk1"/>
                </a:solidFill>
                <a:latin typeface="Calibri"/>
                <a:ea typeface="Calibri"/>
                <a:cs typeface="Calibri"/>
                <a:sym typeface="Calibri"/>
              </a:rPr>
              <a:t>Giảm chi phí</a:t>
            </a:r>
            <a:endParaRPr b="0" i="0" sz="1400" u="none" cap="none" strike="noStrike">
              <a:solidFill>
                <a:srgbClr val="000000"/>
              </a:solidFill>
              <a:latin typeface="Arial"/>
              <a:ea typeface="Arial"/>
              <a:cs typeface="Arial"/>
              <a:sym typeface="Arial"/>
            </a:endParaRPr>
          </a:p>
          <a:p>
            <a:pPr indent="-300842" lvl="0" marL="311792" marR="0" rtl="0" algn="l">
              <a:lnSpc>
                <a:spcPct val="100000"/>
              </a:lnSpc>
              <a:spcBef>
                <a:spcPts val="631"/>
              </a:spcBef>
              <a:spcAft>
                <a:spcPts val="0"/>
              </a:spcAft>
              <a:buClr>
                <a:srgbClr val="DD8047"/>
              </a:buClr>
              <a:buSzPts val="1440"/>
              <a:buFont typeface="Noto Sans Symbols"/>
              <a:buChar char="◻"/>
            </a:pPr>
            <a:r>
              <a:rPr b="0" i="0" lang="en-US" sz="2400" u="none" cap="none" strike="noStrike">
                <a:solidFill>
                  <a:schemeClr val="dk1"/>
                </a:solidFill>
                <a:latin typeface="Calibri"/>
                <a:ea typeface="Calibri"/>
                <a:cs typeface="Calibri"/>
                <a:sym typeface="Calibri"/>
              </a:rPr>
              <a:t>Tăng tính sẵn sàng</a:t>
            </a:r>
            <a:endParaRPr b="0" i="0" sz="2400" u="none" cap="none" strike="noStrike">
              <a:solidFill>
                <a:schemeClr val="dk1"/>
              </a:solidFill>
              <a:latin typeface="Calibri"/>
              <a:ea typeface="Calibri"/>
              <a:cs typeface="Calibri"/>
              <a:sym typeface="Calibri"/>
            </a:endParaRPr>
          </a:p>
          <a:p>
            <a:pPr indent="-300842" lvl="0" marL="311792" marR="0" rtl="0" algn="l">
              <a:lnSpc>
                <a:spcPct val="100000"/>
              </a:lnSpc>
              <a:spcBef>
                <a:spcPts val="722"/>
              </a:spcBef>
              <a:spcAft>
                <a:spcPts val="0"/>
              </a:spcAft>
              <a:buClr>
                <a:srgbClr val="DD8047"/>
              </a:buClr>
              <a:buSzPts val="1440"/>
              <a:buFont typeface="Noto Sans Symbols"/>
              <a:buChar char="◻"/>
            </a:pPr>
            <a:r>
              <a:rPr b="0" i="0" lang="en-US" sz="2400" u="none" cap="none" strike="noStrike">
                <a:solidFill>
                  <a:schemeClr val="dk1"/>
                </a:solidFill>
                <a:latin typeface="Calibri"/>
                <a:ea typeface="Calibri"/>
                <a:cs typeface="Calibri"/>
                <a:sym typeface="Calibri"/>
              </a:rPr>
              <a:t>Hỗ trợ làm việc nhóm</a:t>
            </a:r>
            <a:endParaRPr b="0" i="0" sz="1400" u="none" cap="none" strike="noStrike">
              <a:solidFill>
                <a:srgbClr val="000000"/>
              </a:solidFill>
              <a:latin typeface="Arial"/>
              <a:ea typeface="Arial"/>
              <a:cs typeface="Arial"/>
              <a:sym typeface="Arial"/>
            </a:endParaRPr>
          </a:p>
          <a:p>
            <a:pPr indent="-300842" lvl="0" marL="311792" marR="0" rtl="0" algn="l">
              <a:lnSpc>
                <a:spcPct val="100000"/>
              </a:lnSpc>
              <a:spcBef>
                <a:spcPts val="653"/>
              </a:spcBef>
              <a:spcAft>
                <a:spcPts val="0"/>
              </a:spcAft>
              <a:buClr>
                <a:srgbClr val="DD8047"/>
              </a:buClr>
              <a:buSzPts val="1440"/>
              <a:buFont typeface="Noto Sans Symbols"/>
              <a:buChar char="◻"/>
            </a:pPr>
            <a:r>
              <a:rPr b="0" i="0" lang="en-US" sz="2400" u="none" cap="none" strike="noStrike">
                <a:solidFill>
                  <a:schemeClr val="dk1"/>
                </a:solidFill>
                <a:latin typeface="Calibri"/>
                <a:ea typeface="Calibri"/>
                <a:cs typeface="Calibri"/>
                <a:sym typeface="Calibri"/>
              </a:rPr>
              <a:t>Tăng rủi ro về an toàn thông tin</a:t>
            </a:r>
            <a:endParaRPr b="0" i="0" sz="2400" u="none" cap="none" strike="noStrike">
              <a:solidFill>
                <a:schemeClr val="dk1"/>
              </a:solidFill>
              <a:latin typeface="Calibri"/>
              <a:ea typeface="Calibri"/>
              <a:cs typeface="Calibri"/>
              <a:sym typeface="Calibri"/>
            </a:endParaRPr>
          </a:p>
        </p:txBody>
      </p:sp>
      <p:sp>
        <p:nvSpPr>
          <p:cNvPr id="446" name="Google Shape;446;p12"/>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47" name="Google Shape;447;p12"/>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i="0" lang="en-US" sz="4400" u="none" cap="none" strike="noStrike">
                <a:solidFill>
                  <a:schemeClr val="lt1"/>
                </a:solidFill>
                <a:latin typeface="Calibri"/>
                <a:ea typeface="Calibri"/>
                <a:cs typeface="Calibri"/>
                <a:sym typeface="Calibri"/>
              </a:rPr>
              <a:t>2. Đặc điểm</a:t>
            </a:r>
            <a:endParaRPr b="1" i="0" sz="4400" u="none" cap="none" strike="noStrike">
              <a:solidFill>
                <a:schemeClr val="lt1"/>
              </a:solidFill>
              <a:latin typeface="Calibri"/>
              <a:ea typeface="Calibri"/>
              <a:cs typeface="Calibri"/>
              <a:sym typeface="Calibri"/>
            </a:endParaRPr>
          </a:p>
        </p:txBody>
      </p:sp>
      <p:sp>
        <p:nvSpPr>
          <p:cNvPr id="448" name="Google Shape;448;p12"/>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3"/>
          <p:cNvSpPr txBox="1"/>
          <p:nvPr>
            <p:ph type="title"/>
          </p:nvPr>
        </p:nvSpPr>
        <p:spPr>
          <a:xfrm>
            <a:off x="838200" y="1581906"/>
            <a:ext cx="4832873" cy="627192"/>
          </a:xfrm>
          <a:prstGeom prst="rect">
            <a:avLst/>
          </a:prstGeom>
          <a:noFill/>
          <a:ln>
            <a:noFill/>
          </a:ln>
        </p:spPr>
        <p:txBody>
          <a:bodyPr anchorCtr="0" anchor="ctr" bIns="0" lIns="0" spcFirstLastPara="1" rIns="0" wrap="square" tIns="11525">
            <a:spAutoFit/>
          </a:bodyPr>
          <a:lstStyle/>
          <a:p>
            <a:pPr indent="0" lvl="0" marL="11527" rtl="0" algn="l">
              <a:lnSpc>
                <a:spcPct val="100000"/>
              </a:lnSpc>
              <a:spcBef>
                <a:spcPts val="0"/>
              </a:spcBef>
              <a:spcAft>
                <a:spcPts val="0"/>
              </a:spcAft>
              <a:buClr>
                <a:schemeClr val="dk1"/>
              </a:buClr>
              <a:buSzPts val="4000"/>
              <a:buFont typeface="Calibri"/>
              <a:buNone/>
            </a:pPr>
            <a:r>
              <a:rPr lang="en-US" sz="4000"/>
              <a:t>2.2. Giảm chi phí</a:t>
            </a:r>
            <a:endParaRPr sz="4000"/>
          </a:p>
        </p:txBody>
      </p:sp>
      <p:sp>
        <p:nvSpPr>
          <p:cNvPr id="454" name="Google Shape;454;p13"/>
          <p:cNvSpPr txBox="1"/>
          <p:nvPr/>
        </p:nvSpPr>
        <p:spPr>
          <a:xfrm>
            <a:off x="1295400" y="2438400"/>
            <a:ext cx="9982200" cy="968267"/>
          </a:xfrm>
          <a:prstGeom prst="rect">
            <a:avLst/>
          </a:prstGeom>
          <a:noFill/>
          <a:ln>
            <a:noFill/>
          </a:ln>
        </p:spPr>
        <p:txBody>
          <a:bodyPr anchorCtr="0" anchor="t" bIns="0" lIns="0" spcFirstLastPara="1" rIns="0" wrap="square" tIns="105450">
            <a:spAutoFit/>
          </a:bodyPr>
          <a:lstStyle/>
          <a:p>
            <a:pPr indent="-300842" lvl="0" marL="311792" marR="0" rtl="0" algn="l">
              <a:lnSpc>
                <a:spcPct val="100000"/>
              </a:lnSpc>
              <a:spcBef>
                <a:spcPts val="0"/>
              </a:spcBef>
              <a:spcAft>
                <a:spcPts val="0"/>
              </a:spcAft>
              <a:buClr>
                <a:srgbClr val="DD8047"/>
              </a:buClr>
              <a:buSzPts val="1680"/>
              <a:buFont typeface="Noto Sans Symbols"/>
              <a:buChar char="◻"/>
            </a:pPr>
            <a:r>
              <a:rPr b="0" i="0" lang="en-US" sz="2800" u="none" cap="none" strike="noStrike">
                <a:solidFill>
                  <a:schemeClr val="dk1"/>
                </a:solidFill>
                <a:latin typeface="Calibri"/>
                <a:ea typeface="Calibri"/>
                <a:cs typeface="Calibri"/>
                <a:sym typeface="Calibri"/>
              </a:rPr>
              <a:t>Nếu sử dụng phần cứng thông dụng cho các máy tính thành phần, thu được tỷ lệ giá/hiệu năng tốt hơn</a:t>
            </a:r>
            <a:endParaRPr b="0" i="0" sz="2723" u="none" cap="none" strike="noStrike">
              <a:solidFill>
                <a:schemeClr val="dk1"/>
              </a:solidFill>
              <a:latin typeface="Calibri"/>
              <a:ea typeface="Calibri"/>
              <a:cs typeface="Calibri"/>
              <a:sym typeface="Calibri"/>
            </a:endParaRPr>
          </a:p>
        </p:txBody>
      </p:sp>
      <p:sp>
        <p:nvSpPr>
          <p:cNvPr id="455" name="Google Shape;455;p13"/>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56" name="Google Shape;456;p13"/>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i="0" lang="en-US" sz="4400" u="none" cap="none" strike="noStrike">
                <a:solidFill>
                  <a:schemeClr val="lt1"/>
                </a:solidFill>
                <a:latin typeface="Calibri"/>
                <a:ea typeface="Calibri"/>
                <a:cs typeface="Calibri"/>
                <a:sym typeface="Calibri"/>
              </a:rPr>
              <a:t>2. Đặc điểm</a:t>
            </a:r>
            <a:endParaRPr b="1" i="0" sz="4400" u="none" cap="none" strike="noStrike">
              <a:solidFill>
                <a:schemeClr val="lt1"/>
              </a:solidFill>
              <a:latin typeface="Calibri"/>
              <a:ea typeface="Calibri"/>
              <a:cs typeface="Calibri"/>
              <a:sym typeface="Calibri"/>
            </a:endParaRPr>
          </a:p>
        </p:txBody>
      </p:sp>
      <p:sp>
        <p:nvSpPr>
          <p:cNvPr id="457" name="Google Shape;457;p13"/>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14"/>
          <p:cNvSpPr txBox="1"/>
          <p:nvPr>
            <p:ph type="title"/>
          </p:nvPr>
        </p:nvSpPr>
        <p:spPr>
          <a:xfrm>
            <a:off x="838200" y="1518469"/>
            <a:ext cx="7330568" cy="627192"/>
          </a:xfrm>
          <a:prstGeom prst="rect">
            <a:avLst/>
          </a:prstGeom>
          <a:noFill/>
          <a:ln>
            <a:noFill/>
          </a:ln>
        </p:spPr>
        <p:txBody>
          <a:bodyPr anchorCtr="0" anchor="ctr" bIns="0" lIns="0" spcFirstLastPara="1" rIns="0" wrap="square" tIns="11525">
            <a:spAutoFit/>
          </a:bodyPr>
          <a:lstStyle/>
          <a:p>
            <a:pPr indent="0" lvl="0" marL="11527" rtl="0" algn="l">
              <a:lnSpc>
                <a:spcPct val="100000"/>
              </a:lnSpc>
              <a:spcBef>
                <a:spcPts val="0"/>
              </a:spcBef>
              <a:spcAft>
                <a:spcPts val="0"/>
              </a:spcAft>
              <a:buClr>
                <a:schemeClr val="dk1"/>
              </a:buClr>
              <a:buSzPts val="4000"/>
              <a:buFont typeface="Calibri"/>
              <a:buNone/>
            </a:pPr>
            <a:r>
              <a:rPr lang="en-US" sz="4000"/>
              <a:t>2.3. Tính trong suốt (transparency)</a:t>
            </a:r>
            <a:endParaRPr sz="4000"/>
          </a:p>
        </p:txBody>
      </p:sp>
      <p:sp>
        <p:nvSpPr>
          <p:cNvPr id="463" name="Google Shape;463;p14"/>
          <p:cNvSpPr txBox="1"/>
          <p:nvPr/>
        </p:nvSpPr>
        <p:spPr>
          <a:xfrm>
            <a:off x="1447800" y="2133600"/>
            <a:ext cx="8839200" cy="3616913"/>
          </a:xfrm>
          <a:prstGeom prst="rect">
            <a:avLst/>
          </a:prstGeom>
          <a:noFill/>
          <a:ln>
            <a:noFill/>
          </a:ln>
        </p:spPr>
        <p:txBody>
          <a:bodyPr anchorCtr="0" anchor="t" bIns="0" lIns="0" spcFirstLastPara="1" rIns="0" wrap="square" tIns="102000">
            <a:spAutoFit/>
          </a:bodyPr>
          <a:lstStyle/>
          <a:p>
            <a:pPr indent="-300842" lvl="0" marL="311792" marR="0" rtl="0" algn="l">
              <a:lnSpc>
                <a:spcPct val="100000"/>
              </a:lnSpc>
              <a:spcBef>
                <a:spcPts val="0"/>
              </a:spcBef>
              <a:spcAft>
                <a:spcPts val="0"/>
              </a:spcAft>
              <a:buClr>
                <a:srgbClr val="DD8047"/>
              </a:buClr>
              <a:buSzPts val="1440"/>
              <a:buFont typeface="Noto Sans Symbols"/>
              <a:buChar char="◻"/>
            </a:pPr>
            <a:r>
              <a:rPr b="0" i="0" lang="en-US" sz="2400" u="none" cap="none" strike="noStrike">
                <a:solidFill>
                  <a:schemeClr val="dk1"/>
                </a:solidFill>
                <a:latin typeface="Calibri"/>
                <a:ea typeface="Calibri"/>
                <a:cs typeface="Calibri"/>
                <a:sym typeface="Calibri"/>
              </a:rPr>
              <a:t>Hệ thống là duy nhất với NSD</a:t>
            </a:r>
            <a:endParaRPr b="0" i="0" sz="1400" u="none" cap="none" strike="noStrike">
              <a:solidFill>
                <a:srgbClr val="000000"/>
              </a:solidFill>
              <a:latin typeface="Arial"/>
              <a:ea typeface="Arial"/>
              <a:cs typeface="Arial"/>
              <a:sym typeface="Arial"/>
            </a:endParaRPr>
          </a:p>
          <a:p>
            <a:pPr indent="-258192" lvl="1" marL="612635" marR="0" rtl="0" algn="l">
              <a:lnSpc>
                <a:spcPct val="100000"/>
              </a:lnSpc>
              <a:spcBef>
                <a:spcPts val="644"/>
              </a:spcBef>
              <a:spcAft>
                <a:spcPts val="0"/>
              </a:spcAft>
              <a:buClr>
                <a:srgbClr val="94B6D2"/>
              </a:buClr>
              <a:buSzPts val="1689"/>
              <a:buFont typeface="Arial"/>
              <a:buChar char="¤"/>
            </a:pPr>
            <a:r>
              <a:rPr b="0" i="0" lang="en-US" sz="2400" u="none" cap="none" strike="noStrike">
                <a:solidFill>
                  <a:schemeClr val="dk1"/>
                </a:solidFill>
                <a:latin typeface="Calibri"/>
                <a:ea typeface="Calibri"/>
                <a:cs typeface="Calibri"/>
                <a:sym typeface="Calibri"/>
              </a:rPr>
              <a:t>Giao diện giống nhau</a:t>
            </a:r>
            <a:endParaRPr b="0" i="0" sz="2400" u="none" cap="none" strike="noStrike">
              <a:solidFill>
                <a:schemeClr val="dk1"/>
              </a:solidFill>
              <a:latin typeface="Calibri"/>
              <a:ea typeface="Calibri"/>
              <a:cs typeface="Calibri"/>
              <a:sym typeface="Calibri"/>
            </a:endParaRPr>
          </a:p>
          <a:p>
            <a:pPr indent="-258192" lvl="1" marL="612635" marR="0" rtl="0" algn="l">
              <a:lnSpc>
                <a:spcPct val="100000"/>
              </a:lnSpc>
              <a:spcBef>
                <a:spcPts val="499"/>
              </a:spcBef>
              <a:spcAft>
                <a:spcPts val="0"/>
              </a:spcAft>
              <a:buClr>
                <a:srgbClr val="94B6D2"/>
              </a:buClr>
              <a:buSzPts val="1689"/>
              <a:buFont typeface="Arial"/>
              <a:buChar char="¤"/>
            </a:pPr>
            <a:r>
              <a:rPr b="0" i="0" lang="en-US" sz="2400" u="none" cap="none" strike="noStrike">
                <a:solidFill>
                  <a:schemeClr val="dk1"/>
                </a:solidFill>
                <a:latin typeface="Calibri"/>
                <a:ea typeface="Calibri"/>
                <a:cs typeface="Calibri"/>
                <a:sym typeface="Calibri"/>
              </a:rPr>
              <a:t>Cách thức truy cập giống nhau</a:t>
            </a:r>
            <a:endParaRPr b="0" i="0" sz="2400" u="none" cap="none" strike="noStrike">
              <a:solidFill>
                <a:schemeClr val="dk1"/>
              </a:solidFill>
              <a:latin typeface="Calibri"/>
              <a:ea typeface="Calibri"/>
              <a:cs typeface="Calibri"/>
              <a:sym typeface="Calibri"/>
            </a:endParaRPr>
          </a:p>
          <a:p>
            <a:pPr indent="-300842" lvl="0" marL="311792" marR="0" rtl="0" algn="l">
              <a:lnSpc>
                <a:spcPct val="100000"/>
              </a:lnSpc>
              <a:spcBef>
                <a:spcPts val="708"/>
              </a:spcBef>
              <a:spcAft>
                <a:spcPts val="0"/>
              </a:spcAft>
              <a:buClr>
                <a:srgbClr val="DD8047"/>
              </a:buClr>
              <a:buSzPts val="1440"/>
              <a:buFont typeface="Noto Sans Symbols"/>
              <a:buChar char="◻"/>
            </a:pPr>
            <a:r>
              <a:rPr b="0" i="0" lang="en-US" sz="2400" u="none" cap="none" strike="noStrike">
                <a:solidFill>
                  <a:schemeClr val="dk1"/>
                </a:solidFill>
                <a:latin typeface="Calibri"/>
                <a:ea typeface="Calibri"/>
                <a:cs typeface="Calibri"/>
                <a:sym typeface="Calibri"/>
              </a:rPr>
              <a:t>Trong suốt về qui mô và vị trí</a:t>
            </a:r>
            <a:endParaRPr b="0" i="0" sz="2400" u="none" cap="none" strike="noStrike">
              <a:solidFill>
                <a:schemeClr val="dk1"/>
              </a:solidFill>
              <a:latin typeface="Calibri"/>
              <a:ea typeface="Calibri"/>
              <a:cs typeface="Calibri"/>
              <a:sym typeface="Calibri"/>
            </a:endParaRPr>
          </a:p>
          <a:p>
            <a:pPr indent="-300842" lvl="0" marL="311792" marR="0" rtl="0" algn="l">
              <a:lnSpc>
                <a:spcPct val="100000"/>
              </a:lnSpc>
              <a:spcBef>
                <a:spcPts val="717"/>
              </a:spcBef>
              <a:spcAft>
                <a:spcPts val="0"/>
              </a:spcAft>
              <a:buClr>
                <a:srgbClr val="DD8047"/>
              </a:buClr>
              <a:buSzPts val="1440"/>
              <a:buFont typeface="Noto Sans Symbols"/>
              <a:buChar char="◻"/>
            </a:pPr>
            <a:r>
              <a:rPr b="0" i="0" lang="en-US" sz="2400" u="none" cap="none" strike="noStrike">
                <a:solidFill>
                  <a:schemeClr val="dk1"/>
                </a:solidFill>
                <a:latin typeface="Calibri"/>
                <a:ea typeface="Calibri"/>
                <a:cs typeface="Calibri"/>
                <a:sym typeface="Calibri"/>
              </a:rPr>
              <a:t>Che giấu tính phân tán của hệ phân tán</a:t>
            </a:r>
            <a:endParaRPr b="0" i="0" sz="2400" u="none" cap="none" strike="noStrike">
              <a:solidFill>
                <a:schemeClr val="dk1"/>
              </a:solidFill>
              <a:latin typeface="Calibri"/>
              <a:ea typeface="Calibri"/>
              <a:cs typeface="Calibri"/>
              <a:sym typeface="Calibri"/>
            </a:endParaRPr>
          </a:p>
          <a:p>
            <a:pPr indent="-300842" lvl="0" marL="311792" marR="0" rtl="0" algn="l">
              <a:lnSpc>
                <a:spcPct val="100000"/>
              </a:lnSpc>
              <a:spcBef>
                <a:spcPts val="635"/>
              </a:spcBef>
              <a:spcAft>
                <a:spcPts val="0"/>
              </a:spcAft>
              <a:buClr>
                <a:srgbClr val="DD8047"/>
              </a:buClr>
              <a:buSzPts val="1440"/>
              <a:buFont typeface="Noto Sans Symbols"/>
              <a:buChar char="◻"/>
            </a:pPr>
            <a:r>
              <a:rPr b="0" i="0" lang="en-US" sz="2400" u="none" cap="none" strike="noStrike">
                <a:solidFill>
                  <a:schemeClr val="dk1"/>
                </a:solidFill>
                <a:latin typeface="Calibri"/>
                <a:ea typeface="Calibri"/>
                <a:cs typeface="Calibri"/>
                <a:sym typeface="Calibri"/>
              </a:rPr>
              <a:t>Các loại trong suốt (slide sau)</a:t>
            </a:r>
            <a:endParaRPr b="0" i="0" sz="2400" u="none" cap="none" strike="noStrike">
              <a:solidFill>
                <a:schemeClr val="dk1"/>
              </a:solidFill>
              <a:latin typeface="Calibri"/>
              <a:ea typeface="Calibri"/>
              <a:cs typeface="Calibri"/>
              <a:sym typeface="Calibri"/>
            </a:endParaRPr>
          </a:p>
          <a:p>
            <a:pPr indent="-300842" lvl="0" marL="311792" marR="0" rtl="0" algn="l">
              <a:lnSpc>
                <a:spcPct val="100000"/>
              </a:lnSpc>
              <a:spcBef>
                <a:spcPts val="740"/>
              </a:spcBef>
              <a:spcAft>
                <a:spcPts val="0"/>
              </a:spcAft>
              <a:buClr>
                <a:srgbClr val="DD8047"/>
              </a:buClr>
              <a:buSzPts val="1440"/>
              <a:buFont typeface="Noto Sans Symbols"/>
              <a:buChar char="◻"/>
            </a:pPr>
            <a:r>
              <a:rPr b="0" i="0" lang="en-US" sz="2400" u="none" cap="none" strike="noStrike">
                <a:solidFill>
                  <a:schemeClr val="dk1"/>
                </a:solidFill>
                <a:latin typeface="Calibri"/>
                <a:ea typeface="Calibri"/>
                <a:cs typeface="Calibri"/>
                <a:sym typeface="Calibri"/>
              </a:rPr>
              <a:t>Mức độ trong suốt:</a:t>
            </a:r>
            <a:endParaRPr b="0" i="0" sz="2400" u="none" cap="none" strike="noStrike">
              <a:solidFill>
                <a:schemeClr val="dk1"/>
              </a:solidFill>
              <a:latin typeface="Calibri"/>
              <a:ea typeface="Calibri"/>
              <a:cs typeface="Calibri"/>
              <a:sym typeface="Calibri"/>
            </a:endParaRPr>
          </a:p>
          <a:p>
            <a:pPr indent="-258192" lvl="1" marL="612635" marR="0" rtl="0" algn="l">
              <a:lnSpc>
                <a:spcPct val="100000"/>
              </a:lnSpc>
              <a:spcBef>
                <a:spcPts val="531"/>
              </a:spcBef>
              <a:spcAft>
                <a:spcPts val="0"/>
              </a:spcAft>
              <a:buClr>
                <a:srgbClr val="94B6D2"/>
              </a:buClr>
              <a:buSzPts val="1689"/>
              <a:buFont typeface="Arial"/>
              <a:buChar char="¤"/>
            </a:pPr>
            <a:r>
              <a:rPr b="0" i="0" lang="en-US" sz="2400" u="none" cap="none" strike="noStrike">
                <a:solidFill>
                  <a:schemeClr val="dk1"/>
                </a:solidFill>
                <a:latin typeface="Calibri"/>
                <a:ea typeface="Calibri"/>
                <a:cs typeface="Calibri"/>
                <a:sym typeface="Calibri"/>
              </a:rPr>
              <a:t>Cân bằng giữa hiệu năng và độ trong suốt</a:t>
            </a:r>
            <a:endParaRPr b="0" i="0" sz="2400" u="none" cap="none" strike="noStrike">
              <a:solidFill>
                <a:schemeClr val="dk1"/>
              </a:solidFill>
              <a:latin typeface="Calibri"/>
              <a:ea typeface="Calibri"/>
              <a:cs typeface="Calibri"/>
              <a:sym typeface="Calibri"/>
            </a:endParaRPr>
          </a:p>
        </p:txBody>
      </p:sp>
      <p:sp>
        <p:nvSpPr>
          <p:cNvPr id="464" name="Google Shape;464;p14"/>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65" name="Google Shape;465;p14"/>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i="0" lang="en-US" sz="4400" u="none" cap="none" strike="noStrike">
                <a:solidFill>
                  <a:schemeClr val="lt1"/>
                </a:solidFill>
                <a:latin typeface="Calibri"/>
                <a:ea typeface="Calibri"/>
                <a:cs typeface="Calibri"/>
                <a:sym typeface="Calibri"/>
              </a:rPr>
              <a:t>2. Đặc điểm</a:t>
            </a:r>
            <a:endParaRPr b="1" i="0" sz="4400" u="none" cap="none" strike="noStrike">
              <a:solidFill>
                <a:schemeClr val="lt1"/>
              </a:solidFill>
              <a:latin typeface="Calibri"/>
              <a:ea typeface="Calibri"/>
              <a:cs typeface="Calibri"/>
              <a:sym typeface="Calibri"/>
            </a:endParaRPr>
          </a:p>
        </p:txBody>
      </p:sp>
      <p:sp>
        <p:nvSpPr>
          <p:cNvPr id="466" name="Google Shape;466;p14"/>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15"/>
          <p:cNvSpPr txBox="1"/>
          <p:nvPr>
            <p:ph type="title"/>
          </p:nvPr>
        </p:nvSpPr>
        <p:spPr>
          <a:xfrm>
            <a:off x="838200" y="1450350"/>
            <a:ext cx="5825700" cy="654300"/>
          </a:xfrm>
          <a:prstGeom prst="rect">
            <a:avLst/>
          </a:prstGeom>
          <a:noFill/>
          <a:ln>
            <a:noFill/>
          </a:ln>
        </p:spPr>
        <p:txBody>
          <a:bodyPr anchorCtr="0" anchor="ctr" bIns="0" lIns="0" spcFirstLastPara="1" rIns="0" wrap="square" tIns="11525">
            <a:spAutoFit/>
          </a:bodyPr>
          <a:lstStyle/>
          <a:p>
            <a:pPr indent="0" lvl="0" marL="11527" rtl="0" algn="l">
              <a:lnSpc>
                <a:spcPct val="100000"/>
              </a:lnSpc>
              <a:spcBef>
                <a:spcPts val="0"/>
              </a:spcBef>
              <a:spcAft>
                <a:spcPts val="0"/>
              </a:spcAft>
              <a:buClr>
                <a:schemeClr val="dk1"/>
              </a:buClr>
              <a:buSzPts val="4175"/>
              <a:buFont typeface="Calibri"/>
              <a:buNone/>
            </a:pPr>
            <a:r>
              <a:rPr lang="en-US" sz="4175"/>
              <a:t>Các loại trong suốt</a:t>
            </a:r>
            <a:endParaRPr sz="4175"/>
          </a:p>
        </p:txBody>
      </p:sp>
      <p:sp>
        <p:nvSpPr>
          <p:cNvPr id="472" name="Google Shape;472;p15"/>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73" name="Google Shape;473;p15"/>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i="0" lang="en-US" sz="4400" u="none" cap="none" strike="noStrike">
                <a:solidFill>
                  <a:schemeClr val="lt1"/>
                </a:solidFill>
                <a:latin typeface="Calibri"/>
                <a:ea typeface="Calibri"/>
                <a:cs typeface="Calibri"/>
                <a:sym typeface="Calibri"/>
              </a:rPr>
              <a:t>2. Đặc điểm</a:t>
            </a:r>
            <a:endParaRPr b="1" i="0" sz="4400" u="none" cap="none" strike="noStrike">
              <a:solidFill>
                <a:schemeClr val="lt1"/>
              </a:solidFill>
              <a:latin typeface="Calibri"/>
              <a:ea typeface="Calibri"/>
              <a:cs typeface="Calibri"/>
              <a:sym typeface="Calibri"/>
            </a:endParaRPr>
          </a:p>
        </p:txBody>
      </p:sp>
      <p:sp>
        <p:nvSpPr>
          <p:cNvPr id="474" name="Google Shape;474;p15"/>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aphicFrame>
        <p:nvGraphicFramePr>
          <p:cNvPr id="475" name="Google Shape;475;p15"/>
          <p:cNvGraphicFramePr/>
          <p:nvPr/>
        </p:nvGraphicFramePr>
        <p:xfrm>
          <a:off x="381000" y="2057400"/>
          <a:ext cx="3000000" cy="3000000"/>
        </p:xfrm>
        <a:graphic>
          <a:graphicData uri="http://schemas.openxmlformats.org/drawingml/2006/table">
            <a:tbl>
              <a:tblPr bandRow="1" firstRow="1">
                <a:noFill/>
                <a:tableStyleId>{5C323075-4314-4EB2-9CAC-459D9B2DF269}</a:tableStyleId>
              </a:tblPr>
              <a:tblGrid>
                <a:gridCol w="2239550"/>
                <a:gridCol w="9190450"/>
              </a:tblGrid>
              <a:tr h="370850">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Calibri"/>
                          <a:ea typeface="Calibri"/>
                          <a:cs typeface="Calibri"/>
                          <a:sym typeface="Calibri"/>
                        </a:rPr>
                        <a:t>Loại trong suốt</a:t>
                      </a:r>
                      <a:endParaRPr sz="2200" u="none" cap="none" strike="noStrike">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2200"/>
                        <a:buFont typeface="Arial"/>
                        <a:buNone/>
                      </a:pPr>
                      <a:r>
                        <a:rPr lang="en-US" sz="2200" u="none" cap="none" strike="noStrike">
                          <a:latin typeface="Calibri"/>
                          <a:ea typeface="Calibri"/>
                          <a:cs typeface="Calibri"/>
                          <a:sym typeface="Calibri"/>
                        </a:rPr>
                        <a:t>Mô tả</a:t>
                      </a:r>
                      <a:endParaRPr sz="2200" u="none" cap="none" strike="noStrike">
                        <a:latin typeface="Calibri"/>
                        <a:ea typeface="Calibri"/>
                        <a:cs typeface="Calibri"/>
                        <a:sym typeface="Calibri"/>
                      </a:endParaRPr>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latin typeface="Calibri"/>
                          <a:ea typeface="Calibri"/>
                          <a:cs typeface="Calibri"/>
                          <a:sym typeface="Calibri"/>
                        </a:rPr>
                        <a:t>Truy cập</a:t>
                      </a:r>
                      <a:endParaRPr sz="2200" u="none" cap="none" strike="noStrike">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latin typeface="Calibri"/>
                          <a:ea typeface="Calibri"/>
                          <a:cs typeface="Calibri"/>
                          <a:sym typeface="Calibri"/>
                        </a:rPr>
                        <a:t>Che giấu sự khác nhau trong biểu diễn dữ liệu và cách thức truy cập tài nguyên.</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latin typeface="Calibri"/>
                          <a:ea typeface="Calibri"/>
                          <a:cs typeface="Calibri"/>
                          <a:sym typeface="Calibri"/>
                        </a:rPr>
                        <a:t>Địa điểm</a:t>
                      </a:r>
                      <a:endParaRPr sz="2200" u="none" cap="none" strike="noStrike">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latin typeface="Calibri"/>
                          <a:ea typeface="Calibri"/>
                          <a:cs typeface="Calibri"/>
                          <a:sym typeface="Calibri"/>
                        </a:rPr>
                        <a:t>Che giấu vị trí của tài nguyên</a:t>
                      </a:r>
                      <a:endParaRPr sz="2200" u="none" cap="none" strike="noStrike">
                        <a:latin typeface="Calibri"/>
                        <a:ea typeface="Calibri"/>
                        <a:cs typeface="Calibri"/>
                        <a:sym typeface="Calibri"/>
                      </a:endParaRPr>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latin typeface="Calibri"/>
                          <a:ea typeface="Calibri"/>
                          <a:cs typeface="Calibri"/>
                          <a:sym typeface="Calibri"/>
                        </a:rPr>
                        <a:t>Di trú</a:t>
                      </a:r>
                      <a:endParaRPr sz="2200" u="none" cap="none" strike="noStrike">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latin typeface="Calibri"/>
                          <a:ea typeface="Calibri"/>
                          <a:cs typeface="Calibri"/>
                          <a:sym typeface="Calibri"/>
                        </a:rPr>
                        <a:t>Che giấu việc tài nguyên chuyển đến địa điểm khác</a:t>
                      </a:r>
                      <a:endParaRPr sz="2200" u="none" cap="none" strike="noStrike">
                        <a:latin typeface="Calibri"/>
                        <a:ea typeface="Calibri"/>
                        <a:cs typeface="Calibri"/>
                        <a:sym typeface="Calibri"/>
                      </a:endParaRPr>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latin typeface="Calibri"/>
                          <a:ea typeface="Calibri"/>
                          <a:cs typeface="Calibri"/>
                          <a:sym typeface="Calibri"/>
                        </a:rPr>
                        <a:t>Chuyển địa điểm</a:t>
                      </a:r>
                      <a:endParaRPr sz="2200" u="none" cap="none" strike="noStrike">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latin typeface="Calibri"/>
                          <a:ea typeface="Calibri"/>
                          <a:cs typeface="Calibri"/>
                          <a:sym typeface="Calibri"/>
                        </a:rPr>
                        <a:t>Che giấu việc tài nguyên chuyển đến địa điểm khác trong khi đang được sử dụng</a:t>
                      </a:r>
                      <a:endParaRPr sz="2200" u="none" cap="none" strike="noStrike">
                        <a:latin typeface="Calibri"/>
                        <a:ea typeface="Calibri"/>
                        <a:cs typeface="Calibri"/>
                        <a:sym typeface="Calibri"/>
                      </a:endParaRPr>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latin typeface="Calibri"/>
                          <a:ea typeface="Calibri"/>
                          <a:cs typeface="Calibri"/>
                          <a:sym typeface="Calibri"/>
                        </a:rPr>
                        <a:t>Sao lưu</a:t>
                      </a:r>
                      <a:endParaRPr sz="2200" u="none" cap="none" strike="noStrike">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latin typeface="Calibri"/>
                          <a:ea typeface="Calibri"/>
                          <a:cs typeface="Calibri"/>
                          <a:sym typeface="Calibri"/>
                        </a:rPr>
                        <a:t>Che giấu việc dữ liệu được cung cấp từ nhiều bản sao khác nhau</a:t>
                      </a:r>
                      <a:endParaRPr sz="2200" u="none" cap="none" strike="noStrike">
                        <a:latin typeface="Calibri"/>
                        <a:ea typeface="Calibri"/>
                        <a:cs typeface="Calibri"/>
                        <a:sym typeface="Calibri"/>
                      </a:endParaRPr>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latin typeface="Calibri"/>
                          <a:ea typeface="Calibri"/>
                          <a:cs typeface="Calibri"/>
                          <a:sym typeface="Calibri"/>
                        </a:rPr>
                        <a:t>Tương tranh</a:t>
                      </a:r>
                      <a:endParaRPr sz="2200" u="none" cap="none" strike="noStrike">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latin typeface="Calibri"/>
                          <a:ea typeface="Calibri"/>
                          <a:cs typeface="Calibri"/>
                          <a:sym typeface="Calibri"/>
                        </a:rPr>
                        <a:t>Che giấu việc tài nguyên được truy cập đồng thời bởi nhiều NSD</a:t>
                      </a:r>
                      <a:endParaRPr sz="2200" u="none" cap="none" strike="noStrike">
                        <a:latin typeface="Calibri"/>
                        <a:ea typeface="Calibri"/>
                        <a:cs typeface="Calibri"/>
                        <a:sym typeface="Calibri"/>
                      </a:endParaRPr>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latin typeface="Calibri"/>
                          <a:ea typeface="Calibri"/>
                          <a:cs typeface="Calibri"/>
                          <a:sym typeface="Calibri"/>
                        </a:rPr>
                        <a:t>Thứ lỗi</a:t>
                      </a:r>
                      <a:endParaRPr sz="2200" u="none" cap="none" strike="noStrike">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latin typeface="Calibri"/>
                          <a:ea typeface="Calibri"/>
                          <a:cs typeface="Calibri"/>
                          <a:sym typeface="Calibri"/>
                        </a:rPr>
                        <a:t>Che giấu lỗi và quá trình phục hồi của tài nguyên</a:t>
                      </a:r>
                      <a:endParaRPr sz="2200" u="none" cap="none" strike="noStrike">
                        <a:latin typeface="Calibri"/>
                        <a:ea typeface="Calibri"/>
                        <a:cs typeface="Calibri"/>
                        <a:sym typeface="Calibri"/>
                      </a:endParaRPr>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latin typeface="Calibri"/>
                          <a:ea typeface="Calibri"/>
                          <a:cs typeface="Calibri"/>
                          <a:sym typeface="Calibri"/>
                        </a:rPr>
                        <a:t>Bền vững</a:t>
                      </a:r>
                      <a:endParaRPr sz="2200" u="none" cap="none" strike="noStrike">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latin typeface="Calibri"/>
                          <a:ea typeface="Calibri"/>
                          <a:cs typeface="Calibri"/>
                          <a:sym typeface="Calibri"/>
                        </a:rPr>
                        <a:t>Che giấu việc tài nguyên/dữ liệu được lưu trữ bền vững (disk) hoặc không (RAM)</a:t>
                      </a:r>
                      <a:endParaRPr sz="1400" u="none" cap="none" strike="noStrike"/>
                    </a:p>
                  </a:txBody>
                  <a:tcPr marT="45725" marB="45725" marR="91450" marL="91450"/>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16"/>
          <p:cNvSpPr txBox="1"/>
          <p:nvPr>
            <p:ph type="title"/>
          </p:nvPr>
        </p:nvSpPr>
        <p:spPr>
          <a:xfrm>
            <a:off x="838200" y="1466318"/>
            <a:ext cx="2739742" cy="654122"/>
          </a:xfrm>
          <a:prstGeom prst="rect">
            <a:avLst/>
          </a:prstGeom>
          <a:noFill/>
          <a:ln>
            <a:noFill/>
          </a:ln>
        </p:spPr>
        <p:txBody>
          <a:bodyPr anchorCtr="0" anchor="ctr" bIns="0" lIns="0" spcFirstLastPara="1" rIns="0" wrap="square" tIns="11525">
            <a:spAutoFit/>
          </a:bodyPr>
          <a:lstStyle/>
          <a:p>
            <a:pPr indent="0" lvl="0" marL="11527" rtl="0" algn="l">
              <a:lnSpc>
                <a:spcPct val="100000"/>
              </a:lnSpc>
              <a:spcBef>
                <a:spcPts val="0"/>
              </a:spcBef>
              <a:spcAft>
                <a:spcPts val="0"/>
              </a:spcAft>
              <a:buClr>
                <a:schemeClr val="dk1"/>
              </a:buClr>
              <a:buSzPts val="4175"/>
              <a:buFont typeface="Calibri"/>
              <a:buNone/>
            </a:pPr>
            <a:r>
              <a:rPr lang="en-US" sz="4175"/>
              <a:t>2.4. Tính mở</a:t>
            </a:r>
            <a:endParaRPr sz="4175"/>
          </a:p>
        </p:txBody>
      </p:sp>
      <p:sp>
        <p:nvSpPr>
          <p:cNvPr id="481" name="Google Shape;481;p16"/>
          <p:cNvSpPr txBox="1"/>
          <p:nvPr/>
        </p:nvSpPr>
        <p:spPr>
          <a:xfrm>
            <a:off x="990600" y="2185813"/>
            <a:ext cx="10363200" cy="3380048"/>
          </a:xfrm>
          <a:prstGeom prst="rect">
            <a:avLst/>
          </a:prstGeom>
          <a:noFill/>
          <a:ln>
            <a:noFill/>
          </a:ln>
        </p:spPr>
        <p:txBody>
          <a:bodyPr anchorCtr="0" anchor="t" bIns="0" lIns="0" spcFirstLastPara="1" rIns="0" wrap="square" tIns="63375">
            <a:spAutoFit/>
          </a:bodyPr>
          <a:lstStyle/>
          <a:p>
            <a:pPr indent="-300842" lvl="0" marL="311792" marR="25935" rtl="0" algn="just">
              <a:lnSpc>
                <a:spcPct val="106316"/>
              </a:lnSpc>
              <a:spcBef>
                <a:spcPts val="0"/>
              </a:spcBef>
              <a:spcAft>
                <a:spcPts val="0"/>
              </a:spcAft>
              <a:buClr>
                <a:srgbClr val="DD8047"/>
              </a:buClr>
              <a:buSzPts val="1634"/>
              <a:buFont typeface="Noto Sans Symbols"/>
              <a:buChar char="◻"/>
            </a:pPr>
            <a:r>
              <a:rPr b="0" i="0" lang="en-US" sz="2723" u="none" cap="none" strike="noStrike">
                <a:solidFill>
                  <a:schemeClr val="dk1"/>
                </a:solidFill>
                <a:latin typeface="Calibri"/>
                <a:ea typeface="Calibri"/>
                <a:cs typeface="Calibri"/>
                <a:sym typeface="Calibri"/>
              </a:rPr>
              <a:t>Cho phép các thành phần có thể được sản xuất bởi các NSX khác nhau.</a:t>
            </a:r>
            <a:endParaRPr b="0" i="0" sz="1400" u="none" cap="none" strike="noStrike">
              <a:solidFill>
                <a:srgbClr val="000000"/>
              </a:solidFill>
              <a:latin typeface="Arial"/>
              <a:ea typeface="Arial"/>
              <a:cs typeface="Arial"/>
              <a:sym typeface="Arial"/>
            </a:endParaRPr>
          </a:p>
          <a:p>
            <a:pPr indent="-300842" lvl="0" marL="311792" marR="4611" rtl="0" algn="just">
              <a:lnSpc>
                <a:spcPct val="90300"/>
              </a:lnSpc>
              <a:spcBef>
                <a:spcPts val="653"/>
              </a:spcBef>
              <a:spcAft>
                <a:spcPts val="0"/>
              </a:spcAft>
              <a:buClr>
                <a:srgbClr val="DD8047"/>
              </a:buClr>
              <a:buSzPts val="1634"/>
              <a:buFont typeface="Noto Sans Symbols"/>
              <a:buChar char="◻"/>
            </a:pPr>
            <a:r>
              <a:rPr b="0" i="0" lang="en-US" sz="2723" u="none" cap="none" strike="noStrike">
                <a:solidFill>
                  <a:schemeClr val="dk1"/>
                </a:solidFill>
                <a:latin typeface="Calibri"/>
                <a:ea typeface="Calibri"/>
                <a:cs typeface="Calibri"/>
                <a:sym typeface="Calibri"/>
              </a:rPr>
              <a:t>Hệ phân tán mở cung cấp các dịch vụ theo các đặc tả về cú pháp và ngữ nghĩa của các dịch vụ, gọi là </a:t>
            </a:r>
            <a:r>
              <a:rPr b="1" i="0" lang="en-US" sz="2723" u="none" cap="none" strike="noStrike">
                <a:solidFill>
                  <a:schemeClr val="dk1"/>
                </a:solidFill>
                <a:latin typeface="Calibri"/>
                <a:ea typeface="Calibri"/>
                <a:cs typeface="Calibri"/>
                <a:sym typeface="Calibri"/>
              </a:rPr>
              <a:t>giao diện</a:t>
            </a:r>
            <a:endParaRPr b="0" i="0" sz="2723" u="none" cap="none" strike="noStrike">
              <a:solidFill>
                <a:schemeClr val="dk1"/>
              </a:solidFill>
              <a:latin typeface="Calibri"/>
              <a:ea typeface="Calibri"/>
              <a:cs typeface="Calibri"/>
              <a:sym typeface="Calibri"/>
            </a:endParaRPr>
          </a:p>
          <a:p>
            <a:pPr indent="-300842" lvl="0" marL="311792" marR="0" rtl="0" algn="just">
              <a:lnSpc>
                <a:spcPct val="100000"/>
              </a:lnSpc>
              <a:spcBef>
                <a:spcPts val="368"/>
              </a:spcBef>
              <a:spcAft>
                <a:spcPts val="0"/>
              </a:spcAft>
              <a:buClr>
                <a:srgbClr val="DD8047"/>
              </a:buClr>
              <a:buSzPts val="1634"/>
              <a:buFont typeface="Noto Sans Symbols"/>
              <a:buChar char="◻"/>
            </a:pPr>
            <a:r>
              <a:rPr b="0" i="0" lang="en-US" sz="2723" u="none" cap="none" strike="noStrike">
                <a:solidFill>
                  <a:schemeClr val="dk1"/>
                </a:solidFill>
                <a:latin typeface="Calibri"/>
                <a:ea typeface="Calibri"/>
                <a:cs typeface="Calibri"/>
                <a:sym typeface="Calibri"/>
              </a:rPr>
              <a:t>Thường được mô tả bằng ngôn ngữ tương tác dữ liệu (IDL)</a:t>
            </a:r>
            <a:endParaRPr b="0" i="0" sz="2723" u="none" cap="none" strike="noStrike">
              <a:solidFill>
                <a:schemeClr val="dk1"/>
              </a:solidFill>
              <a:latin typeface="Calibri"/>
              <a:ea typeface="Calibri"/>
              <a:cs typeface="Calibri"/>
              <a:sym typeface="Calibri"/>
            </a:endParaRPr>
          </a:p>
          <a:p>
            <a:pPr indent="-300842" lvl="0" marL="311792" marR="0" rtl="0" algn="just">
              <a:lnSpc>
                <a:spcPct val="100000"/>
              </a:lnSpc>
              <a:spcBef>
                <a:spcPts val="349"/>
              </a:spcBef>
              <a:spcAft>
                <a:spcPts val="0"/>
              </a:spcAft>
              <a:buClr>
                <a:srgbClr val="DD8047"/>
              </a:buClr>
              <a:buSzPts val="1634"/>
              <a:buFont typeface="Noto Sans Symbols"/>
              <a:buChar char="◻"/>
            </a:pPr>
            <a:r>
              <a:rPr b="0" i="0" lang="en-US" sz="2723" u="none" cap="none" strike="noStrike">
                <a:solidFill>
                  <a:schemeClr val="dk1"/>
                </a:solidFill>
                <a:latin typeface="Calibri"/>
                <a:ea typeface="Calibri"/>
                <a:cs typeface="Calibri"/>
                <a:sym typeface="Calibri"/>
              </a:rPr>
              <a:t>Tính đầy đủ của đặc tả</a:t>
            </a:r>
            <a:endParaRPr b="0" i="0" sz="2723" u="none" cap="none" strike="noStrike">
              <a:solidFill>
                <a:schemeClr val="dk1"/>
              </a:solidFill>
              <a:latin typeface="Calibri"/>
              <a:ea typeface="Calibri"/>
              <a:cs typeface="Calibri"/>
              <a:sym typeface="Calibri"/>
            </a:endParaRPr>
          </a:p>
          <a:p>
            <a:pPr indent="-258192" lvl="1" marL="612635" marR="0" rtl="0" algn="just">
              <a:lnSpc>
                <a:spcPct val="100000"/>
              </a:lnSpc>
              <a:spcBef>
                <a:spcPts val="295"/>
              </a:spcBef>
              <a:spcAft>
                <a:spcPts val="0"/>
              </a:spcAft>
              <a:buClr>
                <a:srgbClr val="94B6D2"/>
              </a:buClr>
              <a:buSzPts val="1725"/>
              <a:buFont typeface="Arial"/>
              <a:buChar char="¤"/>
            </a:pPr>
            <a:r>
              <a:rPr b="0" i="0" lang="en-US" sz="2451" u="none" cap="none" strike="noStrike">
                <a:solidFill>
                  <a:schemeClr val="dk1"/>
                </a:solidFill>
                <a:latin typeface="Calibri"/>
                <a:ea typeface="Calibri"/>
                <a:cs typeface="Calibri"/>
                <a:sym typeface="Calibri"/>
              </a:rPr>
              <a:t>Quá chi tiết: phụ thuộc vào cài đặt cụ thể của dịch vụ</a:t>
            </a:r>
            <a:endParaRPr b="0" i="0" sz="2451" u="none" cap="none" strike="noStrike">
              <a:solidFill>
                <a:schemeClr val="dk1"/>
              </a:solidFill>
              <a:latin typeface="Calibri"/>
              <a:ea typeface="Calibri"/>
              <a:cs typeface="Calibri"/>
              <a:sym typeface="Calibri"/>
            </a:endParaRPr>
          </a:p>
          <a:p>
            <a:pPr indent="-257618" lvl="1" marL="612058" marR="19595" rtl="0" algn="just">
              <a:lnSpc>
                <a:spcPct val="107384"/>
              </a:lnSpc>
              <a:spcBef>
                <a:spcPts val="672"/>
              </a:spcBef>
              <a:spcAft>
                <a:spcPts val="0"/>
              </a:spcAft>
              <a:buClr>
                <a:srgbClr val="94B6D2"/>
              </a:buClr>
              <a:buSzPts val="1725"/>
              <a:buFont typeface="Arial"/>
              <a:buChar char="¤"/>
            </a:pPr>
            <a:r>
              <a:rPr b="0" i="0" lang="en-US" sz="2451" u="none" cap="none" strike="noStrike">
                <a:solidFill>
                  <a:schemeClr val="dk1"/>
                </a:solidFill>
                <a:latin typeface="Calibri"/>
                <a:ea typeface="Calibri"/>
                <a:cs typeface="Calibri"/>
                <a:sym typeface="Calibri"/>
              </a:rPr>
              <a:t>Không đủ chi tiết: Khi cài đặt phải bổ sung thêm: phụ thuộc vào cài đặt cụ thể của dịch vụ</a:t>
            </a:r>
            <a:endParaRPr b="0" i="0" sz="2451" u="none" cap="none" strike="noStrike">
              <a:solidFill>
                <a:schemeClr val="dk1"/>
              </a:solidFill>
              <a:latin typeface="Calibri"/>
              <a:ea typeface="Calibri"/>
              <a:cs typeface="Calibri"/>
              <a:sym typeface="Calibri"/>
            </a:endParaRPr>
          </a:p>
        </p:txBody>
      </p:sp>
      <p:sp>
        <p:nvSpPr>
          <p:cNvPr id="482" name="Google Shape;482;p16"/>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83" name="Google Shape;483;p16"/>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i="0" lang="en-US" sz="4400" u="none" cap="none" strike="noStrike">
                <a:solidFill>
                  <a:schemeClr val="lt1"/>
                </a:solidFill>
                <a:latin typeface="Calibri"/>
                <a:ea typeface="Calibri"/>
                <a:cs typeface="Calibri"/>
                <a:sym typeface="Calibri"/>
              </a:rPr>
              <a:t>2. Đặc điểm</a:t>
            </a:r>
            <a:endParaRPr b="1" i="0" sz="4400" u="none" cap="none" strike="noStrike">
              <a:solidFill>
                <a:schemeClr val="lt1"/>
              </a:solidFill>
              <a:latin typeface="Calibri"/>
              <a:ea typeface="Calibri"/>
              <a:cs typeface="Calibri"/>
              <a:sym typeface="Calibri"/>
            </a:endParaRPr>
          </a:p>
        </p:txBody>
      </p:sp>
      <p:sp>
        <p:nvSpPr>
          <p:cNvPr id="484" name="Google Shape;484;p16"/>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17"/>
          <p:cNvSpPr txBox="1"/>
          <p:nvPr>
            <p:ph type="title"/>
          </p:nvPr>
        </p:nvSpPr>
        <p:spPr>
          <a:xfrm>
            <a:off x="838200" y="1568441"/>
            <a:ext cx="3419856" cy="654122"/>
          </a:xfrm>
          <a:prstGeom prst="rect">
            <a:avLst/>
          </a:prstGeom>
          <a:noFill/>
          <a:ln>
            <a:noFill/>
          </a:ln>
        </p:spPr>
        <p:txBody>
          <a:bodyPr anchorCtr="0" anchor="ctr" bIns="0" lIns="0" spcFirstLastPara="1" rIns="0" wrap="square" tIns="11525">
            <a:spAutoFit/>
          </a:bodyPr>
          <a:lstStyle/>
          <a:p>
            <a:pPr indent="0" lvl="0" marL="11527" rtl="0" algn="l">
              <a:lnSpc>
                <a:spcPct val="100000"/>
              </a:lnSpc>
              <a:spcBef>
                <a:spcPts val="0"/>
              </a:spcBef>
              <a:spcAft>
                <a:spcPts val="0"/>
              </a:spcAft>
              <a:buClr>
                <a:schemeClr val="dk1"/>
              </a:buClr>
              <a:buSzPts val="4175"/>
              <a:buFont typeface="Calibri"/>
              <a:buNone/>
            </a:pPr>
            <a:r>
              <a:rPr lang="en-US" sz="4175"/>
              <a:t>2.4. Tính mở</a:t>
            </a:r>
            <a:endParaRPr sz="4175"/>
          </a:p>
        </p:txBody>
      </p:sp>
      <p:sp>
        <p:nvSpPr>
          <p:cNvPr id="490" name="Google Shape;490;p17"/>
          <p:cNvSpPr txBox="1"/>
          <p:nvPr/>
        </p:nvSpPr>
        <p:spPr>
          <a:xfrm>
            <a:off x="990600" y="2438400"/>
            <a:ext cx="10363200" cy="2073826"/>
          </a:xfrm>
          <a:prstGeom prst="rect">
            <a:avLst/>
          </a:prstGeom>
          <a:noFill/>
          <a:ln>
            <a:noFill/>
          </a:ln>
        </p:spPr>
        <p:txBody>
          <a:bodyPr anchorCtr="0" anchor="t" bIns="0" lIns="0" spcFirstLastPara="1" rIns="0" wrap="square" tIns="105450">
            <a:spAutoFit/>
          </a:bodyPr>
          <a:lstStyle/>
          <a:p>
            <a:pPr indent="-300842" lvl="0" marL="311792" marR="0" rtl="0" algn="l">
              <a:lnSpc>
                <a:spcPct val="100000"/>
              </a:lnSpc>
              <a:spcBef>
                <a:spcPts val="0"/>
              </a:spcBef>
              <a:spcAft>
                <a:spcPts val="0"/>
              </a:spcAft>
              <a:buClr>
                <a:srgbClr val="DD8047"/>
              </a:buClr>
              <a:buSzPts val="1680"/>
              <a:buFont typeface="Noto Sans Symbols"/>
              <a:buChar char="◻"/>
            </a:pPr>
            <a:r>
              <a:rPr b="0" i="0" lang="en-US" sz="2800" u="none" cap="none" strike="noStrike">
                <a:solidFill>
                  <a:schemeClr val="dk1"/>
                </a:solidFill>
                <a:latin typeface="Calibri"/>
                <a:ea typeface="Calibri"/>
                <a:cs typeface="Calibri"/>
                <a:sym typeface="Calibri"/>
              </a:rPr>
              <a:t>Khả năng phối hợp (interoperability)</a:t>
            </a:r>
            <a:endParaRPr b="0" i="0" sz="2800" u="none" cap="none" strike="noStrike">
              <a:solidFill>
                <a:schemeClr val="dk1"/>
              </a:solidFill>
              <a:latin typeface="Calibri"/>
              <a:ea typeface="Calibri"/>
              <a:cs typeface="Calibri"/>
              <a:sym typeface="Calibri"/>
            </a:endParaRPr>
          </a:p>
          <a:p>
            <a:pPr indent="-300842" lvl="0" marL="311792" marR="0" rtl="0" algn="l">
              <a:lnSpc>
                <a:spcPct val="100000"/>
              </a:lnSpc>
              <a:spcBef>
                <a:spcPts val="740"/>
              </a:spcBef>
              <a:spcAft>
                <a:spcPts val="0"/>
              </a:spcAft>
              <a:buClr>
                <a:srgbClr val="DD8047"/>
              </a:buClr>
              <a:buSzPts val="1680"/>
              <a:buFont typeface="Noto Sans Symbols"/>
              <a:buChar char="◻"/>
            </a:pPr>
            <a:r>
              <a:rPr b="0" i="0" lang="en-US" sz="2800" u="none" cap="none" strike="noStrike">
                <a:solidFill>
                  <a:schemeClr val="dk1"/>
                </a:solidFill>
                <a:latin typeface="Calibri"/>
                <a:ea typeface="Calibri"/>
                <a:cs typeface="Calibri"/>
                <a:sym typeface="Calibri"/>
              </a:rPr>
              <a:t>Tính khả chuyển (portability)</a:t>
            </a:r>
            <a:endParaRPr b="0" i="0" sz="2800" u="none" cap="none" strike="noStrike">
              <a:solidFill>
                <a:schemeClr val="dk1"/>
              </a:solidFill>
              <a:latin typeface="Calibri"/>
              <a:ea typeface="Calibri"/>
              <a:cs typeface="Calibri"/>
              <a:sym typeface="Calibri"/>
            </a:endParaRPr>
          </a:p>
          <a:p>
            <a:pPr indent="-300842" lvl="0" marL="311792" marR="4611" rtl="0" algn="l">
              <a:lnSpc>
                <a:spcPct val="102699"/>
              </a:lnSpc>
              <a:spcBef>
                <a:spcPts val="545"/>
              </a:spcBef>
              <a:spcAft>
                <a:spcPts val="0"/>
              </a:spcAft>
              <a:buClr>
                <a:srgbClr val="DD8047"/>
              </a:buClr>
              <a:buSzPts val="1680"/>
              <a:buFont typeface="Noto Sans Symbols"/>
              <a:buChar char="◻"/>
            </a:pPr>
            <a:r>
              <a:rPr b="0" i="0" lang="en-US" sz="2800" u="none" cap="none" strike="noStrike">
                <a:solidFill>
                  <a:schemeClr val="dk1"/>
                </a:solidFill>
                <a:latin typeface="Calibri"/>
                <a:ea typeface="Calibri"/>
                <a:cs typeface="Calibri"/>
                <a:sym typeface="Calibri"/>
              </a:rPr>
              <a:t>Tính mềm dẻo + mở rộng được (flexibility,  extensibility)</a:t>
            </a:r>
            <a:endParaRPr b="0" i="0" sz="2800" u="none" cap="none" strike="noStrike">
              <a:solidFill>
                <a:schemeClr val="dk1"/>
              </a:solidFill>
              <a:latin typeface="Calibri"/>
              <a:ea typeface="Calibri"/>
              <a:cs typeface="Calibri"/>
              <a:sym typeface="Calibri"/>
            </a:endParaRPr>
          </a:p>
          <a:p>
            <a:pPr indent="-300842" lvl="0" marL="311792" marR="0" rtl="0" algn="l">
              <a:lnSpc>
                <a:spcPct val="100000"/>
              </a:lnSpc>
              <a:spcBef>
                <a:spcPts val="631"/>
              </a:spcBef>
              <a:spcAft>
                <a:spcPts val="0"/>
              </a:spcAft>
              <a:buClr>
                <a:srgbClr val="DD8047"/>
              </a:buClr>
              <a:buSzPts val="1680"/>
              <a:buFont typeface="Noto Sans Symbols"/>
              <a:buChar char="◻"/>
            </a:pPr>
            <a:r>
              <a:rPr b="0" i="0" lang="en-US" sz="2800" u="none" cap="none" strike="noStrike">
                <a:solidFill>
                  <a:schemeClr val="dk1"/>
                </a:solidFill>
                <a:latin typeface="Calibri"/>
                <a:ea typeface="Calibri"/>
                <a:cs typeface="Calibri"/>
                <a:sym typeface="Calibri"/>
              </a:rPr>
              <a:t>Thực hiện: tách biệt chính sách và cơ chế</a:t>
            </a:r>
            <a:endParaRPr b="0" i="0" sz="1400" u="none" cap="none" strike="noStrike">
              <a:solidFill>
                <a:srgbClr val="000000"/>
              </a:solidFill>
              <a:latin typeface="Arial"/>
              <a:ea typeface="Arial"/>
              <a:cs typeface="Arial"/>
              <a:sym typeface="Arial"/>
            </a:endParaRPr>
          </a:p>
        </p:txBody>
      </p:sp>
      <p:sp>
        <p:nvSpPr>
          <p:cNvPr id="491" name="Google Shape;491;p17"/>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92" name="Google Shape;492;p17"/>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i="0" lang="en-US" sz="4400" u="none" cap="none" strike="noStrike">
                <a:solidFill>
                  <a:schemeClr val="lt1"/>
                </a:solidFill>
                <a:latin typeface="Calibri"/>
                <a:ea typeface="Calibri"/>
                <a:cs typeface="Calibri"/>
                <a:sym typeface="Calibri"/>
              </a:rPr>
              <a:t>2. Đặc điểm</a:t>
            </a:r>
            <a:endParaRPr b="1" i="0" sz="4400" u="none" cap="none" strike="noStrike">
              <a:solidFill>
                <a:schemeClr val="lt1"/>
              </a:solidFill>
              <a:latin typeface="Calibri"/>
              <a:ea typeface="Calibri"/>
              <a:cs typeface="Calibri"/>
              <a:sym typeface="Calibri"/>
            </a:endParaRPr>
          </a:p>
        </p:txBody>
      </p:sp>
      <p:sp>
        <p:nvSpPr>
          <p:cNvPr id="493" name="Google Shape;493;p17"/>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18"/>
          <p:cNvSpPr txBox="1"/>
          <p:nvPr>
            <p:ph type="title"/>
          </p:nvPr>
        </p:nvSpPr>
        <p:spPr>
          <a:xfrm>
            <a:off x="838200" y="1431924"/>
            <a:ext cx="3584602" cy="654122"/>
          </a:xfrm>
          <a:prstGeom prst="rect">
            <a:avLst/>
          </a:prstGeom>
          <a:noFill/>
          <a:ln>
            <a:noFill/>
          </a:ln>
        </p:spPr>
        <p:txBody>
          <a:bodyPr anchorCtr="0" anchor="ctr" bIns="0" lIns="0" spcFirstLastPara="1" rIns="0" wrap="square" tIns="11525">
            <a:spAutoFit/>
          </a:bodyPr>
          <a:lstStyle/>
          <a:p>
            <a:pPr indent="0" lvl="0" marL="11527" rtl="0" algn="l">
              <a:lnSpc>
                <a:spcPct val="100000"/>
              </a:lnSpc>
              <a:spcBef>
                <a:spcPts val="0"/>
              </a:spcBef>
              <a:spcAft>
                <a:spcPts val="0"/>
              </a:spcAft>
              <a:buClr>
                <a:schemeClr val="dk1"/>
              </a:buClr>
              <a:buSzPts val="4175"/>
              <a:buFont typeface="Calibri"/>
              <a:buNone/>
            </a:pPr>
            <a:r>
              <a:rPr lang="en-US" sz="4175"/>
              <a:t>2.5. Tính co giãn</a:t>
            </a:r>
            <a:endParaRPr sz="4175"/>
          </a:p>
        </p:txBody>
      </p:sp>
      <p:sp>
        <p:nvSpPr>
          <p:cNvPr id="499" name="Google Shape;499;p18"/>
          <p:cNvSpPr txBox="1"/>
          <p:nvPr/>
        </p:nvSpPr>
        <p:spPr>
          <a:xfrm>
            <a:off x="1005840" y="2362200"/>
            <a:ext cx="10363200" cy="3063364"/>
          </a:xfrm>
          <a:prstGeom prst="rect">
            <a:avLst/>
          </a:prstGeom>
          <a:noFill/>
          <a:ln>
            <a:noFill/>
          </a:ln>
        </p:spPr>
        <p:txBody>
          <a:bodyPr anchorCtr="0" anchor="t" bIns="0" lIns="0" spcFirstLastPara="1" rIns="0" wrap="square" tIns="102000">
            <a:spAutoFit/>
          </a:bodyPr>
          <a:lstStyle/>
          <a:p>
            <a:pPr indent="-300842" lvl="0" marL="311792" marR="0" rtl="0" algn="l">
              <a:lnSpc>
                <a:spcPct val="100000"/>
              </a:lnSpc>
              <a:spcBef>
                <a:spcPts val="0"/>
              </a:spcBef>
              <a:spcAft>
                <a:spcPts val="0"/>
              </a:spcAft>
              <a:buClr>
                <a:srgbClr val="DD8047"/>
              </a:buClr>
              <a:buSzPts val="1680"/>
              <a:buFont typeface="Noto Sans Symbols"/>
              <a:buChar char="◻"/>
            </a:pPr>
            <a:r>
              <a:rPr b="0" i="0" lang="en-US" sz="2800" u="none" cap="none" strike="noStrike">
                <a:solidFill>
                  <a:schemeClr val="dk1"/>
                </a:solidFill>
                <a:latin typeface="Calibri"/>
                <a:ea typeface="Calibri"/>
                <a:cs typeface="Calibri"/>
                <a:sym typeface="Calibri"/>
              </a:rPr>
              <a:t>Qui mô:</a:t>
            </a:r>
            <a:endParaRPr b="0" i="0" sz="2800" u="none" cap="none" strike="noStrike">
              <a:solidFill>
                <a:schemeClr val="dk1"/>
              </a:solidFill>
              <a:latin typeface="Calibri"/>
              <a:ea typeface="Calibri"/>
              <a:cs typeface="Calibri"/>
              <a:sym typeface="Calibri"/>
            </a:endParaRPr>
          </a:p>
          <a:p>
            <a:pPr indent="-258192" lvl="1" marL="612635" marR="0" rtl="0" algn="l">
              <a:lnSpc>
                <a:spcPct val="100000"/>
              </a:lnSpc>
              <a:spcBef>
                <a:spcPts val="644"/>
              </a:spcBef>
              <a:spcAft>
                <a:spcPts val="0"/>
              </a:spcAft>
              <a:buClr>
                <a:srgbClr val="94B6D2"/>
              </a:buClr>
              <a:buSzPts val="1970"/>
              <a:buFont typeface="Arial"/>
              <a:buChar char="¤"/>
            </a:pPr>
            <a:r>
              <a:rPr b="0" i="0" lang="en-US" sz="2800" u="none" cap="none" strike="noStrike">
                <a:solidFill>
                  <a:schemeClr val="dk1"/>
                </a:solidFill>
                <a:latin typeface="Calibri"/>
                <a:ea typeface="Calibri"/>
                <a:cs typeface="Calibri"/>
                <a:sym typeface="Calibri"/>
              </a:rPr>
              <a:t>số lượng NSD và tài nguyên thay đổi</a:t>
            </a:r>
            <a:endParaRPr b="0" i="0" sz="2800" u="none" cap="none" strike="noStrike">
              <a:solidFill>
                <a:schemeClr val="dk1"/>
              </a:solidFill>
              <a:latin typeface="Calibri"/>
              <a:ea typeface="Calibri"/>
              <a:cs typeface="Calibri"/>
              <a:sym typeface="Calibri"/>
            </a:endParaRPr>
          </a:p>
          <a:p>
            <a:pPr indent="-300842" lvl="0" marL="311792" marR="0" rtl="0" algn="l">
              <a:lnSpc>
                <a:spcPct val="100000"/>
              </a:lnSpc>
              <a:spcBef>
                <a:spcPts val="599"/>
              </a:spcBef>
              <a:spcAft>
                <a:spcPts val="0"/>
              </a:spcAft>
              <a:buClr>
                <a:srgbClr val="DD8047"/>
              </a:buClr>
              <a:buSzPts val="1680"/>
              <a:buFont typeface="Noto Sans Symbols"/>
              <a:buChar char="◻"/>
            </a:pPr>
            <a:r>
              <a:rPr b="0" i="0" lang="en-US" sz="2800" u="none" cap="none" strike="noStrike">
                <a:solidFill>
                  <a:schemeClr val="dk1"/>
                </a:solidFill>
                <a:latin typeface="Calibri"/>
                <a:ea typeface="Calibri"/>
                <a:cs typeface="Calibri"/>
                <a:sym typeface="Calibri"/>
              </a:rPr>
              <a:t>Không gian địa lý</a:t>
            </a:r>
            <a:endParaRPr b="0" i="0" sz="2800" u="none" cap="none" strike="noStrike">
              <a:solidFill>
                <a:schemeClr val="dk1"/>
              </a:solidFill>
              <a:latin typeface="Calibri"/>
              <a:ea typeface="Calibri"/>
              <a:cs typeface="Calibri"/>
              <a:sym typeface="Calibri"/>
            </a:endParaRPr>
          </a:p>
          <a:p>
            <a:pPr indent="-258192" lvl="1" marL="612635" marR="0" rtl="0" algn="l">
              <a:lnSpc>
                <a:spcPct val="100000"/>
              </a:lnSpc>
              <a:spcBef>
                <a:spcPts val="640"/>
              </a:spcBef>
              <a:spcAft>
                <a:spcPts val="0"/>
              </a:spcAft>
              <a:buClr>
                <a:srgbClr val="94B6D2"/>
              </a:buClr>
              <a:buSzPts val="1970"/>
              <a:buFont typeface="Arial"/>
              <a:buChar char="¤"/>
            </a:pPr>
            <a:r>
              <a:rPr b="0" i="0" lang="en-US" sz="2800" u="none" cap="none" strike="noStrike">
                <a:solidFill>
                  <a:schemeClr val="dk1"/>
                </a:solidFill>
                <a:latin typeface="Calibri"/>
                <a:ea typeface="Calibri"/>
                <a:cs typeface="Calibri"/>
                <a:sym typeface="Calibri"/>
              </a:rPr>
              <a:t>Qui mô vùng địa lý có tài nguyên và NSD thay đổi</a:t>
            </a:r>
            <a:endParaRPr b="0" i="0" sz="2800" u="none" cap="none" strike="noStrike">
              <a:solidFill>
                <a:schemeClr val="dk1"/>
              </a:solidFill>
              <a:latin typeface="Calibri"/>
              <a:ea typeface="Calibri"/>
              <a:cs typeface="Calibri"/>
              <a:sym typeface="Calibri"/>
            </a:endParaRPr>
          </a:p>
          <a:p>
            <a:pPr indent="-300842" lvl="0" marL="311792" marR="0" rtl="0" algn="l">
              <a:lnSpc>
                <a:spcPct val="100000"/>
              </a:lnSpc>
              <a:spcBef>
                <a:spcPts val="685"/>
              </a:spcBef>
              <a:spcAft>
                <a:spcPts val="0"/>
              </a:spcAft>
              <a:buClr>
                <a:srgbClr val="DD8047"/>
              </a:buClr>
              <a:buSzPts val="1680"/>
              <a:buFont typeface="Noto Sans Symbols"/>
              <a:buChar char="◻"/>
            </a:pPr>
            <a:r>
              <a:rPr b="0" i="0" lang="en-US" sz="2800" u="none" cap="none" strike="noStrike">
                <a:solidFill>
                  <a:schemeClr val="dk1"/>
                </a:solidFill>
                <a:latin typeface="Calibri"/>
                <a:ea typeface="Calibri"/>
                <a:cs typeface="Calibri"/>
                <a:sym typeface="Calibri"/>
              </a:rPr>
              <a:t>Tổ chức</a:t>
            </a:r>
            <a:endParaRPr b="0" i="0" sz="1400" u="none" cap="none" strike="noStrike">
              <a:solidFill>
                <a:srgbClr val="000000"/>
              </a:solidFill>
              <a:latin typeface="Arial"/>
              <a:ea typeface="Arial"/>
              <a:cs typeface="Arial"/>
              <a:sym typeface="Arial"/>
            </a:endParaRPr>
          </a:p>
          <a:p>
            <a:pPr indent="-257618" lvl="1" marL="612058" marR="4611" rtl="0" algn="l">
              <a:lnSpc>
                <a:spcPct val="101499"/>
              </a:lnSpc>
              <a:spcBef>
                <a:spcPts val="513"/>
              </a:spcBef>
              <a:spcAft>
                <a:spcPts val="0"/>
              </a:spcAft>
              <a:buClr>
                <a:srgbClr val="94B6D2"/>
              </a:buClr>
              <a:buSzPts val="1970"/>
              <a:buFont typeface="Arial"/>
              <a:buChar char="¤"/>
            </a:pPr>
            <a:r>
              <a:rPr b="0" i="0" lang="en-US" sz="2800" u="none" cap="none" strike="noStrike">
                <a:solidFill>
                  <a:schemeClr val="dk1"/>
                </a:solidFill>
                <a:latin typeface="Calibri"/>
                <a:ea typeface="Calibri"/>
                <a:cs typeface="Calibri"/>
                <a:sym typeface="Calibri"/>
              </a:rPr>
              <a:t>Qui mô tổ chức thay đổi =&gt; tổ chức hệ thống thành các domain.</a:t>
            </a:r>
            <a:endParaRPr b="0" i="0" sz="2800" u="none" cap="none" strike="noStrike">
              <a:solidFill>
                <a:schemeClr val="dk1"/>
              </a:solidFill>
              <a:latin typeface="Calibri"/>
              <a:ea typeface="Calibri"/>
              <a:cs typeface="Calibri"/>
              <a:sym typeface="Calibri"/>
            </a:endParaRPr>
          </a:p>
        </p:txBody>
      </p:sp>
      <p:sp>
        <p:nvSpPr>
          <p:cNvPr id="500" name="Google Shape;500;p18"/>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1" name="Google Shape;501;p18"/>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i="0" lang="en-US" sz="4400" u="none" cap="none" strike="noStrike">
                <a:solidFill>
                  <a:schemeClr val="lt1"/>
                </a:solidFill>
                <a:latin typeface="Calibri"/>
                <a:ea typeface="Calibri"/>
                <a:cs typeface="Calibri"/>
                <a:sym typeface="Calibri"/>
              </a:rPr>
              <a:t>2. Đặc điểm</a:t>
            </a:r>
            <a:endParaRPr b="1" i="0" sz="4400" u="none" cap="none" strike="noStrike">
              <a:solidFill>
                <a:schemeClr val="lt1"/>
              </a:solidFill>
              <a:latin typeface="Calibri"/>
              <a:ea typeface="Calibri"/>
              <a:cs typeface="Calibri"/>
              <a:sym typeface="Calibri"/>
            </a:endParaRPr>
          </a:p>
        </p:txBody>
      </p:sp>
      <p:sp>
        <p:nvSpPr>
          <p:cNvPr id="502" name="Google Shape;502;p18"/>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19"/>
          <p:cNvSpPr txBox="1"/>
          <p:nvPr>
            <p:ph type="title"/>
          </p:nvPr>
        </p:nvSpPr>
        <p:spPr>
          <a:xfrm>
            <a:off x="838200" y="1445750"/>
            <a:ext cx="6618300" cy="654300"/>
          </a:xfrm>
          <a:prstGeom prst="rect">
            <a:avLst/>
          </a:prstGeom>
          <a:noFill/>
          <a:ln>
            <a:noFill/>
          </a:ln>
        </p:spPr>
        <p:txBody>
          <a:bodyPr anchorCtr="0" anchor="ctr" bIns="0" lIns="0" spcFirstLastPara="1" rIns="0" wrap="square" tIns="11525">
            <a:spAutoFit/>
          </a:bodyPr>
          <a:lstStyle/>
          <a:p>
            <a:pPr indent="0" lvl="0" marL="11527" rtl="0" algn="l">
              <a:lnSpc>
                <a:spcPct val="100000"/>
              </a:lnSpc>
              <a:spcBef>
                <a:spcPts val="0"/>
              </a:spcBef>
              <a:spcAft>
                <a:spcPts val="0"/>
              </a:spcAft>
              <a:buClr>
                <a:schemeClr val="dk1"/>
              </a:buClr>
              <a:buSzPts val="4175"/>
              <a:buFont typeface="Calibri"/>
              <a:buNone/>
            </a:pPr>
            <a:r>
              <a:rPr lang="en-US" sz="4175"/>
              <a:t>Co giãn theo số lượng</a:t>
            </a:r>
            <a:endParaRPr sz="4175"/>
          </a:p>
        </p:txBody>
      </p:sp>
      <p:sp>
        <p:nvSpPr>
          <p:cNvPr id="508" name="Google Shape;508;p19"/>
          <p:cNvSpPr txBox="1"/>
          <p:nvPr/>
        </p:nvSpPr>
        <p:spPr>
          <a:xfrm>
            <a:off x="1081438" y="2139561"/>
            <a:ext cx="9281762" cy="3596266"/>
          </a:xfrm>
          <a:prstGeom prst="rect">
            <a:avLst/>
          </a:prstGeom>
          <a:noFill/>
          <a:ln>
            <a:noFill/>
          </a:ln>
        </p:spPr>
        <p:txBody>
          <a:bodyPr anchorCtr="0" anchor="t" bIns="0" lIns="0" spcFirstLastPara="1" rIns="0" wrap="square" tIns="102000">
            <a:spAutoFit/>
          </a:bodyPr>
          <a:lstStyle/>
          <a:p>
            <a:pPr indent="-300842" lvl="0" marL="311792" marR="0" rtl="0" algn="l">
              <a:lnSpc>
                <a:spcPct val="100000"/>
              </a:lnSpc>
              <a:spcBef>
                <a:spcPts val="0"/>
              </a:spcBef>
              <a:spcAft>
                <a:spcPts val="0"/>
              </a:spcAft>
              <a:buClr>
                <a:srgbClr val="DD8047"/>
              </a:buClr>
              <a:buSzPts val="1440"/>
              <a:buFont typeface="Noto Sans Symbols"/>
              <a:buChar char="◻"/>
            </a:pPr>
            <a:r>
              <a:rPr b="0" i="0" lang="en-US" sz="2400" u="none" cap="none" strike="noStrike">
                <a:solidFill>
                  <a:schemeClr val="dk1"/>
                </a:solidFill>
                <a:latin typeface="Calibri"/>
                <a:ea typeface="Calibri"/>
                <a:cs typeface="Calibri"/>
                <a:sym typeface="Calibri"/>
              </a:rPr>
              <a:t>Mô hình tập trung</a:t>
            </a:r>
            <a:endParaRPr b="0" i="0" sz="2400" u="none" cap="none" strike="noStrike">
              <a:solidFill>
                <a:schemeClr val="dk1"/>
              </a:solidFill>
              <a:latin typeface="Calibri"/>
              <a:ea typeface="Calibri"/>
              <a:cs typeface="Calibri"/>
              <a:sym typeface="Calibri"/>
            </a:endParaRPr>
          </a:p>
          <a:p>
            <a:pPr indent="-258192" lvl="1" marL="612635" marR="0" rtl="0" algn="l">
              <a:lnSpc>
                <a:spcPct val="100000"/>
              </a:lnSpc>
              <a:spcBef>
                <a:spcPts val="644"/>
              </a:spcBef>
              <a:spcAft>
                <a:spcPts val="0"/>
              </a:spcAft>
              <a:buClr>
                <a:srgbClr val="94B6D2"/>
              </a:buClr>
              <a:buSzPts val="1689"/>
              <a:buFont typeface="Arial"/>
              <a:buChar char="¤"/>
            </a:pPr>
            <a:r>
              <a:rPr b="0" i="0" lang="en-US" sz="2400" u="none" cap="none" strike="noStrike">
                <a:solidFill>
                  <a:schemeClr val="dk1"/>
                </a:solidFill>
                <a:latin typeface="Calibri"/>
                <a:ea typeface="Calibri"/>
                <a:cs typeface="Calibri"/>
                <a:sym typeface="Calibri"/>
              </a:rPr>
              <a:t>Dịch vụ: cổ chai</a:t>
            </a:r>
            <a:endParaRPr b="0" i="0" sz="2400" u="none" cap="none" strike="noStrike">
              <a:solidFill>
                <a:schemeClr val="dk1"/>
              </a:solidFill>
              <a:latin typeface="Calibri"/>
              <a:ea typeface="Calibri"/>
              <a:cs typeface="Calibri"/>
              <a:sym typeface="Calibri"/>
            </a:endParaRPr>
          </a:p>
          <a:p>
            <a:pPr indent="-258192" lvl="1" marL="612635" marR="0" rtl="0" algn="l">
              <a:lnSpc>
                <a:spcPct val="100000"/>
              </a:lnSpc>
              <a:spcBef>
                <a:spcPts val="499"/>
              </a:spcBef>
              <a:spcAft>
                <a:spcPts val="0"/>
              </a:spcAft>
              <a:buClr>
                <a:srgbClr val="94B6D2"/>
              </a:buClr>
              <a:buSzPts val="1689"/>
              <a:buFont typeface="Arial"/>
              <a:buChar char="¤"/>
            </a:pPr>
            <a:r>
              <a:rPr b="0" i="0" lang="en-US" sz="2400" u="none" cap="none" strike="noStrike">
                <a:solidFill>
                  <a:schemeClr val="dk1"/>
                </a:solidFill>
                <a:latin typeface="Calibri"/>
                <a:ea typeface="Calibri"/>
                <a:cs typeface="Calibri"/>
                <a:sym typeface="Calibri"/>
              </a:rPr>
              <a:t>Dữ liệu: lưu trữ, xử lý</a:t>
            </a:r>
            <a:endParaRPr b="0" i="0" sz="2400" u="none" cap="none" strike="noStrike">
              <a:solidFill>
                <a:schemeClr val="dk1"/>
              </a:solidFill>
              <a:latin typeface="Calibri"/>
              <a:ea typeface="Calibri"/>
              <a:cs typeface="Calibri"/>
              <a:sym typeface="Calibri"/>
            </a:endParaRPr>
          </a:p>
          <a:p>
            <a:pPr indent="-258192" lvl="1" marL="612635" marR="0" rtl="0" algn="l">
              <a:lnSpc>
                <a:spcPct val="100000"/>
              </a:lnSpc>
              <a:spcBef>
                <a:spcPts val="608"/>
              </a:spcBef>
              <a:spcAft>
                <a:spcPts val="0"/>
              </a:spcAft>
              <a:buClr>
                <a:srgbClr val="94B6D2"/>
              </a:buClr>
              <a:buSzPts val="1689"/>
              <a:buFont typeface="Arial"/>
              <a:buChar char="¤"/>
            </a:pPr>
            <a:r>
              <a:rPr b="0" i="0" lang="en-US" sz="2400" u="none" cap="none" strike="noStrike">
                <a:solidFill>
                  <a:schemeClr val="dk1"/>
                </a:solidFill>
                <a:latin typeface="Calibri"/>
                <a:ea typeface="Calibri"/>
                <a:cs typeface="Calibri"/>
                <a:sym typeface="Calibri"/>
              </a:rPr>
              <a:t>Giải thuật: thông tin vào ra, xử lý</a:t>
            </a:r>
            <a:endParaRPr b="0" i="0" sz="2400" u="none" cap="none" strike="noStrike">
              <a:solidFill>
                <a:schemeClr val="dk1"/>
              </a:solidFill>
              <a:latin typeface="Calibri"/>
              <a:ea typeface="Calibri"/>
              <a:cs typeface="Calibri"/>
              <a:sym typeface="Calibri"/>
            </a:endParaRPr>
          </a:p>
          <a:p>
            <a:pPr indent="-300842" lvl="0" marL="311792" marR="0" rtl="0" algn="l">
              <a:lnSpc>
                <a:spcPct val="100000"/>
              </a:lnSpc>
              <a:spcBef>
                <a:spcPts val="690"/>
              </a:spcBef>
              <a:spcAft>
                <a:spcPts val="0"/>
              </a:spcAft>
              <a:buClr>
                <a:srgbClr val="DD8047"/>
              </a:buClr>
              <a:buSzPts val="1440"/>
              <a:buFont typeface="Noto Sans Symbols"/>
              <a:buChar char="◻"/>
            </a:pPr>
            <a:r>
              <a:rPr b="0" i="0" lang="en-US" sz="2400" u="none" cap="none" strike="noStrike">
                <a:solidFill>
                  <a:schemeClr val="dk1"/>
                </a:solidFill>
                <a:latin typeface="Calibri"/>
                <a:ea typeface="Calibri"/>
                <a:cs typeface="Calibri"/>
                <a:sym typeface="Calibri"/>
              </a:rPr>
              <a:t>Mô hình không tập trung</a:t>
            </a:r>
            <a:endParaRPr b="0" i="0" sz="2400" u="none" cap="none" strike="noStrike">
              <a:solidFill>
                <a:schemeClr val="dk1"/>
              </a:solidFill>
              <a:latin typeface="Calibri"/>
              <a:ea typeface="Calibri"/>
              <a:cs typeface="Calibri"/>
              <a:sym typeface="Calibri"/>
            </a:endParaRPr>
          </a:p>
          <a:p>
            <a:pPr indent="-258192" lvl="1" marL="612635" marR="0" rtl="0" algn="l">
              <a:lnSpc>
                <a:spcPct val="100000"/>
              </a:lnSpc>
              <a:spcBef>
                <a:spcPts val="554"/>
              </a:spcBef>
              <a:spcAft>
                <a:spcPts val="0"/>
              </a:spcAft>
              <a:buClr>
                <a:srgbClr val="94B6D2"/>
              </a:buClr>
              <a:buSzPts val="1689"/>
              <a:buFont typeface="Arial"/>
              <a:buChar char="¤"/>
            </a:pPr>
            <a:r>
              <a:rPr b="0" i="0" lang="en-US" sz="2400" u="none" cap="none" strike="noStrike">
                <a:solidFill>
                  <a:schemeClr val="dk1"/>
                </a:solidFill>
                <a:latin typeface="Calibri"/>
                <a:ea typeface="Calibri"/>
                <a:cs typeface="Calibri"/>
                <a:sym typeface="Calibri"/>
              </a:rPr>
              <a:t>Phức tạp, gặp các vấn đề về bảo mật và riêng tư</a:t>
            </a:r>
            <a:endParaRPr b="0" i="0" sz="2400" u="none" cap="none" strike="noStrike">
              <a:solidFill>
                <a:schemeClr val="dk1"/>
              </a:solidFill>
              <a:latin typeface="Calibri"/>
              <a:ea typeface="Calibri"/>
              <a:cs typeface="Calibri"/>
              <a:sym typeface="Calibri"/>
            </a:endParaRPr>
          </a:p>
          <a:p>
            <a:pPr indent="-258192" lvl="1" marL="612635" marR="0" rtl="0" algn="l">
              <a:lnSpc>
                <a:spcPct val="100000"/>
              </a:lnSpc>
              <a:spcBef>
                <a:spcPts val="590"/>
              </a:spcBef>
              <a:spcAft>
                <a:spcPts val="0"/>
              </a:spcAft>
              <a:buClr>
                <a:srgbClr val="94B6D2"/>
              </a:buClr>
              <a:buSzPts val="1689"/>
              <a:buFont typeface="Arial"/>
              <a:buChar char="¤"/>
            </a:pPr>
            <a:r>
              <a:rPr b="0" i="0" lang="en-US" sz="2400" u="none" cap="none" strike="noStrike">
                <a:solidFill>
                  <a:schemeClr val="dk1"/>
                </a:solidFill>
                <a:latin typeface="Calibri"/>
                <a:ea typeface="Calibri"/>
                <a:cs typeface="Calibri"/>
                <a:sym typeface="Calibri"/>
              </a:rPr>
              <a:t>Quyết định cục bộ</a:t>
            </a:r>
            <a:endParaRPr b="0" i="0" sz="2400" u="none" cap="none" strike="noStrike">
              <a:solidFill>
                <a:schemeClr val="dk1"/>
              </a:solidFill>
              <a:latin typeface="Calibri"/>
              <a:ea typeface="Calibri"/>
              <a:cs typeface="Calibri"/>
              <a:sym typeface="Calibri"/>
            </a:endParaRPr>
          </a:p>
          <a:p>
            <a:pPr indent="-258192" lvl="1" marL="612635" marR="0" rtl="0" algn="l">
              <a:lnSpc>
                <a:spcPct val="100000"/>
              </a:lnSpc>
              <a:spcBef>
                <a:spcPts val="608"/>
              </a:spcBef>
              <a:spcAft>
                <a:spcPts val="0"/>
              </a:spcAft>
              <a:buClr>
                <a:srgbClr val="94B6D2"/>
              </a:buClr>
              <a:buSzPts val="1689"/>
              <a:buFont typeface="Arial"/>
              <a:buChar char="¤"/>
            </a:pPr>
            <a:r>
              <a:rPr b="0" i="0" lang="en-US" sz="2400" u="none" cap="none" strike="noStrike">
                <a:solidFill>
                  <a:schemeClr val="dk1"/>
                </a:solidFill>
                <a:latin typeface="Calibri"/>
                <a:ea typeface="Calibri"/>
                <a:cs typeface="Calibri"/>
                <a:sym typeface="Calibri"/>
              </a:rPr>
              <a:t>Khó phát hiện được lỗi</a:t>
            </a:r>
            <a:endParaRPr b="0" i="0" sz="2400" u="none" cap="none" strike="noStrike">
              <a:solidFill>
                <a:schemeClr val="dk1"/>
              </a:solidFill>
              <a:latin typeface="Calibri"/>
              <a:ea typeface="Calibri"/>
              <a:cs typeface="Calibri"/>
              <a:sym typeface="Calibri"/>
            </a:endParaRPr>
          </a:p>
        </p:txBody>
      </p:sp>
      <p:sp>
        <p:nvSpPr>
          <p:cNvPr id="509" name="Google Shape;509;p19"/>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10" name="Google Shape;510;p19"/>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i="0" lang="en-US" sz="4400" u="none" cap="none" strike="noStrike">
                <a:solidFill>
                  <a:schemeClr val="lt1"/>
                </a:solidFill>
                <a:latin typeface="Calibri"/>
                <a:ea typeface="Calibri"/>
                <a:cs typeface="Calibri"/>
                <a:sym typeface="Calibri"/>
              </a:rPr>
              <a:t>2. Đặc điểm</a:t>
            </a:r>
            <a:endParaRPr b="1" i="0" sz="4400" u="none" cap="none" strike="noStrike">
              <a:solidFill>
                <a:schemeClr val="lt1"/>
              </a:solidFill>
              <a:latin typeface="Calibri"/>
              <a:ea typeface="Calibri"/>
              <a:cs typeface="Calibri"/>
              <a:sym typeface="Calibri"/>
            </a:endParaRPr>
          </a:p>
        </p:txBody>
      </p:sp>
      <p:sp>
        <p:nvSpPr>
          <p:cNvPr id="511" name="Google Shape;511;p19"/>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20"/>
          <p:cNvSpPr txBox="1"/>
          <p:nvPr>
            <p:ph type="title"/>
          </p:nvPr>
        </p:nvSpPr>
        <p:spPr>
          <a:xfrm>
            <a:off x="838200" y="1415470"/>
            <a:ext cx="6495505" cy="654122"/>
          </a:xfrm>
          <a:prstGeom prst="rect">
            <a:avLst/>
          </a:prstGeom>
          <a:noFill/>
          <a:ln>
            <a:noFill/>
          </a:ln>
        </p:spPr>
        <p:txBody>
          <a:bodyPr anchorCtr="0" anchor="ctr" bIns="0" lIns="0" spcFirstLastPara="1" rIns="0" wrap="square" tIns="11525">
            <a:spAutoFit/>
          </a:bodyPr>
          <a:lstStyle/>
          <a:p>
            <a:pPr indent="0" lvl="0" marL="11527" rtl="0" algn="l">
              <a:lnSpc>
                <a:spcPct val="100000"/>
              </a:lnSpc>
              <a:spcBef>
                <a:spcPts val="0"/>
              </a:spcBef>
              <a:spcAft>
                <a:spcPts val="0"/>
              </a:spcAft>
              <a:buClr>
                <a:schemeClr val="dk1"/>
              </a:buClr>
              <a:buSzPts val="4175"/>
              <a:buFont typeface="Calibri"/>
              <a:buNone/>
            </a:pPr>
            <a:r>
              <a:rPr lang="en-US" sz="4175"/>
              <a:t>Co giãn theo không gian địa lý</a:t>
            </a:r>
            <a:endParaRPr sz="4175"/>
          </a:p>
        </p:txBody>
      </p:sp>
      <p:sp>
        <p:nvSpPr>
          <p:cNvPr id="517" name="Google Shape;517;p20"/>
          <p:cNvSpPr txBox="1"/>
          <p:nvPr/>
        </p:nvSpPr>
        <p:spPr>
          <a:xfrm>
            <a:off x="1143000" y="2057400"/>
            <a:ext cx="9220200" cy="4270076"/>
          </a:xfrm>
          <a:prstGeom prst="rect">
            <a:avLst/>
          </a:prstGeom>
          <a:noFill/>
          <a:ln>
            <a:noFill/>
          </a:ln>
        </p:spPr>
        <p:txBody>
          <a:bodyPr anchorCtr="0" anchor="t" bIns="0" lIns="0" spcFirstLastPara="1" rIns="0" wrap="square" tIns="53000">
            <a:spAutoFit/>
          </a:bodyPr>
          <a:lstStyle/>
          <a:p>
            <a:pPr indent="-300842" lvl="0" marL="311792" marR="0" rtl="0" algn="l">
              <a:lnSpc>
                <a:spcPct val="100000"/>
              </a:lnSpc>
              <a:spcBef>
                <a:spcPts val="0"/>
              </a:spcBef>
              <a:spcAft>
                <a:spcPts val="0"/>
              </a:spcAft>
              <a:buClr>
                <a:srgbClr val="DD8047"/>
              </a:buClr>
              <a:buSzPts val="1700"/>
              <a:buFont typeface="Noto Sans Symbols"/>
              <a:buChar char="◻"/>
            </a:pPr>
            <a:r>
              <a:rPr b="0" i="0" lang="en-US" sz="2800" u="none" cap="none" strike="noStrike">
                <a:solidFill>
                  <a:schemeClr val="dk1"/>
                </a:solidFill>
                <a:latin typeface="Calibri"/>
                <a:ea typeface="Calibri"/>
                <a:cs typeface="Calibri"/>
                <a:sym typeface="Calibri"/>
              </a:rPr>
              <a:t>Gần: mạng cục bộ</a:t>
            </a:r>
            <a:endParaRPr b="0" i="0" sz="2800" u="none" cap="none" strike="noStrike">
              <a:solidFill>
                <a:schemeClr val="dk1"/>
              </a:solidFill>
              <a:latin typeface="Calibri"/>
              <a:ea typeface="Calibri"/>
              <a:cs typeface="Calibri"/>
              <a:sym typeface="Calibri"/>
            </a:endParaRPr>
          </a:p>
          <a:p>
            <a:pPr indent="-258193" lvl="1" marL="612635" marR="0" rtl="0" algn="l">
              <a:lnSpc>
                <a:spcPct val="100000"/>
              </a:lnSpc>
              <a:spcBef>
                <a:spcPts val="295"/>
              </a:spcBef>
              <a:spcAft>
                <a:spcPts val="0"/>
              </a:spcAft>
              <a:buClr>
                <a:srgbClr val="94B6D2"/>
              </a:buClr>
              <a:buSzPts val="1632"/>
              <a:buFont typeface="Arial"/>
              <a:buChar char="¤"/>
            </a:pPr>
            <a:r>
              <a:rPr b="0" i="0" lang="en-US" sz="2400" u="none" cap="none" strike="noStrike">
                <a:solidFill>
                  <a:schemeClr val="dk1"/>
                </a:solidFill>
                <a:latin typeface="Calibri"/>
                <a:ea typeface="Calibri"/>
                <a:cs typeface="Calibri"/>
                <a:sym typeface="Calibri"/>
              </a:rPr>
              <a:t>quảng bá, tốc độ cao, tin cậy, độ trễ cố định</a:t>
            </a:r>
            <a:endParaRPr b="0" i="0" sz="2400" u="none" cap="none" strike="noStrike">
              <a:solidFill>
                <a:schemeClr val="dk1"/>
              </a:solidFill>
              <a:latin typeface="Calibri"/>
              <a:ea typeface="Calibri"/>
              <a:cs typeface="Calibri"/>
              <a:sym typeface="Calibri"/>
            </a:endParaRPr>
          </a:p>
          <a:p>
            <a:pPr indent="-300842" lvl="0" marL="311792" marR="0" rtl="0" algn="l">
              <a:lnSpc>
                <a:spcPct val="100000"/>
              </a:lnSpc>
              <a:spcBef>
                <a:spcPts val="359"/>
              </a:spcBef>
              <a:spcAft>
                <a:spcPts val="0"/>
              </a:spcAft>
              <a:buClr>
                <a:srgbClr val="DD8047"/>
              </a:buClr>
              <a:buSzPts val="1700"/>
              <a:buFont typeface="Noto Sans Symbols"/>
              <a:buChar char="◻"/>
            </a:pPr>
            <a:r>
              <a:rPr b="0" i="0" lang="en-US" sz="2800" u="none" cap="none" strike="noStrike">
                <a:solidFill>
                  <a:schemeClr val="dk1"/>
                </a:solidFill>
                <a:latin typeface="Calibri"/>
                <a:ea typeface="Calibri"/>
                <a:cs typeface="Calibri"/>
                <a:sym typeface="Calibri"/>
              </a:rPr>
              <a:t>Xa: mạng diện rộng</a:t>
            </a:r>
            <a:endParaRPr b="0" i="0" sz="2800" u="none" cap="none" strike="noStrike">
              <a:solidFill>
                <a:schemeClr val="dk1"/>
              </a:solidFill>
              <a:latin typeface="Calibri"/>
              <a:ea typeface="Calibri"/>
              <a:cs typeface="Calibri"/>
              <a:sym typeface="Calibri"/>
            </a:endParaRPr>
          </a:p>
          <a:p>
            <a:pPr indent="-258193" lvl="1" marL="612635" marR="0" rtl="0" algn="l">
              <a:lnSpc>
                <a:spcPct val="100000"/>
              </a:lnSpc>
              <a:spcBef>
                <a:spcPts val="318"/>
              </a:spcBef>
              <a:spcAft>
                <a:spcPts val="0"/>
              </a:spcAft>
              <a:buClr>
                <a:srgbClr val="94B6D2"/>
              </a:buClr>
              <a:buSzPts val="1632"/>
              <a:buFont typeface="Arial"/>
              <a:buChar char="¤"/>
            </a:pPr>
            <a:r>
              <a:rPr b="0" i="0" lang="en-US" sz="2400" u="none" cap="none" strike="noStrike">
                <a:solidFill>
                  <a:schemeClr val="dk1"/>
                </a:solidFill>
                <a:latin typeface="Calibri"/>
                <a:ea typeface="Calibri"/>
                <a:cs typeface="Calibri"/>
                <a:sym typeface="Calibri"/>
              </a:rPr>
              <a:t>Điểm điểm, tốc độ thấp, không tin cậy, độ trễ thay đổi</a:t>
            </a:r>
            <a:endParaRPr b="0" i="0" sz="2400" u="none" cap="none" strike="noStrike">
              <a:solidFill>
                <a:schemeClr val="dk1"/>
              </a:solidFill>
              <a:latin typeface="Calibri"/>
              <a:ea typeface="Calibri"/>
              <a:cs typeface="Calibri"/>
              <a:sym typeface="Calibri"/>
            </a:endParaRPr>
          </a:p>
          <a:p>
            <a:pPr indent="-300842" lvl="0" marL="311792" marR="0" rtl="0" algn="l">
              <a:lnSpc>
                <a:spcPct val="100000"/>
              </a:lnSpc>
              <a:spcBef>
                <a:spcPts val="359"/>
              </a:spcBef>
              <a:spcAft>
                <a:spcPts val="0"/>
              </a:spcAft>
              <a:buClr>
                <a:srgbClr val="DD8047"/>
              </a:buClr>
              <a:buSzPts val="1700"/>
              <a:buFont typeface="Noto Sans Symbols"/>
              <a:buChar char="◻"/>
            </a:pPr>
            <a:r>
              <a:rPr b="0" i="0" lang="en-US" sz="2800" u="none" cap="none" strike="noStrike">
                <a:solidFill>
                  <a:schemeClr val="dk1"/>
                </a:solidFill>
                <a:latin typeface="Calibri"/>
                <a:ea typeface="Calibri"/>
                <a:cs typeface="Calibri"/>
                <a:sym typeface="Calibri"/>
              </a:rPr>
              <a:t>Khác nhau</a:t>
            </a:r>
            <a:endParaRPr b="0" i="0" sz="2800" u="none" cap="none" strike="noStrike">
              <a:solidFill>
                <a:schemeClr val="dk1"/>
              </a:solidFill>
              <a:latin typeface="Calibri"/>
              <a:ea typeface="Calibri"/>
              <a:cs typeface="Calibri"/>
              <a:sym typeface="Calibri"/>
            </a:endParaRPr>
          </a:p>
          <a:p>
            <a:pPr indent="-258193" lvl="1" marL="612635" marR="0" rtl="0" algn="l">
              <a:lnSpc>
                <a:spcPct val="100000"/>
              </a:lnSpc>
              <a:spcBef>
                <a:spcPts val="318"/>
              </a:spcBef>
              <a:spcAft>
                <a:spcPts val="0"/>
              </a:spcAft>
              <a:buClr>
                <a:srgbClr val="94B6D2"/>
              </a:buClr>
              <a:buSzPts val="1632"/>
              <a:buFont typeface="Arial"/>
              <a:buChar char="¤"/>
            </a:pPr>
            <a:r>
              <a:rPr b="0" i="0" lang="en-US" sz="2400" u="none" cap="none" strike="noStrike">
                <a:solidFill>
                  <a:schemeClr val="dk1"/>
                </a:solidFill>
                <a:latin typeface="Calibri"/>
                <a:ea typeface="Calibri"/>
                <a:cs typeface="Calibri"/>
                <a:sym typeface="Calibri"/>
              </a:rPr>
              <a:t>Tốc độ truyền tin, độ trễ, ….</a:t>
            </a:r>
            <a:endParaRPr b="0" i="0" sz="2400" u="none" cap="none" strike="noStrike">
              <a:solidFill>
                <a:schemeClr val="dk1"/>
              </a:solidFill>
              <a:latin typeface="Calibri"/>
              <a:ea typeface="Calibri"/>
              <a:cs typeface="Calibri"/>
              <a:sym typeface="Calibri"/>
            </a:endParaRPr>
          </a:p>
          <a:p>
            <a:pPr indent="-258193" lvl="1" marL="612635" marR="0" rtl="0" algn="l">
              <a:lnSpc>
                <a:spcPct val="100000"/>
              </a:lnSpc>
              <a:spcBef>
                <a:spcPts val="281"/>
              </a:spcBef>
              <a:spcAft>
                <a:spcPts val="0"/>
              </a:spcAft>
              <a:buClr>
                <a:srgbClr val="94B6D2"/>
              </a:buClr>
              <a:buSzPts val="1632"/>
              <a:buFont typeface="Arial"/>
              <a:buChar char="¤"/>
            </a:pPr>
            <a:r>
              <a:rPr b="0" i="0" lang="en-US" sz="2400" u="none" cap="none" strike="noStrike">
                <a:solidFill>
                  <a:schemeClr val="dk1"/>
                </a:solidFill>
                <a:latin typeface="Calibri"/>
                <a:ea typeface="Calibri"/>
                <a:cs typeface="Calibri"/>
                <a:sym typeface="Calibri"/>
              </a:rPr>
              <a:t>Đồng bộ/không đồng bộ</a:t>
            </a:r>
            <a:endParaRPr b="0" i="0" sz="2400" u="none" cap="none" strike="noStrike">
              <a:solidFill>
                <a:schemeClr val="dk1"/>
              </a:solidFill>
              <a:latin typeface="Calibri"/>
              <a:ea typeface="Calibri"/>
              <a:cs typeface="Calibri"/>
              <a:sym typeface="Calibri"/>
            </a:endParaRPr>
          </a:p>
          <a:p>
            <a:pPr indent="-258193" lvl="1" marL="612635" marR="0" rtl="0" algn="l">
              <a:lnSpc>
                <a:spcPct val="100000"/>
              </a:lnSpc>
              <a:spcBef>
                <a:spcPts val="263"/>
              </a:spcBef>
              <a:spcAft>
                <a:spcPts val="0"/>
              </a:spcAft>
              <a:buClr>
                <a:srgbClr val="94B6D2"/>
              </a:buClr>
              <a:buSzPts val="1632"/>
              <a:buFont typeface="Arial"/>
              <a:buChar char="¤"/>
            </a:pPr>
            <a:r>
              <a:rPr b="0" i="0" lang="en-US" sz="2400" u="none" cap="none" strike="noStrike">
                <a:solidFill>
                  <a:schemeClr val="dk1"/>
                </a:solidFill>
                <a:latin typeface="Calibri"/>
                <a:ea typeface="Calibri"/>
                <a:cs typeface="Calibri"/>
                <a:sym typeface="Calibri"/>
              </a:rPr>
              <a:t>Các thao tác quảng bá</a:t>
            </a:r>
            <a:endParaRPr b="0" i="0" sz="2400" u="none" cap="none" strike="noStrike">
              <a:solidFill>
                <a:schemeClr val="dk1"/>
              </a:solidFill>
              <a:latin typeface="Calibri"/>
              <a:ea typeface="Calibri"/>
              <a:cs typeface="Calibri"/>
              <a:sym typeface="Calibri"/>
            </a:endParaRPr>
          </a:p>
          <a:p>
            <a:pPr indent="-300842" lvl="0" marL="311792" marR="4611" rtl="0" algn="l">
              <a:lnSpc>
                <a:spcPct val="97250"/>
              </a:lnSpc>
              <a:spcBef>
                <a:spcPts val="744"/>
              </a:spcBef>
              <a:spcAft>
                <a:spcPts val="0"/>
              </a:spcAft>
              <a:buClr>
                <a:srgbClr val="DD8047"/>
              </a:buClr>
              <a:buSzPts val="1700"/>
              <a:buFont typeface="Noto Sans Symbols"/>
              <a:buChar char="◻"/>
            </a:pPr>
            <a:r>
              <a:rPr b="0" i="0" lang="en-US" sz="2800" u="none" cap="none" strike="noStrike">
                <a:solidFill>
                  <a:schemeClr val="dk1"/>
                </a:solidFill>
                <a:latin typeface="Calibri"/>
                <a:ea typeface="Calibri"/>
                <a:cs typeface="Calibri"/>
                <a:sym typeface="Calibri"/>
              </a:rPr>
              <a:t>Chủ yếu đảm bảo trao đổi thông tin trên mạng diện  rộng như với mạng cục bộ</a:t>
            </a:r>
            <a:endParaRPr b="0" i="0" sz="2800" u="none" cap="none" strike="noStrike">
              <a:solidFill>
                <a:schemeClr val="dk1"/>
              </a:solidFill>
              <a:latin typeface="Calibri"/>
              <a:ea typeface="Calibri"/>
              <a:cs typeface="Calibri"/>
              <a:sym typeface="Calibri"/>
            </a:endParaRPr>
          </a:p>
        </p:txBody>
      </p:sp>
      <p:sp>
        <p:nvSpPr>
          <p:cNvPr id="518" name="Google Shape;518;p20"/>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19" name="Google Shape;519;p20"/>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i="0" lang="en-US" sz="4400" u="none" cap="none" strike="noStrike">
                <a:solidFill>
                  <a:schemeClr val="lt1"/>
                </a:solidFill>
                <a:latin typeface="Calibri"/>
                <a:ea typeface="Calibri"/>
                <a:cs typeface="Calibri"/>
                <a:sym typeface="Calibri"/>
              </a:rPr>
              <a:t>2. Đặc điểm</a:t>
            </a:r>
            <a:endParaRPr b="1" i="0" sz="4400" u="none" cap="none" strike="noStrike">
              <a:solidFill>
                <a:schemeClr val="lt1"/>
              </a:solidFill>
              <a:latin typeface="Calibri"/>
              <a:ea typeface="Calibri"/>
              <a:cs typeface="Calibri"/>
              <a:sym typeface="Calibri"/>
            </a:endParaRPr>
          </a:p>
        </p:txBody>
      </p:sp>
      <p:sp>
        <p:nvSpPr>
          <p:cNvPr id="520" name="Google Shape;520;p20"/>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21"/>
          <p:cNvSpPr txBox="1"/>
          <p:nvPr>
            <p:ph type="title"/>
          </p:nvPr>
        </p:nvSpPr>
        <p:spPr>
          <a:xfrm>
            <a:off x="838200" y="1398158"/>
            <a:ext cx="10972800" cy="688747"/>
          </a:xfrm>
          <a:prstGeom prst="rect">
            <a:avLst/>
          </a:prstGeom>
          <a:noFill/>
          <a:ln>
            <a:noFill/>
          </a:ln>
        </p:spPr>
        <p:txBody>
          <a:bodyPr anchorCtr="0" anchor="ctr" bIns="0" lIns="0" spcFirstLastPara="1" rIns="0" wrap="square" tIns="11525">
            <a:spAutoFit/>
          </a:bodyPr>
          <a:lstStyle/>
          <a:p>
            <a:pPr indent="0" lvl="0" marL="11527" rtl="0" algn="l">
              <a:lnSpc>
                <a:spcPct val="100000"/>
              </a:lnSpc>
              <a:spcBef>
                <a:spcPts val="0"/>
              </a:spcBef>
              <a:spcAft>
                <a:spcPts val="0"/>
              </a:spcAft>
              <a:buClr>
                <a:schemeClr val="dk1"/>
              </a:buClr>
              <a:buSzPts val="4400"/>
              <a:buFont typeface="Calibri"/>
              <a:buNone/>
            </a:pPr>
            <a:r>
              <a:rPr lang="en-US" sz="4400"/>
              <a:t>Một số nguyên lý quan trọng đằng sau mọi HPT</a:t>
            </a:r>
            <a:endParaRPr sz="4175"/>
          </a:p>
        </p:txBody>
      </p:sp>
      <p:sp>
        <p:nvSpPr>
          <p:cNvPr id="526" name="Google Shape;526;p21"/>
          <p:cNvSpPr txBox="1"/>
          <p:nvPr/>
        </p:nvSpPr>
        <p:spPr>
          <a:xfrm>
            <a:off x="990600" y="2438400"/>
            <a:ext cx="9220200" cy="3391500"/>
          </a:xfrm>
          <a:prstGeom prst="rect">
            <a:avLst/>
          </a:prstGeom>
          <a:noFill/>
          <a:ln>
            <a:noFill/>
          </a:ln>
        </p:spPr>
        <p:txBody>
          <a:bodyPr anchorCtr="0" anchor="t" bIns="0" lIns="0" spcFirstLastPara="1" rIns="0" wrap="square" tIns="53000">
            <a:spAutoFit/>
          </a:bodyPr>
          <a:lstStyle/>
          <a:p>
            <a:pPr indent="-300842" lvl="0" marL="311792" marR="0" rtl="0" algn="l">
              <a:lnSpc>
                <a:spcPct val="100000"/>
              </a:lnSpc>
              <a:spcBef>
                <a:spcPts val="0"/>
              </a:spcBef>
              <a:spcAft>
                <a:spcPts val="0"/>
              </a:spcAft>
              <a:buClr>
                <a:srgbClr val="DD8047"/>
              </a:buClr>
              <a:buSzPts val="1700"/>
              <a:buFont typeface="Noto Sans Symbols"/>
              <a:buChar char="◻"/>
            </a:pPr>
            <a:r>
              <a:rPr b="0" i="0" lang="en-US" sz="2800" u="none" cap="none" strike="noStrike">
                <a:solidFill>
                  <a:schemeClr val="dk1"/>
                </a:solidFill>
                <a:latin typeface="Calibri"/>
                <a:ea typeface="Calibri"/>
                <a:cs typeface="Calibri"/>
                <a:sym typeface="Calibri"/>
              </a:rPr>
              <a:t>Kiến trúc hệ thống (system architecture)</a:t>
            </a:r>
            <a:endParaRPr sz="2800">
              <a:solidFill>
                <a:schemeClr val="dk1"/>
              </a:solidFill>
              <a:latin typeface="Calibri"/>
              <a:ea typeface="Calibri"/>
              <a:cs typeface="Calibri"/>
              <a:sym typeface="Calibri"/>
            </a:endParaRPr>
          </a:p>
          <a:p>
            <a:pPr indent="-300842" lvl="0" marL="311792" marR="0" rtl="0" algn="l">
              <a:lnSpc>
                <a:spcPct val="100000"/>
              </a:lnSpc>
              <a:spcBef>
                <a:spcPts val="417"/>
              </a:spcBef>
              <a:spcAft>
                <a:spcPts val="0"/>
              </a:spcAft>
              <a:buClr>
                <a:srgbClr val="DD8047"/>
              </a:buClr>
              <a:buSzPts val="1700"/>
              <a:buFont typeface="Noto Sans Symbols"/>
              <a:buChar char="◻"/>
            </a:pPr>
            <a:r>
              <a:rPr b="0" i="0" lang="en-US" sz="2800" u="none" cap="none" strike="noStrike">
                <a:solidFill>
                  <a:schemeClr val="dk1"/>
                </a:solidFill>
                <a:latin typeface="Calibri"/>
                <a:ea typeface="Calibri"/>
                <a:cs typeface="Calibri"/>
                <a:sym typeface="Calibri"/>
              </a:rPr>
              <a:t>Liên lạc (communication)</a:t>
            </a:r>
            <a:endParaRPr b="0" i="0" sz="1400" u="none" cap="none" strike="noStrike">
              <a:solidFill>
                <a:srgbClr val="000000"/>
              </a:solidFill>
              <a:latin typeface="Arial"/>
              <a:ea typeface="Arial"/>
              <a:cs typeface="Arial"/>
              <a:sym typeface="Arial"/>
            </a:endParaRPr>
          </a:p>
          <a:p>
            <a:pPr indent="-300842" lvl="0" marL="311792" marR="0" rtl="0" algn="l">
              <a:lnSpc>
                <a:spcPct val="100000"/>
              </a:lnSpc>
              <a:spcBef>
                <a:spcPts val="417"/>
              </a:spcBef>
              <a:spcAft>
                <a:spcPts val="0"/>
              </a:spcAft>
              <a:buClr>
                <a:srgbClr val="DD8047"/>
              </a:buClr>
              <a:buSzPts val="1700"/>
              <a:buFont typeface="Noto Sans Symbols"/>
              <a:buChar char="◻"/>
            </a:pPr>
            <a:r>
              <a:rPr b="0" i="0" lang="en-US" sz="2800" u="none" cap="none" strike="noStrike">
                <a:solidFill>
                  <a:schemeClr val="dk1"/>
                </a:solidFill>
                <a:latin typeface="Calibri"/>
                <a:ea typeface="Calibri"/>
                <a:cs typeface="Calibri"/>
                <a:sym typeface="Calibri"/>
              </a:rPr>
              <a:t>Sao lặp và tính nhất quán (replication &amp; consistancy)</a:t>
            </a:r>
            <a:endParaRPr b="0" i="0" sz="1400" u="none" cap="none" strike="noStrike">
              <a:solidFill>
                <a:srgbClr val="000000"/>
              </a:solidFill>
              <a:latin typeface="Arial"/>
              <a:ea typeface="Arial"/>
              <a:cs typeface="Arial"/>
              <a:sym typeface="Arial"/>
            </a:endParaRPr>
          </a:p>
          <a:p>
            <a:pPr indent="-300842" lvl="0" marL="311792" marR="0" rtl="0" algn="l">
              <a:lnSpc>
                <a:spcPct val="100000"/>
              </a:lnSpc>
              <a:spcBef>
                <a:spcPts val="417"/>
              </a:spcBef>
              <a:spcAft>
                <a:spcPts val="0"/>
              </a:spcAft>
              <a:buClr>
                <a:srgbClr val="DD8047"/>
              </a:buClr>
              <a:buSzPts val="1700"/>
              <a:buFont typeface="Noto Sans Symbols"/>
              <a:buChar char="◻"/>
            </a:pPr>
            <a:r>
              <a:rPr b="0" i="0" lang="en-US" sz="2800" u="none" cap="none" strike="noStrike">
                <a:solidFill>
                  <a:schemeClr val="dk1"/>
                </a:solidFill>
                <a:latin typeface="Calibri"/>
                <a:ea typeface="Calibri"/>
                <a:cs typeface="Calibri"/>
                <a:sym typeface="Calibri"/>
              </a:rPr>
              <a:t>Đồng bộ hóa (synchronisation)</a:t>
            </a:r>
            <a:endParaRPr b="0" i="0" sz="1400" u="none" cap="none" strike="noStrike">
              <a:solidFill>
                <a:srgbClr val="000000"/>
              </a:solidFill>
              <a:latin typeface="Arial"/>
              <a:ea typeface="Arial"/>
              <a:cs typeface="Arial"/>
              <a:sym typeface="Arial"/>
            </a:endParaRPr>
          </a:p>
          <a:p>
            <a:pPr indent="-300842" lvl="0" marL="311792" marR="0" rtl="0" algn="l">
              <a:lnSpc>
                <a:spcPct val="100000"/>
              </a:lnSpc>
              <a:spcBef>
                <a:spcPts val="417"/>
              </a:spcBef>
              <a:spcAft>
                <a:spcPts val="0"/>
              </a:spcAft>
              <a:buClr>
                <a:srgbClr val="DD8047"/>
              </a:buClr>
              <a:buSzPts val="1700"/>
              <a:buFont typeface="Noto Sans Symbols"/>
              <a:buChar char="◻"/>
            </a:pPr>
            <a:r>
              <a:rPr b="0" i="0" lang="en-US" sz="2800" u="none" cap="none" strike="noStrike">
                <a:solidFill>
                  <a:schemeClr val="dk1"/>
                </a:solidFill>
                <a:latin typeface="Calibri"/>
                <a:ea typeface="Calibri"/>
                <a:cs typeface="Calibri"/>
                <a:sym typeface="Calibri"/>
              </a:rPr>
              <a:t>Tên (naming) </a:t>
            </a:r>
            <a:endParaRPr b="0" i="0" sz="1400" u="none" cap="none" strike="noStrike">
              <a:solidFill>
                <a:srgbClr val="000000"/>
              </a:solidFill>
              <a:latin typeface="Arial"/>
              <a:ea typeface="Arial"/>
              <a:cs typeface="Arial"/>
              <a:sym typeface="Arial"/>
            </a:endParaRPr>
          </a:p>
          <a:p>
            <a:pPr indent="-300842" lvl="0" marL="311792" marR="0" rtl="0" algn="l">
              <a:lnSpc>
                <a:spcPct val="100000"/>
              </a:lnSpc>
              <a:spcBef>
                <a:spcPts val="417"/>
              </a:spcBef>
              <a:spcAft>
                <a:spcPts val="0"/>
              </a:spcAft>
              <a:buClr>
                <a:srgbClr val="DD8047"/>
              </a:buClr>
              <a:buSzPts val="1700"/>
              <a:buFont typeface="Noto Sans Symbols"/>
              <a:buChar char="◻"/>
            </a:pPr>
            <a:r>
              <a:rPr b="0" i="0" lang="en-US" sz="2800" u="none" cap="none" strike="noStrike">
                <a:solidFill>
                  <a:schemeClr val="dk1"/>
                </a:solidFill>
                <a:latin typeface="Calibri"/>
                <a:ea typeface="Calibri"/>
                <a:cs typeface="Calibri"/>
                <a:sym typeface="Calibri"/>
              </a:rPr>
              <a:t>Chịu lỗi (fault tolerance) </a:t>
            </a:r>
            <a:endParaRPr b="0" i="0" sz="1400" u="none" cap="none" strike="noStrike">
              <a:solidFill>
                <a:srgbClr val="000000"/>
              </a:solidFill>
              <a:latin typeface="Arial"/>
              <a:ea typeface="Arial"/>
              <a:cs typeface="Arial"/>
              <a:sym typeface="Arial"/>
            </a:endParaRPr>
          </a:p>
          <a:p>
            <a:pPr indent="-300842" lvl="0" marL="311792" marR="0" rtl="0" algn="l">
              <a:lnSpc>
                <a:spcPct val="100000"/>
              </a:lnSpc>
              <a:spcBef>
                <a:spcPts val="417"/>
              </a:spcBef>
              <a:spcAft>
                <a:spcPts val="0"/>
              </a:spcAft>
              <a:buClr>
                <a:srgbClr val="DD8047"/>
              </a:buClr>
              <a:buSzPts val="1700"/>
              <a:buFont typeface="Noto Sans Symbols"/>
              <a:buChar char="◻"/>
            </a:pPr>
            <a:r>
              <a:rPr b="0" i="0" lang="en-US" sz="2800" u="none" cap="none" strike="noStrike">
                <a:solidFill>
                  <a:schemeClr val="dk1"/>
                </a:solidFill>
                <a:latin typeface="Calibri"/>
                <a:ea typeface="Calibri"/>
                <a:cs typeface="Calibri"/>
                <a:sym typeface="Calibri"/>
              </a:rPr>
              <a:t>Bảo mật (security)</a:t>
            </a:r>
            <a:endParaRPr b="0" i="0" sz="2800" u="none" cap="none" strike="noStrike">
              <a:solidFill>
                <a:schemeClr val="dk1"/>
              </a:solidFill>
              <a:latin typeface="Calibri"/>
              <a:ea typeface="Calibri"/>
              <a:cs typeface="Calibri"/>
              <a:sym typeface="Calibri"/>
            </a:endParaRPr>
          </a:p>
        </p:txBody>
      </p:sp>
      <p:sp>
        <p:nvSpPr>
          <p:cNvPr id="527" name="Google Shape;527;p21"/>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28" name="Google Shape;528;p21"/>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i="0" lang="en-US" sz="4400" u="none" cap="none" strike="noStrike">
                <a:solidFill>
                  <a:schemeClr val="lt1"/>
                </a:solidFill>
                <a:latin typeface="Calibri"/>
                <a:ea typeface="Calibri"/>
                <a:cs typeface="Calibri"/>
                <a:sym typeface="Calibri"/>
              </a:rPr>
              <a:t>2. Đặc điểm</a:t>
            </a:r>
            <a:endParaRPr b="1" i="0" sz="4400" u="none" cap="none" strike="noStrike">
              <a:solidFill>
                <a:schemeClr val="lt1"/>
              </a:solidFill>
              <a:latin typeface="Calibri"/>
              <a:ea typeface="Calibri"/>
              <a:cs typeface="Calibri"/>
              <a:sym typeface="Calibri"/>
            </a:endParaRPr>
          </a:p>
        </p:txBody>
      </p:sp>
      <p:sp>
        <p:nvSpPr>
          <p:cNvPr id="529" name="Google Shape;529;p21"/>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22"/>
          <p:cNvSpPr txBox="1"/>
          <p:nvPr>
            <p:ph type="title"/>
          </p:nvPr>
        </p:nvSpPr>
        <p:spPr>
          <a:xfrm>
            <a:off x="838200" y="1398158"/>
            <a:ext cx="10972800" cy="688747"/>
          </a:xfrm>
          <a:prstGeom prst="rect">
            <a:avLst/>
          </a:prstGeom>
          <a:noFill/>
          <a:ln>
            <a:noFill/>
          </a:ln>
        </p:spPr>
        <p:txBody>
          <a:bodyPr anchorCtr="0" anchor="ctr" bIns="0" lIns="0" spcFirstLastPara="1" rIns="0" wrap="square" tIns="11525">
            <a:spAutoFit/>
          </a:bodyPr>
          <a:lstStyle/>
          <a:p>
            <a:pPr indent="0" lvl="0" marL="11527" rtl="0" algn="l">
              <a:lnSpc>
                <a:spcPct val="100000"/>
              </a:lnSpc>
              <a:spcBef>
                <a:spcPts val="0"/>
              </a:spcBef>
              <a:spcAft>
                <a:spcPts val="0"/>
              </a:spcAft>
              <a:buClr>
                <a:schemeClr val="dk1"/>
              </a:buClr>
              <a:buSzPts val="4400"/>
              <a:buFont typeface="Calibri"/>
              <a:buNone/>
            </a:pPr>
            <a:r>
              <a:rPr lang="en-US"/>
              <a:t>Mô hình</a:t>
            </a:r>
            <a:endParaRPr sz="4175"/>
          </a:p>
        </p:txBody>
      </p:sp>
      <p:sp>
        <p:nvSpPr>
          <p:cNvPr id="535" name="Google Shape;535;p22"/>
          <p:cNvSpPr txBox="1"/>
          <p:nvPr/>
        </p:nvSpPr>
        <p:spPr>
          <a:xfrm>
            <a:off x="990600" y="2438400"/>
            <a:ext cx="10591800" cy="3326228"/>
          </a:xfrm>
          <a:prstGeom prst="rect">
            <a:avLst/>
          </a:prstGeom>
          <a:noFill/>
          <a:ln>
            <a:noFill/>
          </a:ln>
        </p:spPr>
        <p:txBody>
          <a:bodyPr anchorCtr="0" anchor="t" bIns="0" lIns="0" spcFirstLastPara="1" rIns="0" wrap="square" tIns="53000">
            <a:spAutoFit/>
          </a:bodyPr>
          <a:lstStyle/>
          <a:p>
            <a:pPr indent="0" lvl="0" marL="1095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Hầu hết các hệ thống phân tán được xây dựng dựa trên một mô hình cụ thể:</a:t>
            </a:r>
            <a:endParaRPr b="0" i="0" sz="1400" u="none" cap="none" strike="noStrike">
              <a:solidFill>
                <a:srgbClr val="000000"/>
              </a:solidFill>
              <a:latin typeface="Arial"/>
              <a:ea typeface="Arial"/>
              <a:cs typeface="Arial"/>
              <a:sym typeface="Arial"/>
            </a:endParaRPr>
          </a:p>
          <a:p>
            <a:pPr indent="-300842" lvl="0" marL="311792" marR="0" rtl="0" algn="l">
              <a:lnSpc>
                <a:spcPct val="100000"/>
              </a:lnSpc>
              <a:spcBef>
                <a:spcPts val="417"/>
              </a:spcBef>
              <a:spcAft>
                <a:spcPts val="0"/>
              </a:spcAft>
              <a:buClr>
                <a:srgbClr val="DD8047"/>
              </a:buClr>
              <a:buSzPts val="1700"/>
              <a:buFont typeface="Noto Sans Symbols"/>
              <a:buChar char="◻"/>
            </a:pPr>
            <a:r>
              <a:rPr b="0" i="0" lang="en-US" sz="2800" u="none" cap="none" strike="noStrike">
                <a:solidFill>
                  <a:schemeClr val="dk1"/>
                </a:solidFill>
                <a:latin typeface="Calibri"/>
                <a:ea typeface="Calibri"/>
                <a:cs typeface="Calibri"/>
                <a:sym typeface="Calibri"/>
              </a:rPr>
              <a:t>Bộ nhớ dùng chung (shared memory)</a:t>
            </a:r>
            <a:endParaRPr b="0" i="0" sz="2800" u="none" cap="none" strike="noStrike">
              <a:solidFill>
                <a:schemeClr val="dk1"/>
              </a:solidFill>
              <a:latin typeface="Calibri"/>
              <a:ea typeface="Calibri"/>
              <a:cs typeface="Calibri"/>
              <a:sym typeface="Calibri"/>
            </a:endParaRPr>
          </a:p>
          <a:p>
            <a:pPr indent="-300842" lvl="0" marL="311792" marR="0" rtl="0" algn="l">
              <a:lnSpc>
                <a:spcPct val="100000"/>
              </a:lnSpc>
              <a:spcBef>
                <a:spcPts val="417"/>
              </a:spcBef>
              <a:spcAft>
                <a:spcPts val="0"/>
              </a:spcAft>
              <a:buClr>
                <a:srgbClr val="DD8047"/>
              </a:buClr>
              <a:buSzPts val="1700"/>
              <a:buFont typeface="Noto Sans Symbols"/>
              <a:buChar char="◻"/>
            </a:pPr>
            <a:r>
              <a:rPr b="0" i="0" lang="en-US" sz="2800" u="none" cap="none" strike="noStrike">
                <a:solidFill>
                  <a:schemeClr val="dk1"/>
                </a:solidFill>
                <a:latin typeface="Calibri"/>
                <a:ea typeface="Calibri"/>
                <a:cs typeface="Calibri"/>
                <a:sym typeface="Calibri"/>
              </a:rPr>
              <a:t>Đối tượng phân tán (distributed objects)</a:t>
            </a:r>
            <a:endParaRPr b="0" i="0" sz="2800" u="none" cap="none" strike="noStrike">
              <a:solidFill>
                <a:schemeClr val="dk1"/>
              </a:solidFill>
              <a:latin typeface="Calibri"/>
              <a:ea typeface="Calibri"/>
              <a:cs typeface="Calibri"/>
              <a:sym typeface="Calibri"/>
            </a:endParaRPr>
          </a:p>
          <a:p>
            <a:pPr indent="-300842" lvl="0" marL="311792" marR="0" rtl="0" algn="l">
              <a:lnSpc>
                <a:spcPct val="100000"/>
              </a:lnSpc>
              <a:spcBef>
                <a:spcPts val="417"/>
              </a:spcBef>
              <a:spcAft>
                <a:spcPts val="0"/>
              </a:spcAft>
              <a:buClr>
                <a:srgbClr val="DD8047"/>
              </a:buClr>
              <a:buSzPts val="1700"/>
              <a:buFont typeface="Noto Sans Symbols"/>
              <a:buChar char="◻"/>
            </a:pPr>
            <a:r>
              <a:rPr b="0" i="0" lang="en-US" sz="2800" u="none" cap="none" strike="noStrike">
                <a:solidFill>
                  <a:schemeClr val="dk1"/>
                </a:solidFill>
                <a:latin typeface="Calibri"/>
                <a:ea typeface="Calibri"/>
                <a:cs typeface="Calibri"/>
                <a:sym typeface="Calibri"/>
              </a:rPr>
              <a:t>Hệ thống file phân tán (distributed file system) </a:t>
            </a:r>
            <a:endParaRPr b="0" i="0" sz="2800" u="none" cap="none" strike="noStrike">
              <a:solidFill>
                <a:schemeClr val="dk1"/>
              </a:solidFill>
              <a:latin typeface="Calibri"/>
              <a:ea typeface="Calibri"/>
              <a:cs typeface="Calibri"/>
              <a:sym typeface="Calibri"/>
            </a:endParaRPr>
          </a:p>
          <a:p>
            <a:pPr indent="-300842" lvl="0" marL="311792" marR="0" rtl="0" algn="l">
              <a:lnSpc>
                <a:spcPct val="100000"/>
              </a:lnSpc>
              <a:spcBef>
                <a:spcPts val="417"/>
              </a:spcBef>
              <a:spcAft>
                <a:spcPts val="0"/>
              </a:spcAft>
              <a:buClr>
                <a:srgbClr val="DD8047"/>
              </a:buClr>
              <a:buSzPts val="1700"/>
              <a:buFont typeface="Noto Sans Symbols"/>
              <a:buChar char="◻"/>
            </a:pPr>
            <a:r>
              <a:rPr b="0" i="0" lang="en-US" sz="2800" u="none" cap="none" strike="noStrike">
                <a:solidFill>
                  <a:schemeClr val="dk1"/>
                </a:solidFill>
                <a:latin typeface="Calibri"/>
                <a:ea typeface="Calibri"/>
                <a:cs typeface="Calibri"/>
                <a:sym typeface="Calibri"/>
              </a:rPr>
              <a:t>Tài liệu dùng chung (shared documents) </a:t>
            </a:r>
            <a:endParaRPr b="0" i="0" sz="1400" u="none" cap="none" strike="noStrike">
              <a:solidFill>
                <a:srgbClr val="000000"/>
              </a:solidFill>
              <a:latin typeface="Arial"/>
              <a:ea typeface="Arial"/>
              <a:cs typeface="Arial"/>
              <a:sym typeface="Arial"/>
            </a:endParaRPr>
          </a:p>
          <a:p>
            <a:pPr indent="-300842" lvl="0" marL="311792" marR="0" rtl="0" algn="l">
              <a:lnSpc>
                <a:spcPct val="100000"/>
              </a:lnSpc>
              <a:spcBef>
                <a:spcPts val="417"/>
              </a:spcBef>
              <a:spcAft>
                <a:spcPts val="0"/>
              </a:spcAft>
              <a:buClr>
                <a:srgbClr val="DD8047"/>
              </a:buClr>
              <a:buSzPts val="1700"/>
              <a:buFont typeface="Noto Sans Symbols"/>
              <a:buChar char="◻"/>
            </a:pPr>
            <a:r>
              <a:rPr b="0" i="0" lang="en-US" sz="2800" u="none" cap="none" strike="noStrike">
                <a:solidFill>
                  <a:schemeClr val="dk1"/>
                </a:solidFill>
                <a:latin typeface="Calibri"/>
                <a:ea typeface="Calibri"/>
                <a:cs typeface="Calibri"/>
                <a:sym typeface="Calibri"/>
              </a:rPr>
              <a:t>Cộng tác phân tán (distributed coordination) </a:t>
            </a:r>
            <a:endParaRPr b="0" i="0" sz="2800" u="none" cap="none" strike="noStrike">
              <a:solidFill>
                <a:schemeClr val="dk1"/>
              </a:solidFill>
              <a:latin typeface="Calibri"/>
              <a:ea typeface="Calibri"/>
              <a:cs typeface="Calibri"/>
              <a:sym typeface="Calibri"/>
            </a:endParaRPr>
          </a:p>
        </p:txBody>
      </p:sp>
      <p:sp>
        <p:nvSpPr>
          <p:cNvPr id="536" name="Google Shape;536;p22"/>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37" name="Google Shape;537;p22"/>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i="0" lang="en-US" sz="4400" u="none" cap="none" strike="noStrike">
                <a:solidFill>
                  <a:schemeClr val="lt1"/>
                </a:solidFill>
                <a:latin typeface="Calibri"/>
                <a:ea typeface="Calibri"/>
                <a:cs typeface="Calibri"/>
                <a:sym typeface="Calibri"/>
              </a:rPr>
              <a:t>2. Đặc điểm</a:t>
            </a:r>
            <a:endParaRPr b="1" i="0" sz="4400" u="none" cap="none" strike="noStrike">
              <a:solidFill>
                <a:schemeClr val="lt1"/>
              </a:solidFill>
              <a:latin typeface="Calibri"/>
              <a:ea typeface="Calibri"/>
              <a:cs typeface="Calibri"/>
              <a:sym typeface="Calibri"/>
            </a:endParaRPr>
          </a:p>
        </p:txBody>
      </p:sp>
      <p:sp>
        <p:nvSpPr>
          <p:cNvPr id="538" name="Google Shape;538;p22"/>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23"/>
          <p:cNvSpPr txBox="1"/>
          <p:nvPr/>
        </p:nvSpPr>
        <p:spPr>
          <a:xfrm>
            <a:off x="868680" y="1905000"/>
            <a:ext cx="10591800" cy="3110784"/>
          </a:xfrm>
          <a:prstGeom prst="rect">
            <a:avLst/>
          </a:prstGeom>
          <a:noFill/>
          <a:ln>
            <a:noFill/>
          </a:ln>
        </p:spPr>
        <p:txBody>
          <a:bodyPr anchorCtr="0" anchor="t" bIns="0" lIns="0" spcFirstLastPara="1" rIns="0" wrap="square" tIns="53000">
            <a:spAutoFit/>
          </a:bodyPr>
          <a:lstStyle/>
          <a:p>
            <a:pPr indent="0" lvl="0" marL="1095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Xem xét tổ chức của một Hệ Phân Tán: tách biệt giữa tổ chức logic và thực thi vật lý</a:t>
            </a:r>
            <a:endParaRPr b="0" i="0" sz="3200" u="none" cap="none" strike="noStrike">
              <a:solidFill>
                <a:schemeClr val="dk1"/>
              </a:solidFill>
              <a:latin typeface="Calibri"/>
              <a:ea typeface="Calibri"/>
              <a:cs typeface="Calibri"/>
              <a:sym typeface="Calibri"/>
            </a:endParaRPr>
          </a:p>
          <a:p>
            <a:pPr indent="0" lvl="0" marL="10950" marR="0" rtl="0" algn="just">
              <a:lnSpc>
                <a:spcPct val="100000"/>
              </a:lnSpc>
              <a:spcBef>
                <a:spcPts val="417"/>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 Thực thi vật lý: cách thức xếp đặt/cài đặt các thành phần phần mềm lên các thiết bị vật lý =&gt; Kiến trúc hệ thống</a:t>
            </a:r>
            <a:endParaRPr b="0" i="0" sz="3200" u="none" cap="none" strike="noStrike">
              <a:solidFill>
                <a:schemeClr val="dk1"/>
              </a:solidFill>
              <a:latin typeface="Calibri"/>
              <a:ea typeface="Calibri"/>
              <a:cs typeface="Calibri"/>
              <a:sym typeface="Calibri"/>
            </a:endParaRPr>
          </a:p>
          <a:p>
            <a:pPr indent="0" lvl="0" marL="10950" marR="0" rtl="0" algn="just">
              <a:lnSpc>
                <a:spcPct val="100000"/>
              </a:lnSpc>
              <a:spcBef>
                <a:spcPts val="417"/>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 Tổ chức logic: các thành phần phần mềm, cách thức kết nối, kiểu dữ liệu trao đổi =&gt; Kiến trúc phần mềm </a:t>
            </a:r>
            <a:endParaRPr b="0" i="0" sz="1400" u="none" cap="none" strike="noStrike">
              <a:solidFill>
                <a:srgbClr val="000000"/>
              </a:solidFill>
              <a:latin typeface="Arial"/>
              <a:ea typeface="Arial"/>
              <a:cs typeface="Arial"/>
              <a:sym typeface="Arial"/>
            </a:endParaRPr>
          </a:p>
        </p:txBody>
      </p:sp>
      <p:sp>
        <p:nvSpPr>
          <p:cNvPr id="544" name="Google Shape;544;p23"/>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45" name="Google Shape;545;p23"/>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i="0" lang="en-US" sz="4400" u="none" cap="none" strike="noStrike">
                <a:solidFill>
                  <a:schemeClr val="lt1"/>
                </a:solidFill>
                <a:latin typeface="Calibri"/>
                <a:ea typeface="Calibri"/>
                <a:cs typeface="Calibri"/>
                <a:sym typeface="Calibri"/>
              </a:rPr>
              <a:t>3. Kiến trúc</a:t>
            </a:r>
            <a:endParaRPr b="1" i="0" sz="4400" u="none" cap="none" strike="noStrike">
              <a:solidFill>
                <a:schemeClr val="lt1"/>
              </a:solidFill>
              <a:latin typeface="Calibri"/>
              <a:ea typeface="Calibri"/>
              <a:cs typeface="Calibri"/>
              <a:sym typeface="Calibri"/>
            </a:endParaRPr>
          </a:p>
        </p:txBody>
      </p:sp>
      <p:sp>
        <p:nvSpPr>
          <p:cNvPr id="546" name="Google Shape;546;p23"/>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24"/>
          <p:cNvSpPr txBox="1"/>
          <p:nvPr/>
        </p:nvSpPr>
        <p:spPr>
          <a:xfrm>
            <a:off x="1295400" y="2514600"/>
            <a:ext cx="10591800" cy="1633456"/>
          </a:xfrm>
          <a:prstGeom prst="rect">
            <a:avLst/>
          </a:prstGeom>
          <a:noFill/>
          <a:ln>
            <a:noFill/>
          </a:ln>
        </p:spPr>
        <p:txBody>
          <a:bodyPr anchorCtr="0" anchor="t" bIns="0" lIns="0" spcFirstLastPara="1" rIns="0" wrap="square" tIns="53000">
            <a:spAutoFit/>
          </a:bodyPr>
          <a:lstStyle/>
          <a:p>
            <a:pPr indent="0" lvl="0" marL="1095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 Kiến trúc tập trung </a:t>
            </a:r>
            <a:endParaRPr b="0" i="0" sz="1400" u="none" cap="none" strike="noStrike">
              <a:solidFill>
                <a:srgbClr val="000000"/>
              </a:solidFill>
              <a:latin typeface="Arial"/>
              <a:ea typeface="Arial"/>
              <a:cs typeface="Arial"/>
              <a:sym typeface="Arial"/>
            </a:endParaRPr>
          </a:p>
          <a:p>
            <a:pPr indent="0" lvl="0" marL="10950" marR="0" rtl="0" algn="just">
              <a:lnSpc>
                <a:spcPct val="100000"/>
              </a:lnSpc>
              <a:spcBef>
                <a:spcPts val="417"/>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 Kiến trúc không tập trung </a:t>
            </a:r>
            <a:endParaRPr b="0" i="0" sz="1400" u="none" cap="none" strike="noStrike">
              <a:solidFill>
                <a:srgbClr val="000000"/>
              </a:solidFill>
              <a:latin typeface="Arial"/>
              <a:ea typeface="Arial"/>
              <a:cs typeface="Arial"/>
              <a:sym typeface="Arial"/>
            </a:endParaRPr>
          </a:p>
          <a:p>
            <a:pPr indent="0" lvl="0" marL="10950" marR="0" rtl="0" algn="just">
              <a:lnSpc>
                <a:spcPct val="100000"/>
              </a:lnSpc>
              <a:spcBef>
                <a:spcPts val="417"/>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 Kiến trúc hỗn hợp</a:t>
            </a:r>
            <a:endParaRPr b="0" i="0" sz="3200" u="none" cap="none" strike="noStrike">
              <a:solidFill>
                <a:schemeClr val="dk1"/>
              </a:solidFill>
              <a:latin typeface="Calibri"/>
              <a:ea typeface="Calibri"/>
              <a:cs typeface="Calibri"/>
              <a:sym typeface="Calibri"/>
            </a:endParaRPr>
          </a:p>
        </p:txBody>
      </p:sp>
      <p:sp>
        <p:nvSpPr>
          <p:cNvPr id="552" name="Google Shape;552;p24"/>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53" name="Google Shape;553;p24"/>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chemeClr val="lt1"/>
              </a:buClr>
              <a:buSzPct val="100000"/>
              <a:buFont typeface="Calibri"/>
              <a:buNone/>
            </a:pPr>
            <a:r>
              <a:rPr b="1" i="0" lang="en-US" sz="4400" u="none" cap="none" strike="noStrike">
                <a:solidFill>
                  <a:schemeClr val="lt1"/>
                </a:solidFill>
                <a:latin typeface="Calibri"/>
                <a:ea typeface="Calibri"/>
                <a:cs typeface="Calibri"/>
                <a:sym typeface="Calibri"/>
              </a:rPr>
              <a:t>3. Kiến trúc</a:t>
            </a:r>
            <a:endParaRPr b="1" i="0" sz="4400" u="none" cap="none" strike="noStrike">
              <a:solidFill>
                <a:schemeClr val="lt1"/>
              </a:solidFill>
              <a:latin typeface="Calibri"/>
              <a:ea typeface="Calibri"/>
              <a:cs typeface="Calibri"/>
              <a:sym typeface="Calibri"/>
            </a:endParaRPr>
          </a:p>
        </p:txBody>
      </p:sp>
      <p:sp>
        <p:nvSpPr>
          <p:cNvPr id="554" name="Google Shape;554;p24"/>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55" name="Google Shape;555;p24"/>
          <p:cNvSpPr txBox="1"/>
          <p:nvPr/>
        </p:nvSpPr>
        <p:spPr>
          <a:xfrm>
            <a:off x="868680" y="1523337"/>
            <a:ext cx="6103620" cy="646331"/>
          </a:xfrm>
          <a:prstGeom prst="rect">
            <a:avLst/>
          </a:prstGeom>
          <a:noFill/>
          <a:ln>
            <a:noFill/>
          </a:ln>
        </p:spPr>
        <p:txBody>
          <a:bodyPr anchorCtr="0" anchor="t" bIns="45700" lIns="91425" spcFirstLastPara="1" rIns="91425" wrap="square" tIns="45700">
            <a:spAutoFit/>
          </a:bodyPr>
          <a:lstStyle/>
          <a:p>
            <a:pPr indent="0" lvl="0" marL="10950" marR="0" rtl="0" algn="just">
              <a:lnSpc>
                <a:spcPct val="100000"/>
              </a:lnSpc>
              <a:spcBef>
                <a:spcPts val="0"/>
              </a:spcBef>
              <a:spcAft>
                <a:spcPts val="0"/>
              </a:spcAft>
              <a:buClr>
                <a:srgbClr val="000000"/>
              </a:buClr>
              <a:buSzPts val="3600"/>
              <a:buFont typeface="Arial"/>
              <a:buNone/>
            </a:pPr>
            <a:r>
              <a:rPr b="1" i="0" lang="en-US" sz="3600" u="none" cap="none" strike="noStrike">
                <a:solidFill>
                  <a:schemeClr val="dk1"/>
                </a:solidFill>
                <a:latin typeface="Calibri"/>
                <a:ea typeface="Calibri"/>
                <a:cs typeface="Calibri"/>
                <a:sym typeface="Calibri"/>
              </a:rPr>
              <a:t>Kiến trúc hệ thống</a:t>
            </a:r>
            <a:endParaRPr b="1" i="0" sz="36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25"/>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61" name="Google Shape;561;p25"/>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rgbClr val="FFFFFF"/>
              </a:buClr>
              <a:buSzPct val="100000"/>
              <a:buFont typeface="Calibri"/>
              <a:buNone/>
            </a:pPr>
            <a:r>
              <a:rPr b="1" i="0" lang="en-US" sz="4400" u="none" cap="none" strike="noStrike">
                <a:solidFill>
                  <a:srgbClr val="FFFFFF"/>
                </a:solidFill>
                <a:latin typeface="Calibri"/>
                <a:ea typeface="Calibri"/>
                <a:cs typeface="Calibri"/>
                <a:sym typeface="Calibri"/>
              </a:rPr>
              <a:t>3. Kiến trúc</a:t>
            </a:r>
            <a:endParaRPr b="1" i="0" sz="4400" u="none" cap="none" strike="noStrike">
              <a:solidFill>
                <a:schemeClr val="lt1"/>
              </a:solidFill>
              <a:latin typeface="Calibri"/>
              <a:ea typeface="Calibri"/>
              <a:cs typeface="Calibri"/>
              <a:sym typeface="Calibri"/>
            </a:endParaRPr>
          </a:p>
        </p:txBody>
      </p:sp>
      <p:sp>
        <p:nvSpPr>
          <p:cNvPr id="562" name="Google Shape;562;p25"/>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63" name="Google Shape;563;p25"/>
          <p:cNvSpPr txBox="1"/>
          <p:nvPr>
            <p:ph type="title"/>
          </p:nvPr>
        </p:nvSpPr>
        <p:spPr>
          <a:xfrm>
            <a:off x="3592037" y="1391919"/>
            <a:ext cx="5709285" cy="443711"/>
          </a:xfrm>
          <a:prstGeom prst="rect">
            <a:avLst/>
          </a:prstGeom>
          <a:noFill/>
          <a:ln>
            <a:noFill/>
          </a:ln>
        </p:spPr>
        <p:txBody>
          <a:bodyPr anchorCtr="0" anchor="ctr" bIns="0" lIns="0" spcFirstLastPara="1" rIns="0" wrap="square" tIns="12700">
            <a:spAutoFit/>
          </a:bodyPr>
          <a:lstStyle/>
          <a:p>
            <a:pPr indent="0" lvl="0" marL="12700" rtl="0" algn="ctr">
              <a:lnSpc>
                <a:spcPct val="100000"/>
              </a:lnSpc>
              <a:spcBef>
                <a:spcPts val="0"/>
              </a:spcBef>
              <a:spcAft>
                <a:spcPts val="0"/>
              </a:spcAft>
              <a:buClr>
                <a:schemeClr val="dk1"/>
              </a:buClr>
              <a:buSzPts val="2800"/>
              <a:buFont typeface="Calibri"/>
              <a:buNone/>
            </a:pPr>
            <a:r>
              <a:rPr b="1" lang="en-US" sz="2800"/>
              <a:t>Các phong cách kiến trúc</a:t>
            </a:r>
            <a:endParaRPr b="1" sz="2800"/>
          </a:p>
        </p:txBody>
      </p:sp>
      <p:grpSp>
        <p:nvGrpSpPr>
          <p:cNvPr id="564" name="Google Shape;564;p25"/>
          <p:cNvGrpSpPr/>
          <p:nvPr/>
        </p:nvGrpSpPr>
        <p:grpSpPr>
          <a:xfrm>
            <a:off x="1775937" y="1515435"/>
            <a:ext cx="3594100" cy="2133600"/>
            <a:chOff x="203200" y="1181100"/>
            <a:chExt cx="3594100" cy="2133600"/>
          </a:xfrm>
        </p:grpSpPr>
        <p:sp>
          <p:nvSpPr>
            <p:cNvPr id="565" name="Google Shape;565;p25"/>
            <p:cNvSpPr/>
            <p:nvPr/>
          </p:nvSpPr>
          <p:spPr>
            <a:xfrm>
              <a:off x="203200" y="1181100"/>
              <a:ext cx="2844800" cy="19304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6" name="Google Shape;566;p25"/>
            <p:cNvSpPr/>
            <p:nvPr/>
          </p:nvSpPr>
          <p:spPr>
            <a:xfrm>
              <a:off x="241300" y="2971800"/>
              <a:ext cx="3556000" cy="342900"/>
            </a:xfrm>
            <a:custGeom>
              <a:rect b="b" l="l" r="r" t="t"/>
              <a:pathLst>
                <a:path extrusionOk="0" h="342900" w="3556000">
                  <a:moveTo>
                    <a:pt x="3556000" y="0"/>
                  </a:moveTo>
                  <a:lnTo>
                    <a:pt x="0" y="0"/>
                  </a:lnTo>
                  <a:lnTo>
                    <a:pt x="0" y="342900"/>
                  </a:lnTo>
                  <a:lnTo>
                    <a:pt x="3556000" y="342900"/>
                  </a:lnTo>
                  <a:lnTo>
                    <a:pt x="355600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67" name="Google Shape;567;p25"/>
          <p:cNvSpPr/>
          <p:nvPr/>
        </p:nvSpPr>
        <p:spPr>
          <a:xfrm>
            <a:off x="8707464" y="1598494"/>
            <a:ext cx="2946400" cy="2209800"/>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568" name="Google Shape;568;p25"/>
          <p:cNvGrpSpPr/>
          <p:nvPr/>
        </p:nvGrpSpPr>
        <p:grpSpPr>
          <a:xfrm>
            <a:off x="1737837" y="4258635"/>
            <a:ext cx="3670300" cy="2095500"/>
            <a:chOff x="165100" y="3924300"/>
            <a:chExt cx="3670300" cy="2095500"/>
          </a:xfrm>
        </p:grpSpPr>
        <p:sp>
          <p:nvSpPr>
            <p:cNvPr id="569" name="Google Shape;569;p25"/>
            <p:cNvSpPr/>
            <p:nvPr/>
          </p:nvSpPr>
          <p:spPr>
            <a:xfrm>
              <a:off x="165100" y="3924300"/>
              <a:ext cx="2946400" cy="186690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0" name="Google Shape;570;p25"/>
            <p:cNvSpPr/>
            <p:nvPr/>
          </p:nvSpPr>
          <p:spPr>
            <a:xfrm>
              <a:off x="279400" y="5651500"/>
              <a:ext cx="3556000" cy="368300"/>
            </a:xfrm>
            <a:custGeom>
              <a:rect b="b" l="l" r="r" t="t"/>
              <a:pathLst>
                <a:path extrusionOk="0" h="368300" w="3556000">
                  <a:moveTo>
                    <a:pt x="3556000" y="0"/>
                  </a:moveTo>
                  <a:lnTo>
                    <a:pt x="0" y="0"/>
                  </a:lnTo>
                  <a:lnTo>
                    <a:pt x="0" y="368300"/>
                  </a:lnTo>
                  <a:lnTo>
                    <a:pt x="3556000" y="368300"/>
                  </a:lnTo>
                  <a:lnTo>
                    <a:pt x="355600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71" name="Google Shape;571;p25"/>
          <p:cNvSpPr/>
          <p:nvPr/>
        </p:nvSpPr>
        <p:spPr>
          <a:xfrm>
            <a:off x="8369344" y="4145931"/>
            <a:ext cx="3481819" cy="2099741"/>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2" name="Google Shape;572;p25"/>
          <p:cNvSpPr txBox="1"/>
          <p:nvPr/>
        </p:nvSpPr>
        <p:spPr>
          <a:xfrm>
            <a:off x="1896419" y="3426948"/>
            <a:ext cx="1816100"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Phân tầng (layered)</a:t>
            </a:r>
            <a:endParaRPr b="0" i="0" sz="1800" u="none" cap="none" strike="noStrike">
              <a:solidFill>
                <a:schemeClr val="dk1"/>
              </a:solidFill>
              <a:latin typeface="Times New Roman"/>
              <a:ea typeface="Times New Roman"/>
              <a:cs typeface="Times New Roman"/>
              <a:sym typeface="Times New Roman"/>
            </a:endParaRPr>
          </a:p>
        </p:txBody>
      </p:sp>
      <p:sp>
        <p:nvSpPr>
          <p:cNvPr id="573" name="Google Shape;573;p25"/>
          <p:cNvSpPr txBox="1"/>
          <p:nvPr/>
        </p:nvSpPr>
        <p:spPr>
          <a:xfrm>
            <a:off x="7041541" y="3493768"/>
            <a:ext cx="3200400"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Hướng đối tượng (object-oriented)</a:t>
            </a:r>
            <a:endParaRPr b="0" i="0" sz="1800" u="none" cap="none" strike="noStrike">
              <a:solidFill>
                <a:schemeClr val="dk1"/>
              </a:solidFill>
              <a:latin typeface="Times New Roman"/>
              <a:ea typeface="Times New Roman"/>
              <a:cs typeface="Times New Roman"/>
              <a:sym typeface="Times New Roman"/>
            </a:endParaRPr>
          </a:p>
        </p:txBody>
      </p:sp>
      <p:sp>
        <p:nvSpPr>
          <p:cNvPr id="574" name="Google Shape;574;p25"/>
          <p:cNvSpPr txBox="1"/>
          <p:nvPr/>
        </p:nvSpPr>
        <p:spPr>
          <a:xfrm>
            <a:off x="1698960" y="5985835"/>
            <a:ext cx="2438400"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Dựa sự kiện (event-based)</a:t>
            </a:r>
            <a:endParaRPr b="0" i="0" sz="1800" u="none" cap="none" strike="noStrike">
              <a:solidFill>
                <a:schemeClr val="dk1"/>
              </a:solidFill>
              <a:latin typeface="Times New Roman"/>
              <a:ea typeface="Times New Roman"/>
              <a:cs typeface="Times New Roman"/>
              <a:sym typeface="Times New Roman"/>
            </a:endParaRPr>
          </a:p>
        </p:txBody>
      </p:sp>
      <p:sp>
        <p:nvSpPr>
          <p:cNvPr id="575" name="Google Shape;575;p25"/>
          <p:cNvSpPr txBox="1"/>
          <p:nvPr/>
        </p:nvSpPr>
        <p:spPr>
          <a:xfrm>
            <a:off x="6381141" y="5985835"/>
            <a:ext cx="3860800"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Lấy dữ liệu làm trung tâm (data-centered)</a:t>
            </a:r>
            <a:endParaRPr b="0" i="0" sz="1800" u="none" cap="none" strike="noStrike">
              <a:solidFill>
                <a:schemeClr val="dk1"/>
              </a:solidFill>
              <a:latin typeface="Times New Roman"/>
              <a:ea typeface="Times New Roman"/>
              <a:cs typeface="Times New Roman"/>
              <a:sym typeface="Times New Roman"/>
            </a:endParaRPr>
          </a:p>
        </p:txBody>
      </p:sp>
      <p:sp>
        <p:nvSpPr>
          <p:cNvPr id="576" name="Google Shape;576;p25"/>
          <p:cNvSpPr txBox="1"/>
          <p:nvPr/>
        </p:nvSpPr>
        <p:spPr>
          <a:xfrm>
            <a:off x="5589429" y="2174674"/>
            <a:ext cx="1714500" cy="635000"/>
          </a:xfrm>
          <a:prstGeom prst="rect">
            <a:avLst/>
          </a:prstGeom>
          <a:noFill/>
          <a:ln>
            <a:noFill/>
          </a:ln>
        </p:spPr>
        <p:txBody>
          <a:bodyPr anchorCtr="0" anchor="t" bIns="0" lIns="0" spcFirstLastPara="1" rIns="0" wrap="square" tIns="12700">
            <a:spAutoFit/>
          </a:bodyPr>
          <a:lstStyle/>
          <a:p>
            <a:pPr indent="-50800" lvl="0" marL="63500" marR="5080" rtl="0" algn="l">
              <a:lnSpc>
                <a:spcPct val="100000"/>
              </a:lnSpc>
              <a:spcBef>
                <a:spcPts val="0"/>
              </a:spcBef>
              <a:spcAft>
                <a:spcPts val="0"/>
              </a:spcAft>
              <a:buClr>
                <a:srgbClr val="000000"/>
              </a:buClr>
              <a:buSzPts val="2000"/>
              <a:buFont typeface="Arial"/>
              <a:buNone/>
            </a:pPr>
            <a:r>
              <a:rPr b="0" i="0" lang="en-US" sz="2000" u="none" cap="none" strike="noStrike">
                <a:solidFill>
                  <a:srgbClr val="0000FF"/>
                </a:solidFill>
                <a:latin typeface="Calibri"/>
                <a:ea typeface="Calibri"/>
                <a:cs typeface="Calibri"/>
                <a:sym typeface="Calibri"/>
              </a:rPr>
              <a:t>Tách thành phần  theo logic xử lý</a:t>
            </a:r>
            <a:endParaRPr b="0" i="0" sz="2000" u="none" cap="none" strike="noStrike">
              <a:solidFill>
                <a:schemeClr val="dk1"/>
              </a:solidFill>
              <a:latin typeface="Calibri"/>
              <a:ea typeface="Calibri"/>
              <a:cs typeface="Calibri"/>
              <a:sym typeface="Calibri"/>
            </a:endParaRPr>
          </a:p>
        </p:txBody>
      </p:sp>
      <p:sp>
        <p:nvSpPr>
          <p:cNvPr id="577" name="Google Shape;577;p25"/>
          <p:cNvSpPr txBox="1"/>
          <p:nvPr/>
        </p:nvSpPr>
        <p:spPr>
          <a:xfrm>
            <a:off x="5523891" y="4401255"/>
            <a:ext cx="1714500" cy="939800"/>
          </a:xfrm>
          <a:prstGeom prst="rect">
            <a:avLst/>
          </a:prstGeom>
          <a:noFill/>
          <a:ln>
            <a:noFill/>
          </a:ln>
        </p:spPr>
        <p:txBody>
          <a:bodyPr anchorCtr="0" anchor="t" bIns="0" lIns="0" spcFirstLastPara="1" rIns="0" wrap="square" tIns="12700">
            <a:spAutoFit/>
          </a:bodyPr>
          <a:lstStyle/>
          <a:p>
            <a:pPr indent="0" lvl="0" marL="12700" marR="5080" rtl="0" algn="ctr">
              <a:lnSpc>
                <a:spcPct val="100000"/>
              </a:lnSpc>
              <a:spcBef>
                <a:spcPts val="0"/>
              </a:spcBef>
              <a:spcAft>
                <a:spcPts val="0"/>
              </a:spcAft>
              <a:buClr>
                <a:srgbClr val="000000"/>
              </a:buClr>
              <a:buSzPts val="2000"/>
              <a:buFont typeface="Arial"/>
              <a:buNone/>
            </a:pPr>
            <a:r>
              <a:rPr b="0" i="0" lang="en-US" sz="2000" u="none" cap="none" strike="noStrike">
                <a:solidFill>
                  <a:srgbClr val="0000FF"/>
                </a:solidFill>
                <a:latin typeface="Calibri"/>
                <a:ea typeface="Calibri"/>
                <a:cs typeface="Calibri"/>
                <a:sym typeface="Calibri"/>
              </a:rPr>
              <a:t>Tách thành phần  theo không gian  và thời gian</a:t>
            </a:r>
            <a:endParaRPr b="0" i="0" sz="2000" u="none" cap="none" strike="noStrike">
              <a:solidFill>
                <a:schemeClr val="dk1"/>
              </a:solidFill>
              <a:latin typeface="Calibri"/>
              <a:ea typeface="Calibri"/>
              <a:cs typeface="Calibri"/>
              <a:sym typeface="Calibri"/>
            </a:endParaRPr>
          </a:p>
        </p:txBody>
      </p:sp>
      <p:sp>
        <p:nvSpPr>
          <p:cNvPr id="578" name="Google Shape;578;p25"/>
          <p:cNvSpPr/>
          <p:nvPr/>
        </p:nvSpPr>
        <p:spPr>
          <a:xfrm>
            <a:off x="1667987" y="3883985"/>
            <a:ext cx="8890000" cy="0"/>
          </a:xfrm>
          <a:custGeom>
            <a:rect b="b" l="l" r="r" t="t"/>
            <a:pathLst>
              <a:path extrusionOk="0" h="120000" w="8890000">
                <a:moveTo>
                  <a:pt x="0" y="0"/>
                </a:moveTo>
                <a:lnTo>
                  <a:pt x="8890005" y="0"/>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26"/>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84" name="Google Shape;584;p26"/>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rgbClr val="FFFFFF"/>
              </a:buClr>
              <a:buSzPct val="100000"/>
              <a:buFont typeface="Calibri"/>
              <a:buNone/>
            </a:pPr>
            <a:r>
              <a:rPr b="1" i="0" lang="en-US" sz="4400" u="none" cap="none" strike="noStrike">
                <a:solidFill>
                  <a:srgbClr val="FFFFFF"/>
                </a:solidFill>
                <a:latin typeface="Calibri"/>
                <a:ea typeface="Calibri"/>
                <a:cs typeface="Calibri"/>
                <a:sym typeface="Calibri"/>
              </a:rPr>
              <a:t>3. Kiến trúc</a:t>
            </a:r>
            <a:endParaRPr b="1" i="0" sz="4400" u="none" cap="none" strike="noStrike">
              <a:solidFill>
                <a:schemeClr val="lt1"/>
              </a:solidFill>
              <a:latin typeface="Calibri"/>
              <a:ea typeface="Calibri"/>
              <a:cs typeface="Calibri"/>
              <a:sym typeface="Calibri"/>
            </a:endParaRPr>
          </a:p>
        </p:txBody>
      </p:sp>
      <p:sp>
        <p:nvSpPr>
          <p:cNvPr id="585" name="Google Shape;585;p26"/>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86" name="Google Shape;586;p26"/>
          <p:cNvSpPr txBox="1"/>
          <p:nvPr>
            <p:ph type="title"/>
          </p:nvPr>
        </p:nvSpPr>
        <p:spPr>
          <a:xfrm>
            <a:off x="-1676400" y="1332504"/>
            <a:ext cx="11049000" cy="628376"/>
          </a:xfrm>
          <a:prstGeom prst="rect">
            <a:avLst/>
          </a:prstGeom>
          <a:noFill/>
          <a:ln>
            <a:noFill/>
          </a:ln>
        </p:spPr>
        <p:txBody>
          <a:bodyPr anchorCtr="0" anchor="ctr" bIns="0" lIns="0" spcFirstLastPara="1" rIns="0" wrap="square" tIns="73650">
            <a:spAutoFit/>
          </a:bodyPr>
          <a:lstStyle/>
          <a:p>
            <a:pPr indent="0" lvl="0" marL="1365885" rtl="0" algn="ctr">
              <a:lnSpc>
                <a:spcPct val="100000"/>
              </a:lnSpc>
              <a:spcBef>
                <a:spcPts val="0"/>
              </a:spcBef>
              <a:spcAft>
                <a:spcPts val="0"/>
              </a:spcAft>
              <a:buClr>
                <a:schemeClr val="dk1"/>
              </a:buClr>
              <a:buSzPts val="3600"/>
              <a:buFont typeface="Calibri"/>
              <a:buNone/>
            </a:pPr>
            <a:r>
              <a:rPr lang="en-US" sz="3600">
                <a:latin typeface="Calibri"/>
                <a:ea typeface="Calibri"/>
                <a:cs typeface="Calibri"/>
                <a:sym typeface="Calibri"/>
              </a:rPr>
              <a:t>Kiến trúc tập trung: </a:t>
            </a:r>
            <a:r>
              <a:rPr lang="en-US" sz="2400">
                <a:latin typeface="Calibri"/>
                <a:ea typeface="Calibri"/>
                <a:cs typeface="Calibri"/>
                <a:sym typeface="Calibri"/>
              </a:rPr>
              <a:t>Mô hình client-server cơ bản</a:t>
            </a:r>
            <a:endParaRPr sz="2400">
              <a:latin typeface="Calibri"/>
              <a:ea typeface="Calibri"/>
              <a:cs typeface="Calibri"/>
              <a:sym typeface="Calibri"/>
            </a:endParaRPr>
          </a:p>
        </p:txBody>
      </p:sp>
      <p:sp>
        <p:nvSpPr>
          <p:cNvPr id="587" name="Google Shape;587;p26"/>
          <p:cNvSpPr/>
          <p:nvPr/>
        </p:nvSpPr>
        <p:spPr>
          <a:xfrm>
            <a:off x="7162800" y="2432041"/>
            <a:ext cx="3600046" cy="1451945"/>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8" name="Google Shape;588;p26"/>
          <p:cNvSpPr/>
          <p:nvPr/>
        </p:nvSpPr>
        <p:spPr>
          <a:xfrm>
            <a:off x="1230629" y="2148363"/>
            <a:ext cx="4508500" cy="2019300"/>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9" name="Google Shape;589;p26"/>
          <p:cNvSpPr txBox="1"/>
          <p:nvPr/>
        </p:nvSpPr>
        <p:spPr>
          <a:xfrm>
            <a:off x="2667000" y="4495800"/>
            <a:ext cx="8311198" cy="1787669"/>
          </a:xfrm>
          <a:prstGeom prst="rect">
            <a:avLst/>
          </a:prstGeom>
          <a:noFill/>
          <a:ln>
            <a:noFill/>
          </a:ln>
        </p:spPr>
        <p:txBody>
          <a:bodyPr anchorCtr="0" anchor="t" bIns="0" lIns="0" spcFirstLastPara="1" rIns="0" wrap="square" tIns="91425">
            <a:spAutoFit/>
          </a:bodyPr>
          <a:lstStyle/>
          <a:p>
            <a:pPr indent="-609600" lvl="0" marL="622300" marR="0" rtl="0" algn="l">
              <a:lnSpc>
                <a:spcPct val="100000"/>
              </a:lnSpc>
              <a:spcBef>
                <a:spcPts val="0"/>
              </a:spcBef>
              <a:spcAft>
                <a:spcPts val="0"/>
              </a:spcAft>
              <a:buClr>
                <a:srgbClr val="3333CC"/>
              </a:buClr>
              <a:buSzPts val="2400"/>
              <a:buFont typeface="Calibri"/>
              <a:buChar char="•"/>
            </a:pPr>
            <a:r>
              <a:rPr b="0" i="0" lang="en-US" sz="2400" u="none" cap="none" strike="noStrike">
                <a:solidFill>
                  <a:srgbClr val="0000FF"/>
                </a:solidFill>
                <a:latin typeface="Calibri"/>
                <a:ea typeface="Calibri"/>
                <a:cs typeface="Calibri"/>
                <a:sym typeface="Calibri"/>
              </a:rPr>
              <a:t>Server : </a:t>
            </a:r>
            <a:r>
              <a:rPr b="0" i="0" lang="en-US" sz="2400" u="none" cap="none" strike="noStrike">
                <a:solidFill>
                  <a:schemeClr val="dk1"/>
                </a:solidFill>
                <a:latin typeface="Calibri"/>
                <a:ea typeface="Calibri"/>
                <a:cs typeface="Calibri"/>
                <a:sym typeface="Calibri"/>
              </a:rPr>
              <a:t>tiến trình cung cấp dịch vụ</a:t>
            </a:r>
            <a:endParaRPr b="0" i="0" sz="1400" u="none" cap="none" strike="noStrike">
              <a:solidFill>
                <a:srgbClr val="000000"/>
              </a:solidFill>
              <a:latin typeface="Arial"/>
              <a:ea typeface="Arial"/>
              <a:cs typeface="Arial"/>
              <a:sym typeface="Arial"/>
            </a:endParaRPr>
          </a:p>
          <a:p>
            <a:pPr indent="-609600" lvl="0" marL="622300" marR="0" rtl="0" algn="l">
              <a:lnSpc>
                <a:spcPct val="100000"/>
              </a:lnSpc>
              <a:spcBef>
                <a:spcPts val="620"/>
              </a:spcBef>
              <a:spcAft>
                <a:spcPts val="0"/>
              </a:spcAft>
              <a:buClr>
                <a:srgbClr val="3333CC"/>
              </a:buClr>
              <a:buSzPts val="2400"/>
              <a:buFont typeface="Calibri"/>
              <a:buChar char="•"/>
            </a:pPr>
            <a:r>
              <a:rPr b="0" i="0" lang="en-US" sz="2400" u="none" cap="none" strike="noStrike">
                <a:solidFill>
                  <a:srgbClr val="0000FF"/>
                </a:solidFill>
                <a:latin typeface="Calibri"/>
                <a:ea typeface="Calibri"/>
                <a:cs typeface="Calibri"/>
                <a:sym typeface="Calibri"/>
              </a:rPr>
              <a:t>Client : </a:t>
            </a:r>
            <a:r>
              <a:rPr b="0" i="0" lang="en-US" sz="2400" u="none" cap="none" strike="noStrike">
                <a:solidFill>
                  <a:schemeClr val="dk1"/>
                </a:solidFill>
                <a:latin typeface="Calibri"/>
                <a:ea typeface="Calibri"/>
                <a:cs typeface="Calibri"/>
                <a:sym typeface="Calibri"/>
              </a:rPr>
              <a:t>tiến trình sử dụng dịch vụ</a:t>
            </a:r>
            <a:endParaRPr b="0" i="0" sz="1400" u="none" cap="none" strike="noStrike">
              <a:solidFill>
                <a:srgbClr val="000000"/>
              </a:solidFill>
              <a:latin typeface="Arial"/>
              <a:ea typeface="Arial"/>
              <a:cs typeface="Arial"/>
              <a:sym typeface="Arial"/>
            </a:endParaRPr>
          </a:p>
          <a:p>
            <a:pPr indent="-609600" lvl="0" marL="622300" marR="0" rtl="0" algn="l">
              <a:lnSpc>
                <a:spcPct val="100000"/>
              </a:lnSpc>
              <a:spcBef>
                <a:spcPts val="520"/>
              </a:spcBef>
              <a:spcAft>
                <a:spcPts val="0"/>
              </a:spcAft>
              <a:buClr>
                <a:srgbClr val="3333CC"/>
              </a:buClr>
              <a:buSzPts val="2400"/>
              <a:buFont typeface="Calibri"/>
              <a:buChar char="•"/>
            </a:pPr>
            <a:r>
              <a:rPr b="0" i="0" lang="en-US" sz="2400" u="none" cap="none" strike="noStrike">
                <a:solidFill>
                  <a:schemeClr val="dk1"/>
                </a:solidFill>
                <a:latin typeface="Calibri"/>
                <a:ea typeface="Calibri"/>
                <a:cs typeface="Calibri"/>
                <a:sym typeface="Calibri"/>
              </a:rPr>
              <a:t>Client và server chạy trên các máy khác nhau</a:t>
            </a:r>
            <a:endParaRPr b="0" i="0" sz="2400" u="none" cap="none" strike="noStrike">
              <a:solidFill>
                <a:schemeClr val="dk1"/>
              </a:solidFill>
              <a:latin typeface="Calibri"/>
              <a:ea typeface="Calibri"/>
              <a:cs typeface="Calibri"/>
              <a:sym typeface="Calibri"/>
            </a:endParaRPr>
          </a:p>
          <a:p>
            <a:pPr indent="-609600" lvl="0" marL="622300" marR="0" rtl="0" algn="l">
              <a:lnSpc>
                <a:spcPct val="100000"/>
              </a:lnSpc>
              <a:spcBef>
                <a:spcPts val="620"/>
              </a:spcBef>
              <a:spcAft>
                <a:spcPts val="0"/>
              </a:spcAft>
              <a:buClr>
                <a:srgbClr val="3333CC"/>
              </a:buClr>
              <a:buSzPts val="2400"/>
              <a:buFont typeface="Calibri"/>
              <a:buChar char="•"/>
            </a:pPr>
            <a:r>
              <a:rPr b="0" i="0" lang="en-US" sz="2400" u="none" cap="none" strike="noStrike">
                <a:solidFill>
                  <a:schemeClr val="dk1"/>
                </a:solidFill>
                <a:latin typeface="Calibri"/>
                <a:ea typeface="Calibri"/>
                <a:cs typeface="Calibri"/>
                <a:sym typeface="Calibri"/>
              </a:rPr>
              <a:t>Client sử dụng dịch vụ theo mô hình yêu cầu/trả lời</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27"/>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5" name="Google Shape;595;p27"/>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rgbClr val="FFFFFF"/>
              </a:buClr>
              <a:buSzPct val="100000"/>
              <a:buFont typeface="Calibri"/>
              <a:buNone/>
            </a:pPr>
            <a:r>
              <a:rPr b="1" i="0" lang="en-US" sz="4400" u="none" cap="none" strike="noStrike">
                <a:solidFill>
                  <a:srgbClr val="FFFFFF"/>
                </a:solidFill>
                <a:latin typeface="Calibri"/>
                <a:ea typeface="Calibri"/>
                <a:cs typeface="Calibri"/>
                <a:sym typeface="Calibri"/>
              </a:rPr>
              <a:t>3. Kiến trúc</a:t>
            </a:r>
            <a:endParaRPr b="1" i="0" sz="4400" u="none" cap="none" strike="noStrike">
              <a:solidFill>
                <a:schemeClr val="lt1"/>
              </a:solidFill>
              <a:latin typeface="Calibri"/>
              <a:ea typeface="Calibri"/>
              <a:cs typeface="Calibri"/>
              <a:sym typeface="Calibri"/>
            </a:endParaRPr>
          </a:p>
        </p:txBody>
      </p:sp>
      <p:sp>
        <p:nvSpPr>
          <p:cNvPr id="596" name="Google Shape;596;p27"/>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aphicFrame>
        <p:nvGraphicFramePr>
          <p:cNvPr id="597" name="Google Shape;597;p27"/>
          <p:cNvGraphicFramePr/>
          <p:nvPr/>
        </p:nvGraphicFramePr>
        <p:xfrm>
          <a:off x="1688465" y="365125"/>
          <a:ext cx="3000000" cy="3000000"/>
        </p:xfrm>
        <a:graphic>
          <a:graphicData uri="http://schemas.openxmlformats.org/drawingml/2006/table">
            <a:tbl>
              <a:tblPr bandRow="1" firstRow="1">
                <a:noFill/>
                <a:tableStyleId>{12DC6CC4-12EC-43A5-91A6-876F125985D1}</a:tableStyleId>
              </a:tblPr>
              <a:tblGrid>
                <a:gridCol w="248275"/>
                <a:gridCol w="3130550"/>
                <a:gridCol w="4283700"/>
                <a:gridCol w="482600"/>
                <a:gridCol w="466725"/>
                <a:gridCol w="203200"/>
              </a:tblGrid>
              <a:tr h="2082800">
                <a:tc gridSpan="2">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0" marB="0" marR="0" marL="0">
                    <a:lnR cap="flat" cmpd="sng" w="19050">
                      <a:solidFill>
                        <a:srgbClr val="000000"/>
                      </a:solidFill>
                      <a:prstDash val="solid"/>
                      <a:round/>
                      <a:headEnd len="sm" w="sm" type="none"/>
                      <a:tailEnd len="sm" w="sm" type="none"/>
                    </a:lnR>
                    <a:lnB cap="flat" cmpd="sng" w="19050">
                      <a:solidFill>
                        <a:srgbClr val="000000"/>
                      </a:solidFill>
                      <a:prstDash val="solid"/>
                      <a:round/>
                      <a:headEnd len="sm" w="sm" type="none"/>
                      <a:tailEnd len="sm" w="sm" type="none"/>
                    </a:lnB>
                  </a:tcPr>
                </a:tc>
                <a:tc hMerge="1"/>
                <a:tc gridSpan="2">
                  <a:txBody>
                    <a:bodyPr/>
                    <a:lstStyle/>
                    <a:p>
                      <a:pPr indent="0" lvl="0" marL="89535" marR="0" rtl="0" algn="l">
                        <a:lnSpc>
                          <a:spcPct val="100000"/>
                        </a:lnSpc>
                        <a:spcBef>
                          <a:spcPts val="0"/>
                        </a:spcBef>
                        <a:spcAft>
                          <a:spcPts val="0"/>
                        </a:spcAft>
                        <a:buClr>
                          <a:srgbClr val="000000"/>
                        </a:buClr>
                        <a:buSzPts val="1400"/>
                        <a:buFont typeface="Arial"/>
                        <a:buNone/>
                      </a:pPr>
                      <a:r>
                        <a:rPr b="1" lang="en-US" sz="1400" u="none" cap="none" strike="noStrike">
                          <a:latin typeface="Courier New"/>
                          <a:ea typeface="Courier New"/>
                          <a:cs typeface="Courier New"/>
                          <a:sym typeface="Courier New"/>
                        </a:rPr>
                        <a:t>client</a:t>
                      </a:r>
                      <a:r>
                        <a:rPr lang="en-US" sz="1400" u="none" cap="none" strike="noStrike">
                          <a:latin typeface="Courier New"/>
                          <a:ea typeface="Courier New"/>
                          <a:cs typeface="Courier New"/>
                          <a:sym typeface="Courier New"/>
                        </a:rPr>
                        <a:t>(</a:t>
                      </a:r>
                      <a:r>
                        <a:rPr lang="en-US" sz="1400" u="none" cap="none" strike="noStrike">
                          <a:solidFill>
                            <a:srgbClr val="0000FF"/>
                          </a:solidFill>
                          <a:latin typeface="Courier New"/>
                          <a:ea typeface="Courier New"/>
                          <a:cs typeface="Courier New"/>
                          <a:sym typeface="Courier New"/>
                        </a:rPr>
                        <a:t>void</a:t>
                      </a:r>
                      <a:r>
                        <a:rPr lang="en-US" sz="1400" u="none" cap="none" strike="noStrike">
                          <a:latin typeface="Courier New"/>
                          <a:ea typeface="Courier New"/>
                          <a:cs typeface="Courier New"/>
                          <a:sym typeface="Courier New"/>
                        </a:rPr>
                        <a:t>) {</a:t>
                      </a:r>
                      <a:endParaRPr sz="1400" u="none" cap="none" strike="noStrike">
                        <a:latin typeface="Courier New"/>
                        <a:ea typeface="Courier New"/>
                        <a:cs typeface="Courier New"/>
                        <a:sym typeface="Courier New"/>
                      </a:endParaRPr>
                    </a:p>
                    <a:p>
                      <a:pPr indent="0" lvl="0" marL="305435" marR="0" rtl="0" algn="l">
                        <a:lnSpc>
                          <a:spcPct val="100000"/>
                        </a:lnSpc>
                        <a:spcBef>
                          <a:spcPts val="420"/>
                        </a:spcBef>
                        <a:spcAft>
                          <a:spcPts val="0"/>
                        </a:spcAft>
                        <a:buClr>
                          <a:srgbClr val="000000"/>
                        </a:buClr>
                        <a:buSzPts val="1400"/>
                        <a:buFont typeface="Arial"/>
                        <a:buNone/>
                      </a:pPr>
                      <a:r>
                        <a:rPr lang="en-US" sz="1400" u="none" cap="none" strike="noStrike">
                          <a:solidFill>
                            <a:srgbClr val="0000FF"/>
                          </a:solidFill>
                          <a:latin typeface="Courier New"/>
                          <a:ea typeface="Courier New"/>
                          <a:cs typeface="Courier New"/>
                          <a:sym typeface="Courier New"/>
                        </a:rPr>
                        <a:t>struct </a:t>
                      </a:r>
                      <a:r>
                        <a:rPr lang="en-US" sz="1400" u="none" cap="none" strike="noStrike">
                          <a:latin typeface="Courier New"/>
                          <a:ea typeface="Courier New"/>
                          <a:cs typeface="Courier New"/>
                          <a:sym typeface="Courier New"/>
                        </a:rPr>
                        <a:t>sockaddr_in sin; </a:t>
                      </a:r>
                      <a:r>
                        <a:rPr lang="en-US" sz="1400" u="none" cap="none" strike="noStrike">
                          <a:solidFill>
                            <a:srgbClr val="008000"/>
                          </a:solidFill>
                          <a:latin typeface="Courier New"/>
                          <a:ea typeface="Courier New"/>
                          <a:cs typeface="Courier New"/>
                          <a:sym typeface="Courier New"/>
                        </a:rPr>
                        <a:t>//</a:t>
                      </a:r>
                      <a:r>
                        <a:rPr b="1" lang="en-US" sz="1400" u="none" cap="none" strike="noStrike">
                          <a:solidFill>
                            <a:srgbClr val="008000"/>
                          </a:solidFill>
                          <a:latin typeface="Courier New"/>
                          <a:ea typeface="Courier New"/>
                          <a:cs typeface="Courier New"/>
                          <a:sym typeface="Courier New"/>
                        </a:rPr>
                        <a:t>địa chỉ server</a:t>
                      </a:r>
                      <a:endParaRPr sz="1400" u="none" cap="none" strike="noStrike">
                        <a:latin typeface="Courier New"/>
                        <a:ea typeface="Courier New"/>
                        <a:cs typeface="Courier New"/>
                        <a:sym typeface="Courier New"/>
                      </a:endParaRPr>
                    </a:p>
                    <a:p>
                      <a:pPr indent="0" lvl="0" marL="305435" marR="2275205" rtl="0" algn="l">
                        <a:lnSpc>
                          <a:spcPct val="119000"/>
                        </a:lnSpc>
                        <a:spcBef>
                          <a:spcPts val="0"/>
                        </a:spcBef>
                        <a:spcAft>
                          <a:spcPts val="0"/>
                        </a:spcAft>
                        <a:buClr>
                          <a:srgbClr val="000000"/>
                        </a:buClr>
                        <a:buSzPts val="1400"/>
                        <a:buFont typeface="Arial"/>
                        <a:buNone/>
                      </a:pPr>
                      <a:r>
                        <a:rPr lang="en-US" sz="1400" u="none" cap="none" strike="noStrike">
                          <a:solidFill>
                            <a:srgbClr val="0000FF"/>
                          </a:solidFill>
                          <a:latin typeface="Courier New"/>
                          <a:ea typeface="Courier New"/>
                          <a:cs typeface="Courier New"/>
                          <a:sym typeface="Courier New"/>
                        </a:rPr>
                        <a:t>char </a:t>
                      </a:r>
                      <a:r>
                        <a:rPr lang="en-US" sz="1400" u="none" cap="none" strike="noStrike">
                          <a:latin typeface="Courier New"/>
                          <a:ea typeface="Courier New"/>
                          <a:cs typeface="Courier New"/>
                          <a:sym typeface="Courier New"/>
                        </a:rPr>
                        <a:t>buffer[bufsize];  </a:t>
                      </a:r>
                      <a:r>
                        <a:rPr lang="en-US" sz="1400" u="none" cap="none" strike="noStrike">
                          <a:solidFill>
                            <a:srgbClr val="0000FF"/>
                          </a:solidFill>
                          <a:latin typeface="Courier New"/>
                          <a:ea typeface="Courier New"/>
                          <a:cs typeface="Courier New"/>
                          <a:sym typeface="Courier New"/>
                        </a:rPr>
                        <a:t>int </a:t>
                      </a:r>
                      <a:r>
                        <a:rPr lang="en-US" sz="1400" u="none" cap="none" strike="noStrike">
                          <a:latin typeface="Courier New"/>
                          <a:ea typeface="Courier New"/>
                          <a:cs typeface="Courier New"/>
                          <a:sym typeface="Courier New"/>
                        </a:rPr>
                        <a:t>sd;</a:t>
                      </a:r>
                      <a:endParaRPr sz="1400" u="none" cap="none" strike="noStrike">
                        <a:latin typeface="Courier New"/>
                        <a:ea typeface="Courier New"/>
                        <a:cs typeface="Courier New"/>
                        <a:sym typeface="Courier New"/>
                      </a:endParaRPr>
                    </a:p>
                    <a:p>
                      <a:pPr indent="0" lvl="0" marL="0" marR="0" rtl="0" algn="l">
                        <a:lnSpc>
                          <a:spcPct val="100000"/>
                        </a:lnSpc>
                        <a:spcBef>
                          <a:spcPts val="45"/>
                        </a:spcBef>
                        <a:spcAft>
                          <a:spcPts val="0"/>
                        </a:spcAft>
                        <a:buClr>
                          <a:srgbClr val="000000"/>
                        </a:buClr>
                        <a:buSzPts val="1700"/>
                        <a:buFont typeface="Arial"/>
                        <a:buNone/>
                      </a:pPr>
                      <a:r>
                        <a:t/>
                      </a:r>
                      <a:endParaRPr sz="1700" u="none" cap="none" strike="noStrike">
                        <a:latin typeface="Times New Roman"/>
                        <a:ea typeface="Times New Roman"/>
                        <a:cs typeface="Times New Roman"/>
                        <a:sym typeface="Times New Roman"/>
                      </a:endParaRPr>
                    </a:p>
                    <a:p>
                      <a:pPr indent="0" lvl="0" marL="305435" marR="7620" rtl="0" algn="l">
                        <a:lnSpc>
                          <a:spcPct val="119000"/>
                        </a:lnSpc>
                        <a:spcBef>
                          <a:spcPts val="0"/>
                        </a:spcBef>
                        <a:spcAft>
                          <a:spcPts val="0"/>
                        </a:spcAft>
                        <a:buClr>
                          <a:srgbClr val="000000"/>
                        </a:buClr>
                        <a:buSzPts val="1400"/>
                        <a:buFont typeface="Arial"/>
                        <a:buNone/>
                      </a:pPr>
                      <a:r>
                        <a:rPr lang="en-US" sz="1400" u="none" cap="none" strike="noStrike">
                          <a:latin typeface="Courier New"/>
                          <a:ea typeface="Courier New"/>
                          <a:cs typeface="Courier New"/>
                          <a:sym typeface="Courier New"/>
                        </a:rPr>
                        <a:t>sd = socket(</a:t>
                      </a:r>
                      <a:r>
                        <a:rPr lang="en-US" sz="1400" u="none" cap="none" strike="noStrike">
                          <a:solidFill>
                            <a:srgbClr val="0099FF"/>
                          </a:solidFill>
                          <a:latin typeface="Courier New"/>
                          <a:ea typeface="Courier New"/>
                          <a:cs typeface="Courier New"/>
                          <a:sym typeface="Courier New"/>
                        </a:rPr>
                        <a:t>AF_INET</a:t>
                      </a:r>
                      <a:r>
                        <a:rPr lang="en-US" sz="1400" u="none" cap="none" strike="noStrike">
                          <a:latin typeface="Courier New"/>
                          <a:ea typeface="Courier New"/>
                          <a:cs typeface="Courier New"/>
                          <a:sym typeface="Courier New"/>
                        </a:rPr>
                        <a:t>,	</a:t>
                      </a:r>
                      <a:r>
                        <a:rPr lang="en-US" sz="1400" u="none" cap="none" strike="noStrike">
                          <a:solidFill>
                            <a:srgbClr val="0099FF"/>
                          </a:solidFill>
                          <a:latin typeface="Courier New"/>
                          <a:ea typeface="Courier New"/>
                          <a:cs typeface="Courier New"/>
                          <a:sym typeface="Courier New"/>
                        </a:rPr>
                        <a:t>SOCK_STREAM</a:t>
                      </a:r>
                      <a:r>
                        <a:rPr lang="en-US" sz="1400" u="none" cap="none" strike="noStrike">
                          <a:latin typeface="Courier New"/>
                          <a:ea typeface="Courier New"/>
                          <a:cs typeface="Courier New"/>
                          <a:sym typeface="Courier New"/>
                        </a:rPr>
                        <a:t>, </a:t>
                      </a:r>
                      <a:r>
                        <a:rPr lang="en-US" sz="1400" u="none" cap="none" strike="noStrike">
                          <a:solidFill>
                            <a:srgbClr val="0099FF"/>
                          </a:solidFill>
                          <a:latin typeface="Courier New"/>
                          <a:ea typeface="Courier New"/>
                          <a:cs typeface="Courier New"/>
                          <a:sym typeface="Courier New"/>
                        </a:rPr>
                        <a:t>0</a:t>
                      </a:r>
                      <a:r>
                        <a:rPr lang="en-US" sz="1400" u="none" cap="none" strike="noStrike">
                          <a:latin typeface="Courier New"/>
                          <a:ea typeface="Courier New"/>
                          <a:cs typeface="Courier New"/>
                          <a:sym typeface="Courier New"/>
                        </a:rPr>
                        <a:t>);  connect(sd, (void*) &amp;sin, </a:t>
                      </a:r>
                      <a:r>
                        <a:rPr lang="en-US" sz="1400" u="none" cap="none" strike="noStrike">
                          <a:solidFill>
                            <a:srgbClr val="0000FF"/>
                          </a:solidFill>
                          <a:latin typeface="Courier New"/>
                          <a:ea typeface="Courier New"/>
                          <a:cs typeface="Courier New"/>
                          <a:sym typeface="Courier New"/>
                        </a:rPr>
                        <a:t>sizeof</a:t>
                      </a:r>
                      <a:r>
                        <a:rPr lang="en-US" sz="1400" u="none" cap="none" strike="noStrike">
                          <a:latin typeface="Courier New"/>
                          <a:ea typeface="Courier New"/>
                          <a:cs typeface="Courier New"/>
                          <a:sym typeface="Courier New"/>
                        </a:rPr>
                        <a:t>(sin));  send(sd, buffer, strlen(buffer),	</a:t>
                      </a:r>
                      <a:r>
                        <a:rPr lang="en-US" sz="1400" u="none" cap="none" strike="noStrike">
                          <a:solidFill>
                            <a:srgbClr val="0099FF"/>
                          </a:solidFill>
                          <a:latin typeface="Courier New"/>
                          <a:ea typeface="Courier New"/>
                          <a:cs typeface="Courier New"/>
                          <a:sym typeface="Courier New"/>
                        </a:rPr>
                        <a:t>0</a:t>
                      </a:r>
                      <a:r>
                        <a:rPr lang="en-US" sz="1400" u="none" cap="none" strike="noStrike">
                          <a:latin typeface="Courier New"/>
                          <a:ea typeface="Courier New"/>
                          <a:cs typeface="Courier New"/>
                          <a:sym typeface="Courier New"/>
                        </a:rPr>
                        <a:t>); </a:t>
                      </a:r>
                      <a:r>
                        <a:rPr lang="en-US" sz="1400" u="none" cap="none" strike="noStrike">
                          <a:solidFill>
                            <a:srgbClr val="008000"/>
                          </a:solidFill>
                          <a:latin typeface="Courier New"/>
                          <a:ea typeface="Courier New"/>
                          <a:cs typeface="Courier New"/>
                          <a:sym typeface="Courier New"/>
                        </a:rPr>
                        <a:t>//</a:t>
                      </a:r>
                      <a:r>
                        <a:rPr b="1" lang="en-US" sz="1400" u="none" cap="none" strike="noStrike">
                          <a:solidFill>
                            <a:srgbClr val="008000"/>
                          </a:solidFill>
                          <a:latin typeface="Courier New"/>
                          <a:ea typeface="Courier New"/>
                          <a:cs typeface="Courier New"/>
                          <a:sym typeface="Courier New"/>
                        </a:rPr>
                        <a:t>yêu</a:t>
                      </a:r>
                      <a:endParaRPr sz="1400" u="none" cap="none" strike="noStrike">
                        <a:latin typeface="Courier New"/>
                        <a:ea typeface="Courier New"/>
                        <a:cs typeface="Courier New"/>
                        <a:sym typeface="Courier New"/>
                      </a:endParaRPr>
                    </a:p>
                  </a:txBody>
                  <a:tcPr marT="10800" marB="0" marR="0" marL="0">
                    <a:lnL cap="flat" cmpd="sng" w="19050">
                      <a:solidFill>
                        <a:srgbClr val="000000"/>
                      </a:solidFill>
                      <a:prstDash val="solid"/>
                      <a:round/>
                      <a:headEnd len="sm" w="sm" type="none"/>
                      <a:tailEnd len="sm" w="sm" type="none"/>
                    </a:lnL>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E699"/>
                    </a:solidFill>
                  </a:tcPr>
                </a:tc>
                <a:tc hMerge="1"/>
                <a:tc gridSpan="2">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Times New Roman"/>
                        <a:ea typeface="Times New Roman"/>
                        <a:cs typeface="Times New Roman"/>
                        <a:sym typeface="Times New Roman"/>
                      </a:endParaRPr>
                    </a:p>
                    <a:p>
                      <a:pPr indent="0" lvl="0" marL="111125" marR="0" rtl="0" algn="l">
                        <a:lnSpc>
                          <a:spcPct val="100000"/>
                        </a:lnSpc>
                        <a:spcBef>
                          <a:spcPts val="1305"/>
                        </a:spcBef>
                        <a:spcAft>
                          <a:spcPts val="0"/>
                        </a:spcAft>
                        <a:buClr>
                          <a:srgbClr val="000000"/>
                        </a:buClr>
                        <a:buSzPts val="1400"/>
                        <a:buFont typeface="Arial"/>
                        <a:buNone/>
                      </a:pPr>
                      <a:r>
                        <a:rPr b="1" lang="en-US" sz="1400" u="none" cap="none" strike="noStrike">
                          <a:solidFill>
                            <a:srgbClr val="008000"/>
                          </a:solidFill>
                          <a:latin typeface="Courier New"/>
                          <a:ea typeface="Courier New"/>
                          <a:cs typeface="Courier New"/>
                          <a:sym typeface="Courier New"/>
                        </a:rPr>
                        <a:t>cầu</a:t>
                      </a:r>
                      <a:endParaRPr sz="1400" u="none" cap="none" strike="noStrike">
                        <a:latin typeface="Courier New"/>
                        <a:ea typeface="Courier New"/>
                        <a:cs typeface="Courier New"/>
                        <a:sym typeface="Courier New"/>
                      </a:endParaRPr>
                    </a:p>
                  </a:txBody>
                  <a:tcPr marT="0" marB="0" marR="0" marL="0">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solidFill>
                      <a:srgbClr val="FFE699"/>
                    </a:solidFill>
                  </a:tcPr>
                </a:tc>
                <a:tc hMerge="1"/>
              </a:tr>
              <a:tr h="876300">
                <a:tc gridSpan="2">
                  <a:txBody>
                    <a:bodyPr/>
                    <a:lstStyle/>
                    <a:p>
                      <a:pPr indent="0" lvl="0" marL="86360" marR="0" rtl="0" algn="l">
                        <a:lnSpc>
                          <a:spcPct val="100000"/>
                        </a:lnSpc>
                        <a:spcBef>
                          <a:spcPts val="0"/>
                        </a:spcBef>
                        <a:spcAft>
                          <a:spcPts val="0"/>
                        </a:spcAft>
                        <a:buClr>
                          <a:srgbClr val="000000"/>
                        </a:buClr>
                        <a:buSzPts val="1400"/>
                        <a:buFont typeface="Arial"/>
                        <a:buNone/>
                      </a:pPr>
                      <a:r>
                        <a:rPr b="1" lang="en-US" sz="1400" u="none" cap="none" strike="noStrike">
                          <a:latin typeface="Courier New"/>
                          <a:ea typeface="Courier New"/>
                          <a:cs typeface="Courier New"/>
                          <a:sym typeface="Courier New"/>
                        </a:rPr>
                        <a:t>server</a:t>
                      </a:r>
                      <a:r>
                        <a:rPr lang="en-US" sz="1400" u="none" cap="none" strike="noStrike">
                          <a:latin typeface="Courier New"/>
                          <a:ea typeface="Courier New"/>
                          <a:cs typeface="Courier New"/>
                          <a:sym typeface="Courier New"/>
                        </a:rPr>
                        <a:t>(</a:t>
                      </a:r>
                      <a:r>
                        <a:rPr lang="en-US" sz="1400" u="none" cap="none" strike="noStrike">
                          <a:solidFill>
                            <a:srgbClr val="0000FF"/>
                          </a:solidFill>
                          <a:latin typeface="Courier New"/>
                          <a:ea typeface="Courier New"/>
                          <a:cs typeface="Courier New"/>
                          <a:sym typeface="Courier New"/>
                        </a:rPr>
                        <a:t>void</a:t>
                      </a:r>
                      <a:r>
                        <a:rPr lang="en-US" sz="1400" u="none" cap="none" strike="noStrike">
                          <a:latin typeface="Courier New"/>
                          <a:ea typeface="Courier New"/>
                          <a:cs typeface="Courier New"/>
                          <a:sym typeface="Courier New"/>
                        </a:rPr>
                        <a:t>) {</a:t>
                      </a:r>
                      <a:endParaRPr sz="1400" u="none" cap="none" strike="noStrike">
                        <a:latin typeface="Courier New"/>
                        <a:ea typeface="Courier New"/>
                        <a:cs typeface="Courier New"/>
                        <a:sym typeface="Courier New"/>
                      </a:endParaRPr>
                    </a:p>
                    <a:p>
                      <a:pPr indent="0" lvl="0" marL="302260" marR="109220" rtl="0" algn="l">
                        <a:lnSpc>
                          <a:spcPct val="119000"/>
                        </a:lnSpc>
                        <a:spcBef>
                          <a:spcPts val="100"/>
                        </a:spcBef>
                        <a:spcAft>
                          <a:spcPts val="0"/>
                        </a:spcAft>
                        <a:buClr>
                          <a:srgbClr val="000000"/>
                        </a:buClr>
                        <a:buSzPts val="1400"/>
                        <a:buFont typeface="Arial"/>
                        <a:buNone/>
                      </a:pPr>
                      <a:r>
                        <a:rPr lang="en-US" sz="1400" u="none" cap="none" strike="noStrike">
                          <a:solidFill>
                            <a:srgbClr val="0000FF"/>
                          </a:solidFill>
                          <a:latin typeface="Courier New"/>
                          <a:ea typeface="Courier New"/>
                          <a:cs typeface="Courier New"/>
                          <a:sym typeface="Courier New"/>
                        </a:rPr>
                        <a:t>struct </a:t>
                      </a:r>
                      <a:r>
                        <a:rPr lang="en-US" sz="1400" u="none" cap="none" strike="noStrike">
                          <a:latin typeface="Courier New"/>
                          <a:ea typeface="Courier New"/>
                          <a:cs typeface="Courier New"/>
                          <a:sym typeface="Courier New"/>
                        </a:rPr>
                        <a:t>sockaddr_in cin, sin;  </a:t>
                      </a:r>
                      <a:r>
                        <a:rPr lang="en-US" sz="1400" u="none" cap="none" strike="noStrike">
                          <a:solidFill>
                            <a:srgbClr val="0000FF"/>
                          </a:solidFill>
                          <a:latin typeface="Courier New"/>
                          <a:ea typeface="Courier New"/>
                          <a:cs typeface="Courier New"/>
                          <a:sym typeface="Courier New"/>
                        </a:rPr>
                        <a:t>int </a:t>
                      </a:r>
                      <a:r>
                        <a:rPr lang="en-US" sz="1400" u="none" cap="none" strike="noStrike">
                          <a:latin typeface="Courier New"/>
                          <a:ea typeface="Courier New"/>
                          <a:cs typeface="Courier New"/>
                          <a:sym typeface="Courier New"/>
                        </a:rPr>
                        <a:t>sd, sd_client;</a:t>
                      </a:r>
                      <a:endParaRPr sz="1400" u="none" cap="none" strike="noStrike">
                        <a:latin typeface="Courier New"/>
                        <a:ea typeface="Courier New"/>
                        <a:cs typeface="Courier New"/>
                        <a:sym typeface="Courier New"/>
                      </a:endParaRPr>
                    </a:p>
                  </a:txBody>
                  <a:tcPr marT="108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solidFill>
                      <a:srgbClr val="FFE699"/>
                    </a:solidFill>
                  </a:tcPr>
                </a:tc>
                <a:tc hMerge="1"/>
                <a:tc>
                  <a:txBody>
                    <a:bodyPr/>
                    <a:lstStyle/>
                    <a:p>
                      <a:pPr indent="0" lvl="0" marL="305435" marR="0" rtl="0" algn="l">
                        <a:lnSpc>
                          <a:spcPct val="111785"/>
                        </a:lnSpc>
                        <a:spcBef>
                          <a:spcPts val="0"/>
                        </a:spcBef>
                        <a:spcAft>
                          <a:spcPts val="0"/>
                        </a:spcAft>
                        <a:buClr>
                          <a:srgbClr val="000000"/>
                        </a:buClr>
                        <a:buSzPts val="1400"/>
                        <a:buFont typeface="Arial"/>
                        <a:buNone/>
                      </a:pPr>
                      <a:r>
                        <a:rPr lang="en-US" sz="1400" u="none" cap="none" strike="noStrike">
                          <a:latin typeface="Courier New"/>
                          <a:ea typeface="Courier New"/>
                          <a:cs typeface="Courier New"/>
                          <a:sym typeface="Courier New"/>
                        </a:rPr>
                        <a:t>recv(sd, buffer, bufsize, </a:t>
                      </a:r>
                      <a:r>
                        <a:rPr lang="en-US" sz="1400" u="none" cap="none" strike="noStrike">
                          <a:solidFill>
                            <a:srgbClr val="0099FF"/>
                          </a:solidFill>
                          <a:latin typeface="Courier New"/>
                          <a:ea typeface="Courier New"/>
                          <a:cs typeface="Courier New"/>
                          <a:sym typeface="Courier New"/>
                        </a:rPr>
                        <a:t>0</a:t>
                      </a:r>
                      <a:r>
                        <a:rPr lang="en-US" sz="1400" u="none" cap="none" strike="noStrike">
                          <a:latin typeface="Courier New"/>
                          <a:ea typeface="Courier New"/>
                          <a:cs typeface="Courier New"/>
                          <a:sym typeface="Courier New"/>
                        </a:rPr>
                        <a:t>); </a:t>
                      </a:r>
                      <a:r>
                        <a:rPr lang="en-US" sz="1400" u="none" cap="none" strike="noStrike">
                          <a:solidFill>
                            <a:srgbClr val="008000"/>
                          </a:solidFill>
                          <a:latin typeface="Courier New"/>
                          <a:ea typeface="Courier New"/>
                          <a:cs typeface="Courier New"/>
                          <a:sym typeface="Courier New"/>
                        </a:rPr>
                        <a:t>// </a:t>
                      </a:r>
                      <a:r>
                        <a:rPr b="1" lang="en-US" sz="1400" u="none" cap="none" strike="noStrike">
                          <a:solidFill>
                            <a:srgbClr val="008000"/>
                          </a:solidFill>
                          <a:latin typeface="Courier New"/>
                          <a:ea typeface="Courier New"/>
                          <a:cs typeface="Courier New"/>
                          <a:sym typeface="Courier New"/>
                        </a:rPr>
                        <a:t>nhận</a:t>
                      </a:r>
                      <a:endParaRPr sz="1400" u="none" cap="none" strike="noStrike">
                        <a:latin typeface="Courier New"/>
                        <a:ea typeface="Courier New"/>
                        <a:cs typeface="Courier New"/>
                        <a:sym typeface="Courier New"/>
                      </a:endParaRPr>
                    </a:p>
                    <a:p>
                      <a:pPr indent="0" lvl="0" marL="305435" marR="0" rtl="0" algn="l">
                        <a:lnSpc>
                          <a:spcPct val="100000"/>
                        </a:lnSpc>
                        <a:spcBef>
                          <a:spcPts val="320"/>
                        </a:spcBef>
                        <a:spcAft>
                          <a:spcPts val="0"/>
                        </a:spcAft>
                        <a:buClr>
                          <a:srgbClr val="000000"/>
                        </a:buClr>
                        <a:buSzPts val="1400"/>
                        <a:buFont typeface="Arial"/>
                        <a:buNone/>
                      </a:pPr>
                      <a:r>
                        <a:rPr lang="en-US" sz="1400" u="none" cap="none" strike="noStrike">
                          <a:latin typeface="Courier New"/>
                          <a:ea typeface="Courier New"/>
                          <a:cs typeface="Courier New"/>
                          <a:sym typeface="Courier New"/>
                        </a:rPr>
                        <a:t>close(sd);</a:t>
                      </a:r>
                      <a:endParaRPr sz="1400" u="none" cap="none" strike="noStrike">
                        <a:latin typeface="Courier New"/>
                        <a:ea typeface="Courier New"/>
                        <a:cs typeface="Courier New"/>
                        <a:sym typeface="Courier New"/>
                      </a:endParaRPr>
                    </a:p>
                    <a:p>
                      <a:pPr indent="0" lvl="0" marL="89535" marR="0" rtl="0" algn="l">
                        <a:lnSpc>
                          <a:spcPct val="100000"/>
                        </a:lnSpc>
                        <a:spcBef>
                          <a:spcPts val="320"/>
                        </a:spcBef>
                        <a:spcAft>
                          <a:spcPts val="0"/>
                        </a:spcAft>
                        <a:buClr>
                          <a:srgbClr val="000000"/>
                        </a:buClr>
                        <a:buSzPts val="1400"/>
                        <a:buFont typeface="Arial"/>
                        <a:buNone/>
                      </a:pPr>
                      <a:r>
                        <a:rPr lang="en-US" sz="1400" u="none" cap="none" strike="noStrike">
                          <a:latin typeface="Courier New"/>
                          <a:ea typeface="Courier New"/>
                          <a:cs typeface="Courier New"/>
                          <a:sym typeface="Courier New"/>
                        </a:rPr>
                        <a:t>}</a:t>
                      </a:r>
                      <a:endParaRPr sz="1400" u="none" cap="none" strike="noStrike">
                        <a:latin typeface="Courier New"/>
                        <a:ea typeface="Courier New"/>
                        <a:cs typeface="Courier New"/>
                        <a:sym typeface="Courier New"/>
                      </a:endParaRPr>
                    </a:p>
                  </a:txBody>
                  <a:tcPr marT="0" marB="0" marR="0" marL="0">
                    <a:lnL cap="flat" cmpd="sng" w="19050">
                      <a:solidFill>
                        <a:srgbClr val="000000"/>
                      </a:solidFill>
                      <a:prstDash val="solid"/>
                      <a:round/>
                      <a:headEnd len="sm" w="sm" type="none"/>
                      <a:tailEnd len="sm" w="sm" type="none"/>
                    </a:lnL>
                    <a:lnT cap="flat" cmpd="sng" w="19050">
                      <a:solidFill>
                        <a:srgbClr val="000000"/>
                      </a:solidFill>
                      <a:prstDash val="solid"/>
                      <a:round/>
                      <a:headEnd len="sm" w="sm" type="none"/>
                      <a:tailEnd len="sm" w="sm" type="none"/>
                    </a:lnT>
                    <a:solidFill>
                      <a:srgbClr val="FFE699"/>
                    </a:solidFill>
                  </a:tcPr>
                </a:tc>
                <a:tc>
                  <a:txBody>
                    <a:bodyPr/>
                    <a:lstStyle/>
                    <a:p>
                      <a:pPr indent="0" lvl="0" marL="60325" marR="0" rtl="0" algn="l">
                        <a:lnSpc>
                          <a:spcPct val="111785"/>
                        </a:lnSpc>
                        <a:spcBef>
                          <a:spcPts val="0"/>
                        </a:spcBef>
                        <a:spcAft>
                          <a:spcPts val="0"/>
                        </a:spcAft>
                        <a:buClr>
                          <a:srgbClr val="000000"/>
                        </a:buClr>
                        <a:buSzPts val="1400"/>
                        <a:buFont typeface="Arial"/>
                        <a:buNone/>
                      </a:pPr>
                      <a:r>
                        <a:rPr b="1" lang="en-US" sz="1400" u="none" cap="none" strike="noStrike">
                          <a:solidFill>
                            <a:srgbClr val="008000"/>
                          </a:solidFill>
                          <a:latin typeface="Courier New"/>
                          <a:ea typeface="Courier New"/>
                          <a:cs typeface="Courier New"/>
                          <a:sym typeface="Courier New"/>
                        </a:rPr>
                        <a:t>kết</a:t>
                      </a:r>
                      <a:endParaRPr sz="1400" u="none" cap="none" strike="noStrike">
                        <a:latin typeface="Courier New"/>
                        <a:ea typeface="Courier New"/>
                        <a:cs typeface="Courier New"/>
                        <a:sym typeface="Courier New"/>
                      </a:endParaRPr>
                    </a:p>
                  </a:txBody>
                  <a:tcPr marT="0" marB="0" marR="0" marL="0">
                    <a:lnT cap="flat" cmpd="sng" w="19050">
                      <a:solidFill>
                        <a:srgbClr val="000000"/>
                      </a:solidFill>
                      <a:prstDash val="solid"/>
                      <a:round/>
                      <a:headEnd len="sm" w="sm" type="none"/>
                      <a:tailEnd len="sm" w="sm" type="none"/>
                    </a:lnT>
                    <a:solidFill>
                      <a:srgbClr val="FFE699"/>
                    </a:solidFill>
                  </a:tcPr>
                </a:tc>
                <a:tc>
                  <a:txBody>
                    <a:bodyPr/>
                    <a:lstStyle/>
                    <a:p>
                      <a:pPr indent="0" lvl="0" marL="9525" marR="0" rtl="0" algn="l">
                        <a:lnSpc>
                          <a:spcPct val="111785"/>
                        </a:lnSpc>
                        <a:spcBef>
                          <a:spcPts val="0"/>
                        </a:spcBef>
                        <a:spcAft>
                          <a:spcPts val="0"/>
                        </a:spcAft>
                        <a:buClr>
                          <a:srgbClr val="000000"/>
                        </a:buClr>
                        <a:buSzPts val="1400"/>
                        <a:buFont typeface="Arial"/>
                        <a:buNone/>
                      </a:pPr>
                      <a:r>
                        <a:rPr b="1" lang="en-US" sz="1400" u="none" cap="none" strike="noStrike">
                          <a:solidFill>
                            <a:srgbClr val="008000"/>
                          </a:solidFill>
                          <a:latin typeface="Courier New"/>
                          <a:ea typeface="Courier New"/>
                          <a:cs typeface="Courier New"/>
                          <a:sym typeface="Courier New"/>
                        </a:rPr>
                        <a:t>quả</a:t>
                      </a:r>
                      <a:endParaRPr sz="1400" u="none" cap="none" strike="noStrike">
                        <a:latin typeface="Courier New"/>
                        <a:ea typeface="Courier New"/>
                        <a:cs typeface="Courier New"/>
                        <a:sym typeface="Courier New"/>
                      </a:endParaRPr>
                    </a:p>
                  </a:txBody>
                  <a:tcPr marT="0" marB="0" marR="0" marL="0">
                    <a:lnR cap="flat" cmpd="sng" w="19050">
                      <a:solidFill>
                        <a:srgbClr val="000000"/>
                      </a:solidFill>
                      <a:prstDash val="solid"/>
                      <a:round/>
                      <a:headEnd len="sm" w="sm" type="none"/>
                      <a:tailEnd len="sm" w="sm" type="none"/>
                    </a:lnR>
                    <a:solidFill>
                      <a:srgbClr val="FFE699"/>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B cap="flat" cmpd="sng" w="19050">
                      <a:solidFill>
                        <a:srgbClr val="000000"/>
                      </a:solidFill>
                      <a:prstDash val="solid"/>
                      <a:round/>
                      <a:headEnd len="sm" w="sm" type="none"/>
                      <a:tailEnd len="sm" w="sm" type="none"/>
                    </a:lnB>
                    <a:solidFill>
                      <a:srgbClr val="FFE699"/>
                    </a:solidFill>
                  </a:tcPr>
                </a:tc>
              </a:tr>
              <a:tr h="3378200">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Times New Roman"/>
                        <a:ea typeface="Times New Roman"/>
                        <a:cs typeface="Times New Roman"/>
                        <a:sym typeface="Times New Roman"/>
                      </a:endParaRPr>
                    </a:p>
                    <a:p>
                      <a:pPr indent="0" lvl="0" marL="86360" marR="0" rtl="0" algn="l">
                        <a:lnSpc>
                          <a:spcPct val="100000"/>
                        </a:lnSpc>
                        <a:spcBef>
                          <a:spcPts val="1405"/>
                        </a:spcBef>
                        <a:spcAft>
                          <a:spcPts val="0"/>
                        </a:spcAft>
                        <a:buClr>
                          <a:srgbClr val="000000"/>
                        </a:buClr>
                        <a:buSzPts val="1400"/>
                        <a:buFont typeface="Arial"/>
                        <a:buNone/>
                      </a:pPr>
                      <a:r>
                        <a:rPr lang="en-US" sz="1400" u="none" cap="none" strike="noStrike">
                          <a:latin typeface="Courier New"/>
                          <a:ea typeface="Courier New"/>
                          <a:cs typeface="Courier New"/>
                          <a:sym typeface="Courier New"/>
                        </a:rPr>
                        <a:t>}</a:t>
                      </a:r>
                      <a:endParaRPr sz="1400" u="none" cap="none" strike="noStrike">
                        <a:latin typeface="Courier New"/>
                        <a:ea typeface="Courier New"/>
                        <a:cs typeface="Courier New"/>
                        <a:sym typeface="Courier New"/>
                      </a:endParaRPr>
                    </a:p>
                  </a:txBody>
                  <a:tcPr marT="0" marB="0" marR="0" marL="0">
                    <a:lnL cap="flat" cmpd="sng" w="19050">
                      <a:solidFill>
                        <a:srgbClr val="000000"/>
                      </a:solidFill>
                      <a:prstDash val="solid"/>
                      <a:round/>
                      <a:headEnd len="sm" w="sm" type="none"/>
                      <a:tailEnd len="sm" w="sm" type="none"/>
                    </a:lnL>
                    <a:lnB cap="flat" cmpd="sng" w="19050">
                      <a:solidFill>
                        <a:srgbClr val="000000"/>
                      </a:solidFill>
                      <a:prstDash val="solid"/>
                      <a:round/>
                      <a:headEnd len="sm" w="sm" type="none"/>
                      <a:tailEnd len="sm" w="sm" type="none"/>
                    </a:lnB>
                    <a:solidFill>
                      <a:srgbClr val="FFE699"/>
                    </a:solidFill>
                  </a:tcPr>
                </a:tc>
                <a:tc gridSpan="4">
                  <a:txBody>
                    <a:bodyPr/>
                    <a:lstStyle/>
                    <a:p>
                      <a:pPr indent="0" lvl="0" marL="53975" marR="0" rtl="0" algn="l">
                        <a:lnSpc>
                          <a:spcPct val="100000"/>
                        </a:lnSpc>
                        <a:spcBef>
                          <a:spcPts val="0"/>
                        </a:spcBef>
                        <a:spcAft>
                          <a:spcPts val="0"/>
                        </a:spcAft>
                        <a:buClr>
                          <a:srgbClr val="000000"/>
                        </a:buClr>
                        <a:buSzPts val="1400"/>
                        <a:buFont typeface="Arial"/>
                        <a:buNone/>
                      </a:pPr>
                      <a:r>
                        <a:rPr lang="en-US" sz="1400" u="none" cap="none" strike="noStrike">
                          <a:latin typeface="Courier New"/>
                          <a:ea typeface="Courier New"/>
                          <a:cs typeface="Courier New"/>
                          <a:sym typeface="Courier New"/>
                        </a:rPr>
                        <a:t>sd = socket(</a:t>
                      </a:r>
                      <a:r>
                        <a:rPr lang="en-US" sz="1400" u="none" cap="none" strike="noStrike">
                          <a:solidFill>
                            <a:srgbClr val="0099FF"/>
                          </a:solidFill>
                          <a:latin typeface="Courier New"/>
                          <a:ea typeface="Courier New"/>
                          <a:cs typeface="Courier New"/>
                          <a:sym typeface="Courier New"/>
                        </a:rPr>
                        <a:t>AF_INET</a:t>
                      </a:r>
                      <a:r>
                        <a:rPr lang="en-US" sz="1400" u="none" cap="none" strike="noStrike">
                          <a:latin typeface="Courier New"/>
                          <a:ea typeface="Courier New"/>
                          <a:cs typeface="Courier New"/>
                          <a:sym typeface="Courier New"/>
                        </a:rPr>
                        <a:t>,	</a:t>
                      </a:r>
                      <a:r>
                        <a:rPr lang="en-US" sz="1400" u="none" cap="none" strike="noStrike">
                          <a:solidFill>
                            <a:srgbClr val="0099FF"/>
                          </a:solidFill>
                          <a:latin typeface="Courier New"/>
                          <a:ea typeface="Courier New"/>
                          <a:cs typeface="Courier New"/>
                          <a:sym typeface="Courier New"/>
                        </a:rPr>
                        <a:t>SOCK_STREAM</a:t>
                      </a:r>
                      <a:r>
                        <a:rPr lang="en-US" sz="1400" u="none" cap="none" strike="noStrike">
                          <a:latin typeface="Courier New"/>
                          <a:ea typeface="Courier New"/>
                          <a:cs typeface="Courier New"/>
                          <a:sym typeface="Courier New"/>
                        </a:rPr>
                        <a:t>, </a:t>
                      </a:r>
                      <a:r>
                        <a:rPr lang="en-US" sz="1400" u="none" cap="none" strike="noStrike">
                          <a:solidFill>
                            <a:srgbClr val="0099FF"/>
                          </a:solidFill>
                          <a:latin typeface="Courier New"/>
                          <a:ea typeface="Courier New"/>
                          <a:cs typeface="Courier New"/>
                          <a:sym typeface="Courier New"/>
                        </a:rPr>
                        <a:t>0</a:t>
                      </a:r>
                      <a:r>
                        <a:rPr lang="en-US" sz="1400" u="none" cap="none" strike="noStrike">
                          <a:latin typeface="Courier New"/>
                          <a:ea typeface="Courier New"/>
                          <a:cs typeface="Courier New"/>
                          <a:sym typeface="Courier New"/>
                        </a:rPr>
                        <a:t>);</a:t>
                      </a:r>
                      <a:endParaRPr sz="1400" u="none" cap="none" strike="noStrike">
                        <a:latin typeface="Courier New"/>
                        <a:ea typeface="Courier New"/>
                        <a:cs typeface="Courier New"/>
                        <a:sym typeface="Courier New"/>
                      </a:endParaRPr>
                    </a:p>
                    <a:p>
                      <a:pPr indent="0" lvl="0" marL="53975" marR="1284605" rtl="0" algn="l">
                        <a:lnSpc>
                          <a:spcPct val="119000"/>
                        </a:lnSpc>
                        <a:spcBef>
                          <a:spcPts val="0"/>
                        </a:spcBef>
                        <a:spcAft>
                          <a:spcPts val="0"/>
                        </a:spcAft>
                        <a:buClr>
                          <a:srgbClr val="000000"/>
                        </a:buClr>
                        <a:buSzPts val="1400"/>
                        <a:buFont typeface="Arial"/>
                        <a:buNone/>
                      </a:pPr>
                      <a:r>
                        <a:rPr lang="en-US" sz="1400" u="none" cap="none" strike="noStrike">
                          <a:latin typeface="Courier New"/>
                          <a:ea typeface="Courier New"/>
                          <a:cs typeface="Courier New"/>
                          <a:sym typeface="Courier New"/>
                        </a:rPr>
                        <a:t>bind(sd, (</a:t>
                      </a:r>
                      <a:r>
                        <a:rPr lang="en-US" sz="1400" u="none" cap="none" strike="noStrike">
                          <a:solidFill>
                            <a:srgbClr val="0000FF"/>
                          </a:solidFill>
                          <a:latin typeface="Courier New"/>
                          <a:ea typeface="Courier New"/>
                          <a:cs typeface="Courier New"/>
                          <a:sym typeface="Courier New"/>
                        </a:rPr>
                        <a:t>struct </a:t>
                      </a:r>
                      <a:r>
                        <a:rPr lang="en-US" sz="1400" u="none" cap="none" strike="noStrike">
                          <a:latin typeface="Courier New"/>
                          <a:ea typeface="Courier New"/>
                          <a:cs typeface="Courier New"/>
                          <a:sym typeface="Courier New"/>
                        </a:rPr>
                        <a:t>sockaddr  *) &amp;sin, </a:t>
                      </a:r>
                      <a:r>
                        <a:rPr lang="en-US" sz="1400" u="none" cap="none" strike="noStrike">
                          <a:solidFill>
                            <a:srgbClr val="0000FF"/>
                          </a:solidFill>
                          <a:latin typeface="Courier New"/>
                          <a:ea typeface="Courier New"/>
                          <a:cs typeface="Courier New"/>
                          <a:sym typeface="Courier New"/>
                        </a:rPr>
                        <a:t>sizeof</a:t>
                      </a:r>
                      <a:r>
                        <a:rPr lang="en-US" sz="1400" u="none" cap="none" strike="noStrike">
                          <a:latin typeface="Courier New"/>
                          <a:ea typeface="Courier New"/>
                          <a:cs typeface="Courier New"/>
                          <a:sym typeface="Courier New"/>
                        </a:rPr>
                        <a:t>(sin));	</a:t>
                      </a:r>
                      <a:r>
                        <a:rPr lang="en-US" sz="1400" u="none" cap="none" strike="noStrike">
                          <a:solidFill>
                            <a:srgbClr val="008000"/>
                          </a:solidFill>
                          <a:latin typeface="Courier New"/>
                          <a:ea typeface="Courier New"/>
                          <a:cs typeface="Courier New"/>
                          <a:sym typeface="Courier New"/>
                        </a:rPr>
                        <a:t>//</a:t>
                      </a:r>
                      <a:r>
                        <a:rPr b="1" lang="en-US" sz="1400" u="none" cap="none" strike="noStrike">
                          <a:solidFill>
                            <a:srgbClr val="008000"/>
                          </a:solidFill>
                          <a:latin typeface="Courier New"/>
                          <a:ea typeface="Courier New"/>
                          <a:cs typeface="Courier New"/>
                          <a:sym typeface="Courier New"/>
                        </a:rPr>
                        <a:t>đăng ký dịch vụ  </a:t>
                      </a:r>
                      <a:r>
                        <a:rPr lang="en-US" sz="1400" u="none" cap="none" strike="noStrike">
                          <a:latin typeface="Courier New"/>
                          <a:ea typeface="Courier New"/>
                          <a:cs typeface="Courier New"/>
                          <a:sym typeface="Courier New"/>
                        </a:rPr>
                        <a:t>listen(sd, queuesize);	</a:t>
                      </a:r>
                      <a:r>
                        <a:rPr lang="en-US" sz="1400" u="none" cap="none" strike="noStrike">
                          <a:solidFill>
                            <a:srgbClr val="008000"/>
                          </a:solidFill>
                          <a:latin typeface="Courier New"/>
                          <a:ea typeface="Courier New"/>
                          <a:cs typeface="Courier New"/>
                          <a:sym typeface="Courier New"/>
                        </a:rPr>
                        <a:t>//</a:t>
                      </a:r>
                      <a:r>
                        <a:rPr b="1" lang="en-US" sz="1400" u="none" cap="none" strike="noStrike">
                          <a:solidFill>
                            <a:srgbClr val="008000"/>
                          </a:solidFill>
                          <a:latin typeface="Courier New"/>
                          <a:ea typeface="Courier New"/>
                          <a:cs typeface="Courier New"/>
                          <a:sym typeface="Courier New"/>
                        </a:rPr>
                        <a:t>vòng lặp đợi yêu cầu của client  </a:t>
                      </a:r>
                      <a:r>
                        <a:rPr lang="en-US" sz="1400" u="none" cap="none" strike="noStrike">
                          <a:solidFill>
                            <a:srgbClr val="0000FF"/>
                          </a:solidFill>
                          <a:latin typeface="Courier New"/>
                          <a:ea typeface="Courier New"/>
                          <a:cs typeface="Courier New"/>
                          <a:sym typeface="Courier New"/>
                        </a:rPr>
                        <a:t>while</a:t>
                      </a:r>
                      <a:r>
                        <a:rPr lang="en-US" sz="1400" u="none" cap="none" strike="noStrike">
                          <a:latin typeface="Courier New"/>
                          <a:ea typeface="Courier New"/>
                          <a:cs typeface="Courier New"/>
                          <a:sym typeface="Courier New"/>
                        </a:rPr>
                        <a:t>(</a:t>
                      </a:r>
                      <a:r>
                        <a:rPr lang="en-US" sz="1400" u="none" cap="none" strike="noStrike">
                          <a:solidFill>
                            <a:srgbClr val="0099FF"/>
                          </a:solidFill>
                          <a:latin typeface="Courier New"/>
                          <a:ea typeface="Courier New"/>
                          <a:cs typeface="Courier New"/>
                          <a:sym typeface="Courier New"/>
                        </a:rPr>
                        <a:t>true</a:t>
                      </a:r>
                      <a:r>
                        <a:rPr lang="en-US" sz="1400" u="none" cap="none" strike="noStrike">
                          <a:latin typeface="Courier New"/>
                          <a:ea typeface="Courier New"/>
                          <a:cs typeface="Courier New"/>
                          <a:sym typeface="Courier New"/>
                        </a:rPr>
                        <a:t>) {</a:t>
                      </a:r>
                      <a:endParaRPr sz="1400" u="none" cap="none" strike="noStrike"/>
                    </a:p>
                    <a:p>
                      <a:pPr indent="0" lvl="0" marL="269875" marR="1226185" rtl="0" algn="l">
                        <a:lnSpc>
                          <a:spcPct val="119000"/>
                        </a:lnSpc>
                        <a:spcBef>
                          <a:spcPts val="100"/>
                        </a:spcBef>
                        <a:spcAft>
                          <a:spcPts val="0"/>
                        </a:spcAft>
                        <a:buClr>
                          <a:srgbClr val="000000"/>
                        </a:buClr>
                        <a:buSzPts val="1400"/>
                        <a:buFont typeface="Arial"/>
                        <a:buNone/>
                      </a:pPr>
                      <a:r>
                        <a:rPr lang="en-US" sz="1400" u="none" cap="none" strike="noStrike">
                          <a:latin typeface="Courier New"/>
                          <a:ea typeface="Courier New"/>
                          <a:cs typeface="Courier New"/>
                          <a:sym typeface="Courier New"/>
                        </a:rPr>
                        <a:t>sd_client = accept(sd, (</a:t>
                      </a:r>
                      <a:r>
                        <a:rPr lang="en-US" sz="1400" u="none" cap="none" strike="noStrike">
                          <a:solidFill>
                            <a:srgbClr val="0000FF"/>
                          </a:solidFill>
                          <a:latin typeface="Courier New"/>
                          <a:ea typeface="Courier New"/>
                          <a:cs typeface="Courier New"/>
                          <a:sym typeface="Courier New"/>
                        </a:rPr>
                        <a:t>struct </a:t>
                      </a:r>
                      <a:r>
                        <a:rPr lang="en-US" sz="1400" u="none" cap="none" strike="noStrike">
                          <a:latin typeface="Courier New"/>
                          <a:ea typeface="Courier New"/>
                          <a:cs typeface="Courier New"/>
                          <a:sym typeface="Courier New"/>
                        </a:rPr>
                        <a:t>sockaddr *)&amp;cin, &amp;addrlen));  recv(sd_client,	buffer, </a:t>
                      </a:r>
                      <a:r>
                        <a:rPr lang="en-US" sz="1400" u="none" cap="none" strike="noStrike">
                          <a:solidFill>
                            <a:srgbClr val="0000FF"/>
                          </a:solidFill>
                          <a:latin typeface="Courier New"/>
                          <a:ea typeface="Courier New"/>
                          <a:cs typeface="Courier New"/>
                          <a:sym typeface="Courier New"/>
                        </a:rPr>
                        <a:t>sizeof</a:t>
                      </a:r>
                      <a:r>
                        <a:rPr lang="en-US" sz="1400" u="none" cap="none" strike="noStrike">
                          <a:latin typeface="Courier New"/>
                          <a:ea typeface="Courier New"/>
                          <a:cs typeface="Courier New"/>
                          <a:sym typeface="Courier New"/>
                        </a:rPr>
                        <a:t>(buffer),	</a:t>
                      </a:r>
                      <a:r>
                        <a:rPr lang="en-US" sz="1400" u="none" cap="none" strike="noStrike">
                          <a:solidFill>
                            <a:srgbClr val="0099FF"/>
                          </a:solidFill>
                          <a:latin typeface="Courier New"/>
                          <a:ea typeface="Courier New"/>
                          <a:cs typeface="Courier New"/>
                          <a:sym typeface="Courier New"/>
                        </a:rPr>
                        <a:t>0</a:t>
                      </a:r>
                      <a:r>
                        <a:rPr lang="en-US" sz="1400" u="none" cap="none" strike="noStrike">
                          <a:latin typeface="Courier New"/>
                          <a:ea typeface="Courier New"/>
                          <a:cs typeface="Courier New"/>
                          <a:sym typeface="Courier New"/>
                        </a:rPr>
                        <a:t>); </a:t>
                      </a:r>
                      <a:r>
                        <a:rPr lang="en-US" sz="1400" u="none" cap="none" strike="noStrike">
                          <a:solidFill>
                            <a:srgbClr val="008000"/>
                          </a:solidFill>
                          <a:latin typeface="Courier New"/>
                          <a:ea typeface="Courier New"/>
                          <a:cs typeface="Courier New"/>
                          <a:sym typeface="Courier New"/>
                        </a:rPr>
                        <a:t>//</a:t>
                      </a:r>
                      <a:r>
                        <a:rPr b="1" lang="en-US" sz="1400" u="none" cap="none" strike="noStrike">
                          <a:solidFill>
                            <a:srgbClr val="008000"/>
                          </a:solidFill>
                          <a:latin typeface="Courier New"/>
                          <a:ea typeface="Courier New"/>
                          <a:cs typeface="Courier New"/>
                          <a:sym typeface="Courier New"/>
                        </a:rPr>
                        <a:t>nhận yêu cầu  </a:t>
                      </a:r>
                      <a:r>
                        <a:rPr lang="en-US" sz="1400" u="none" cap="none" strike="noStrike">
                          <a:latin typeface="Courier New"/>
                          <a:ea typeface="Courier New"/>
                          <a:cs typeface="Courier New"/>
                          <a:sym typeface="Courier New"/>
                        </a:rPr>
                        <a:t>DoService(buffer);	</a:t>
                      </a:r>
                      <a:r>
                        <a:rPr lang="en-US" sz="1400" u="none" cap="none" strike="noStrike">
                          <a:solidFill>
                            <a:srgbClr val="008000"/>
                          </a:solidFill>
                          <a:latin typeface="Courier New"/>
                          <a:ea typeface="Courier New"/>
                          <a:cs typeface="Courier New"/>
                          <a:sym typeface="Courier New"/>
                        </a:rPr>
                        <a:t>//</a:t>
                      </a:r>
                      <a:r>
                        <a:rPr b="1" lang="en-US" sz="1400" u="none" cap="none" strike="noStrike">
                          <a:solidFill>
                            <a:srgbClr val="008000"/>
                          </a:solidFill>
                          <a:latin typeface="Courier New"/>
                          <a:ea typeface="Courier New"/>
                          <a:cs typeface="Courier New"/>
                          <a:sym typeface="Courier New"/>
                        </a:rPr>
                        <a:t>thực hiện yêu cầu, ghi kết quả vào buffer  </a:t>
                      </a:r>
                      <a:r>
                        <a:rPr lang="en-US" sz="1400" u="none" cap="none" strike="noStrike">
                          <a:latin typeface="Courier New"/>
                          <a:ea typeface="Courier New"/>
                          <a:cs typeface="Courier New"/>
                          <a:sym typeface="Courier New"/>
                        </a:rPr>
                        <a:t>send(sd_client,	buffer, strlen(buffer),	</a:t>
                      </a:r>
                      <a:r>
                        <a:rPr lang="en-US" sz="1400" u="none" cap="none" strike="noStrike">
                          <a:solidFill>
                            <a:srgbClr val="0099FF"/>
                          </a:solidFill>
                          <a:latin typeface="Courier New"/>
                          <a:ea typeface="Courier New"/>
                          <a:cs typeface="Courier New"/>
                          <a:sym typeface="Courier New"/>
                        </a:rPr>
                        <a:t>0</a:t>
                      </a:r>
                      <a:r>
                        <a:rPr lang="en-US" sz="1400" u="none" cap="none" strike="noStrike">
                          <a:latin typeface="Courier New"/>
                          <a:ea typeface="Courier New"/>
                          <a:cs typeface="Courier New"/>
                          <a:sym typeface="Courier New"/>
                        </a:rPr>
                        <a:t>); </a:t>
                      </a:r>
                      <a:r>
                        <a:rPr lang="en-US" sz="1400" u="none" cap="none" strike="noStrike">
                          <a:solidFill>
                            <a:srgbClr val="008000"/>
                          </a:solidFill>
                          <a:latin typeface="Courier New"/>
                          <a:ea typeface="Courier New"/>
                          <a:cs typeface="Courier New"/>
                          <a:sym typeface="Courier New"/>
                        </a:rPr>
                        <a:t>//</a:t>
                      </a:r>
                      <a:r>
                        <a:rPr b="1" lang="en-US" sz="1400" u="none" cap="none" strike="noStrike">
                          <a:solidFill>
                            <a:srgbClr val="008000"/>
                          </a:solidFill>
                          <a:latin typeface="Courier New"/>
                          <a:ea typeface="Courier New"/>
                          <a:cs typeface="Courier New"/>
                          <a:sym typeface="Courier New"/>
                        </a:rPr>
                        <a:t>gửi trả kết quả  </a:t>
                      </a:r>
                      <a:r>
                        <a:rPr lang="en-US" sz="1400" u="none" cap="none" strike="noStrike">
                          <a:latin typeface="Courier New"/>
                          <a:ea typeface="Courier New"/>
                          <a:cs typeface="Courier New"/>
                          <a:sym typeface="Courier New"/>
                        </a:rPr>
                        <a:t>close(sd_client);</a:t>
                      </a:r>
                      <a:endParaRPr sz="1400" u="none" cap="none" strike="noStrike">
                        <a:latin typeface="Courier New"/>
                        <a:ea typeface="Courier New"/>
                        <a:cs typeface="Courier New"/>
                        <a:sym typeface="Courier New"/>
                      </a:endParaRPr>
                    </a:p>
                    <a:p>
                      <a:pPr indent="0" lvl="0" marL="53975" marR="0" rtl="0" algn="l">
                        <a:lnSpc>
                          <a:spcPct val="100000"/>
                        </a:lnSpc>
                        <a:spcBef>
                          <a:spcPts val="320"/>
                        </a:spcBef>
                        <a:spcAft>
                          <a:spcPts val="0"/>
                        </a:spcAft>
                        <a:buClr>
                          <a:srgbClr val="000000"/>
                        </a:buClr>
                        <a:buSzPts val="1400"/>
                        <a:buFont typeface="Arial"/>
                        <a:buNone/>
                      </a:pPr>
                      <a:r>
                        <a:rPr lang="en-US" sz="1400" u="none" cap="none" strike="noStrike">
                          <a:latin typeface="Courier New"/>
                          <a:ea typeface="Courier New"/>
                          <a:cs typeface="Courier New"/>
                          <a:sym typeface="Courier New"/>
                        </a:rPr>
                        <a:t>}</a:t>
                      </a:r>
                      <a:endParaRPr sz="1400" u="none" cap="none" strike="noStrike"/>
                    </a:p>
                    <a:p>
                      <a:pPr indent="0" lvl="0" marL="53975" marR="0" rtl="0" algn="l">
                        <a:lnSpc>
                          <a:spcPct val="100000"/>
                        </a:lnSpc>
                        <a:spcBef>
                          <a:spcPts val="420"/>
                        </a:spcBef>
                        <a:spcAft>
                          <a:spcPts val="0"/>
                        </a:spcAft>
                        <a:buClr>
                          <a:srgbClr val="000000"/>
                        </a:buClr>
                        <a:buSzPts val="1400"/>
                        <a:buFont typeface="Arial"/>
                        <a:buNone/>
                      </a:pPr>
                      <a:r>
                        <a:rPr lang="en-US" sz="1400" u="none" cap="none" strike="noStrike">
                          <a:latin typeface="Courier New"/>
                          <a:ea typeface="Courier New"/>
                          <a:cs typeface="Courier New"/>
                          <a:sym typeface="Courier New"/>
                        </a:rPr>
                        <a:t>close(sd);</a:t>
                      </a:r>
                      <a:endParaRPr sz="1400" u="none" cap="none" strike="noStrike">
                        <a:latin typeface="Courier New"/>
                        <a:ea typeface="Courier New"/>
                        <a:cs typeface="Courier New"/>
                        <a:sym typeface="Courier New"/>
                      </a:endParaRPr>
                    </a:p>
                  </a:txBody>
                  <a:tcPr marT="163200" marB="0" marR="0" marL="0">
                    <a:lnR cap="flat" cmpd="sng" w="19050">
                      <a:solidFill>
                        <a:srgbClr val="000000"/>
                      </a:solidFill>
                      <a:prstDash val="solid"/>
                      <a:round/>
                      <a:headEnd len="sm" w="sm" type="none"/>
                      <a:tailEnd len="sm" w="sm" type="none"/>
                    </a:lnR>
                    <a:lnB cap="flat" cmpd="sng" w="19050">
                      <a:solidFill>
                        <a:srgbClr val="000000"/>
                      </a:solidFill>
                      <a:prstDash val="solid"/>
                      <a:round/>
                      <a:headEnd len="sm" w="sm" type="none"/>
                      <a:tailEnd len="sm" w="sm" type="none"/>
                    </a:lnB>
                    <a:solidFill>
                      <a:srgbClr val="FFE699"/>
                    </a:solidFill>
                  </a:tcPr>
                </a:tc>
                <a:tc hMerge="1"/>
                <a:tc hMerge="1"/>
                <a:tc hMerge="1"/>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0" marB="0" marR="0" marL="0">
                    <a:lnL cap="flat" cmpd="sng" w="19050">
                      <a:solidFill>
                        <a:srgbClr val="000000"/>
                      </a:solidFill>
                      <a:prstDash val="solid"/>
                      <a:round/>
                      <a:headEnd len="sm" w="sm" type="none"/>
                      <a:tailEnd len="sm" w="sm" type="none"/>
                    </a:lnL>
                    <a:lnT cap="flat" cmpd="sng" w="19050">
                      <a:solidFill>
                        <a:srgbClr val="000000"/>
                      </a:solidFill>
                      <a:prstDash val="solid"/>
                      <a:round/>
                      <a:headEnd len="sm" w="sm" type="none"/>
                      <a:tailEnd len="sm" w="sm" type="none"/>
                    </a:lnT>
                  </a:tcPr>
                </a:tc>
              </a:tr>
            </a:tbl>
          </a:graphicData>
        </a:graphic>
      </p:graphicFrame>
      <p:sp>
        <p:nvSpPr>
          <p:cNvPr id="598" name="Google Shape;598;p27"/>
          <p:cNvSpPr txBox="1"/>
          <p:nvPr>
            <p:ph type="title"/>
          </p:nvPr>
        </p:nvSpPr>
        <p:spPr>
          <a:xfrm>
            <a:off x="853440" y="1701853"/>
            <a:ext cx="3454400" cy="574040"/>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chemeClr val="dk1"/>
              </a:buClr>
              <a:buSzPts val="3600"/>
              <a:buFont typeface="Calibri"/>
              <a:buNone/>
            </a:pPr>
            <a:r>
              <a:rPr b="1" lang="en-US" sz="3600">
                <a:latin typeface="Calibri"/>
                <a:ea typeface="Calibri"/>
                <a:cs typeface="Calibri"/>
                <a:sym typeface="Calibri"/>
              </a:rPr>
              <a:t>Ví dụ client-server</a:t>
            </a:r>
            <a:endParaRPr b="1" sz="3600">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28"/>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4" name="Google Shape;604;p28"/>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rgbClr val="FFFFFF"/>
              </a:buClr>
              <a:buSzPct val="100000"/>
              <a:buFont typeface="Calibri"/>
              <a:buNone/>
            </a:pPr>
            <a:r>
              <a:rPr b="1" i="0" lang="en-US" sz="4400" u="none" cap="none" strike="noStrike">
                <a:solidFill>
                  <a:srgbClr val="FFFFFF"/>
                </a:solidFill>
                <a:latin typeface="Calibri"/>
                <a:ea typeface="Calibri"/>
                <a:cs typeface="Calibri"/>
                <a:sym typeface="Calibri"/>
              </a:rPr>
              <a:t>3. Kiến trúc</a:t>
            </a:r>
            <a:endParaRPr b="1" i="0" sz="4400" u="none" cap="none" strike="noStrike">
              <a:solidFill>
                <a:schemeClr val="lt1"/>
              </a:solidFill>
              <a:latin typeface="Calibri"/>
              <a:ea typeface="Calibri"/>
              <a:cs typeface="Calibri"/>
              <a:sym typeface="Calibri"/>
            </a:endParaRPr>
          </a:p>
        </p:txBody>
      </p:sp>
      <p:sp>
        <p:nvSpPr>
          <p:cNvPr id="605" name="Google Shape;605;p28"/>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6" name="Google Shape;606;p28"/>
          <p:cNvSpPr/>
          <p:nvPr/>
        </p:nvSpPr>
        <p:spPr>
          <a:xfrm>
            <a:off x="1562100" y="1994535"/>
            <a:ext cx="9067800" cy="44831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7" name="Google Shape;607;p28"/>
          <p:cNvSpPr txBox="1"/>
          <p:nvPr/>
        </p:nvSpPr>
        <p:spPr>
          <a:xfrm>
            <a:off x="838200" y="1603375"/>
            <a:ext cx="6235700" cy="751488"/>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Các kiểu phân chia chức năng giữa client và server =&gt; Kiến trúc đa tầng</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29"/>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3" name="Google Shape;613;p29"/>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rgbClr val="FFFFFF"/>
              </a:buClr>
              <a:buSzPct val="100000"/>
              <a:buFont typeface="Calibri"/>
              <a:buNone/>
            </a:pPr>
            <a:r>
              <a:rPr b="1" i="0" lang="en-US" sz="4400" u="none" cap="none" strike="noStrike">
                <a:solidFill>
                  <a:srgbClr val="FFFFFF"/>
                </a:solidFill>
                <a:latin typeface="Calibri"/>
                <a:ea typeface="Calibri"/>
                <a:cs typeface="Calibri"/>
                <a:sym typeface="Calibri"/>
              </a:rPr>
              <a:t>3. Kiến trúc</a:t>
            </a:r>
            <a:endParaRPr b="1" i="0" sz="4400" u="none" cap="none" strike="noStrike">
              <a:solidFill>
                <a:schemeClr val="lt1"/>
              </a:solidFill>
              <a:latin typeface="Calibri"/>
              <a:ea typeface="Calibri"/>
              <a:cs typeface="Calibri"/>
              <a:sym typeface="Calibri"/>
            </a:endParaRPr>
          </a:p>
        </p:txBody>
      </p:sp>
      <p:sp>
        <p:nvSpPr>
          <p:cNvPr id="614" name="Google Shape;614;p29"/>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5" name="Google Shape;615;p29"/>
          <p:cNvSpPr txBox="1"/>
          <p:nvPr>
            <p:ph type="title"/>
          </p:nvPr>
        </p:nvSpPr>
        <p:spPr>
          <a:xfrm>
            <a:off x="838200" y="1449775"/>
            <a:ext cx="10079700" cy="690000"/>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chemeClr val="dk1"/>
              </a:buClr>
              <a:buSzPts val="4400"/>
              <a:buFont typeface="Calibri"/>
              <a:buNone/>
            </a:pPr>
            <a:r>
              <a:rPr lang="en-US" sz="4400"/>
              <a:t>Phân	tán	theo	chiều dọc (Multi-tier)</a:t>
            </a:r>
            <a:endParaRPr/>
          </a:p>
        </p:txBody>
      </p:sp>
      <p:sp>
        <p:nvSpPr>
          <p:cNvPr id="616" name="Google Shape;616;p29"/>
          <p:cNvSpPr txBox="1"/>
          <p:nvPr/>
        </p:nvSpPr>
        <p:spPr>
          <a:xfrm>
            <a:off x="838200" y="4405124"/>
            <a:ext cx="10266403" cy="2087751"/>
          </a:xfrm>
          <a:prstGeom prst="rect">
            <a:avLst/>
          </a:prstGeom>
          <a:noFill/>
          <a:ln>
            <a:noFill/>
          </a:ln>
        </p:spPr>
        <p:txBody>
          <a:bodyPr anchorCtr="0" anchor="t" bIns="0" lIns="0" spcFirstLastPara="1" rIns="0" wrap="square" tIns="48250">
            <a:spAutoFit/>
          </a:bodyPr>
          <a:lstStyle/>
          <a:p>
            <a:pPr indent="0" lvl="0" marL="1270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Ba mức phân tầng:</a:t>
            </a:r>
            <a:endParaRPr b="0" i="0" sz="2800" u="none" cap="none" strike="noStrike">
              <a:solidFill>
                <a:schemeClr val="dk1"/>
              </a:solidFill>
              <a:latin typeface="Calibri"/>
              <a:ea typeface="Calibri"/>
              <a:cs typeface="Calibri"/>
              <a:sym typeface="Calibri"/>
            </a:endParaRPr>
          </a:p>
          <a:p>
            <a:pPr indent="-533400" lvl="0" marL="1003300" marR="0" rtl="0" algn="l">
              <a:lnSpc>
                <a:spcPct val="100000"/>
              </a:lnSpc>
              <a:spcBef>
                <a:spcPts val="240"/>
              </a:spcBef>
              <a:spcAft>
                <a:spcPts val="0"/>
              </a:spcAft>
              <a:buClr>
                <a:srgbClr val="3333CC"/>
              </a:buClr>
              <a:buSzPts val="2400"/>
              <a:buFont typeface="Calibri"/>
              <a:buAutoNum type="arabicPeriod"/>
            </a:pPr>
            <a:r>
              <a:rPr b="0" i="0" lang="en-US" sz="2400" u="none" cap="none" strike="noStrike">
                <a:solidFill>
                  <a:schemeClr val="dk1"/>
                </a:solidFill>
                <a:latin typeface="Calibri"/>
                <a:ea typeface="Calibri"/>
                <a:cs typeface="Calibri"/>
                <a:sym typeface="Calibri"/>
              </a:rPr>
              <a:t>Giao diện người dùng</a:t>
            </a:r>
            <a:endParaRPr b="0" i="0" sz="1400" u="none" cap="none" strike="noStrike">
              <a:solidFill>
                <a:srgbClr val="000000"/>
              </a:solidFill>
              <a:latin typeface="Arial"/>
              <a:ea typeface="Arial"/>
              <a:cs typeface="Arial"/>
              <a:sym typeface="Arial"/>
            </a:endParaRPr>
          </a:p>
          <a:p>
            <a:pPr indent="-533400" lvl="0" marL="1003300" marR="0" rtl="0" algn="l">
              <a:lnSpc>
                <a:spcPct val="100000"/>
              </a:lnSpc>
              <a:spcBef>
                <a:spcPts val="320"/>
              </a:spcBef>
              <a:spcAft>
                <a:spcPts val="0"/>
              </a:spcAft>
              <a:buClr>
                <a:srgbClr val="3333CC"/>
              </a:buClr>
              <a:buSzPts val="2400"/>
              <a:buFont typeface="Calibri"/>
              <a:buAutoNum type="arabicPeriod"/>
            </a:pPr>
            <a:r>
              <a:rPr b="0" i="0" lang="en-US" sz="2400" u="none" cap="none" strike="noStrike">
                <a:solidFill>
                  <a:schemeClr val="dk1"/>
                </a:solidFill>
                <a:latin typeface="Calibri"/>
                <a:ea typeface="Calibri"/>
                <a:cs typeface="Calibri"/>
                <a:sym typeface="Calibri"/>
              </a:rPr>
              <a:t>Xử lý / logic ứng dụng</a:t>
            </a:r>
            <a:endParaRPr b="0" i="0" sz="1400" u="none" cap="none" strike="noStrike">
              <a:solidFill>
                <a:srgbClr val="000000"/>
              </a:solidFill>
              <a:latin typeface="Arial"/>
              <a:ea typeface="Arial"/>
              <a:cs typeface="Arial"/>
              <a:sym typeface="Arial"/>
            </a:endParaRPr>
          </a:p>
          <a:p>
            <a:pPr indent="-533400" lvl="0" marL="1003300" marR="0" rtl="0" algn="l">
              <a:lnSpc>
                <a:spcPct val="100000"/>
              </a:lnSpc>
              <a:spcBef>
                <a:spcPts val="320"/>
              </a:spcBef>
              <a:spcAft>
                <a:spcPts val="0"/>
              </a:spcAft>
              <a:buClr>
                <a:srgbClr val="3333CC"/>
              </a:buClr>
              <a:buSzPts val="2400"/>
              <a:buFont typeface="Calibri"/>
              <a:buAutoNum type="arabicPeriod"/>
            </a:pPr>
            <a:r>
              <a:rPr b="0" i="0" lang="en-US" sz="2400" u="none" cap="none" strike="noStrike">
                <a:solidFill>
                  <a:schemeClr val="dk1"/>
                </a:solidFill>
                <a:latin typeface="Calibri"/>
                <a:ea typeface="Calibri"/>
                <a:cs typeface="Calibri"/>
                <a:sym typeface="Calibri"/>
              </a:rPr>
              <a:t>Dữ liệu</a:t>
            </a:r>
            <a:endParaRPr b="0" i="0" sz="2400" u="none" cap="none" strike="noStrike">
              <a:solidFill>
                <a:schemeClr val="dk1"/>
              </a:solidFill>
              <a:latin typeface="Calibri"/>
              <a:ea typeface="Calibri"/>
              <a:cs typeface="Calibri"/>
              <a:sym typeface="Calibri"/>
            </a:endParaRPr>
          </a:p>
          <a:p>
            <a:pPr indent="-533400" lvl="0" marL="1003300" marR="5080" rtl="0" algn="l">
              <a:lnSpc>
                <a:spcPct val="108333"/>
              </a:lnSpc>
              <a:spcBef>
                <a:spcPts val="540"/>
              </a:spcBef>
              <a:spcAft>
                <a:spcPts val="0"/>
              </a:spcAft>
              <a:buClr>
                <a:srgbClr val="3333CC"/>
              </a:buClr>
              <a:buSzPts val="2400"/>
              <a:buFont typeface="Noto Sans Symbols"/>
              <a:buChar char="⮚"/>
            </a:pPr>
            <a:r>
              <a:rPr b="0" i="0" lang="en-US" sz="2400" u="none" cap="none" strike="noStrike">
                <a:solidFill>
                  <a:schemeClr val="dk1"/>
                </a:solidFill>
                <a:latin typeface="Calibri"/>
                <a:ea typeface="Calibri"/>
                <a:cs typeface="Calibri"/>
                <a:sym typeface="Calibri"/>
              </a:rPr>
              <a:t>Các thành phần khác nhau về logic được đặt tại các máy khác nhau</a:t>
            </a:r>
            <a:endParaRPr b="0" i="0" sz="2400" u="none" cap="none" strike="noStrike">
              <a:solidFill>
                <a:schemeClr val="dk1"/>
              </a:solidFill>
              <a:latin typeface="Calibri"/>
              <a:ea typeface="Calibri"/>
              <a:cs typeface="Calibri"/>
              <a:sym typeface="Calibri"/>
            </a:endParaRPr>
          </a:p>
        </p:txBody>
      </p:sp>
      <p:sp>
        <p:nvSpPr>
          <p:cNvPr id="617" name="Google Shape;617;p29"/>
          <p:cNvSpPr/>
          <p:nvPr/>
        </p:nvSpPr>
        <p:spPr>
          <a:xfrm>
            <a:off x="3876317" y="2452876"/>
            <a:ext cx="7477483" cy="2144888"/>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30"/>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3" name="Google Shape;623;p30"/>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rgbClr val="FFFFFF"/>
              </a:buClr>
              <a:buSzPct val="100000"/>
              <a:buFont typeface="Calibri"/>
              <a:buNone/>
            </a:pPr>
            <a:r>
              <a:rPr b="1" i="0" lang="en-US" sz="4400" u="none" cap="none" strike="noStrike">
                <a:solidFill>
                  <a:srgbClr val="FFFFFF"/>
                </a:solidFill>
                <a:latin typeface="Calibri"/>
                <a:ea typeface="Calibri"/>
                <a:cs typeface="Calibri"/>
                <a:sym typeface="Calibri"/>
              </a:rPr>
              <a:t>3. Kiến trúc</a:t>
            </a:r>
            <a:endParaRPr b="1" i="0" sz="4400" u="none" cap="none" strike="noStrike">
              <a:solidFill>
                <a:schemeClr val="lt1"/>
              </a:solidFill>
              <a:latin typeface="Calibri"/>
              <a:ea typeface="Calibri"/>
              <a:cs typeface="Calibri"/>
              <a:sym typeface="Calibri"/>
            </a:endParaRPr>
          </a:p>
        </p:txBody>
      </p:sp>
      <p:sp>
        <p:nvSpPr>
          <p:cNvPr id="624" name="Google Shape;624;p30"/>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5" name="Google Shape;625;p30"/>
          <p:cNvSpPr txBox="1"/>
          <p:nvPr>
            <p:ph type="title"/>
          </p:nvPr>
        </p:nvSpPr>
        <p:spPr>
          <a:xfrm>
            <a:off x="995673" y="1410050"/>
            <a:ext cx="8207700" cy="690000"/>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chemeClr val="dk1"/>
              </a:buClr>
              <a:buSzPts val="4400"/>
              <a:buFont typeface="Calibri"/>
              <a:buNone/>
            </a:pPr>
            <a:r>
              <a:rPr lang="en-US" sz="4400"/>
              <a:t>Phân	tán	theo	chiều ngang</a:t>
            </a:r>
            <a:endParaRPr sz="4400"/>
          </a:p>
        </p:txBody>
      </p:sp>
      <p:sp>
        <p:nvSpPr>
          <p:cNvPr id="626" name="Google Shape;626;p30"/>
          <p:cNvSpPr txBox="1"/>
          <p:nvPr/>
        </p:nvSpPr>
        <p:spPr>
          <a:xfrm>
            <a:off x="1010920" y="2201572"/>
            <a:ext cx="6819900"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Ví dụ về phân tán theo chiều ngang ở một dịch vụ Web.</a:t>
            </a:r>
            <a:endParaRPr b="0" i="0" sz="2400" u="none" cap="none" strike="noStrike">
              <a:solidFill>
                <a:schemeClr val="dk1"/>
              </a:solidFill>
              <a:latin typeface="Calibri"/>
              <a:ea typeface="Calibri"/>
              <a:cs typeface="Calibri"/>
              <a:sym typeface="Calibri"/>
            </a:endParaRPr>
          </a:p>
        </p:txBody>
      </p:sp>
      <p:sp>
        <p:nvSpPr>
          <p:cNvPr id="627" name="Google Shape;627;p30"/>
          <p:cNvSpPr txBox="1"/>
          <p:nvPr/>
        </p:nvSpPr>
        <p:spPr>
          <a:xfrm>
            <a:off x="7673975" y="3403600"/>
            <a:ext cx="584200"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1-31</a:t>
            </a:r>
            <a:endParaRPr b="0" i="0" sz="2400" u="none" cap="none" strike="noStrike">
              <a:solidFill>
                <a:schemeClr val="dk1"/>
              </a:solidFill>
              <a:latin typeface="Times New Roman"/>
              <a:ea typeface="Times New Roman"/>
              <a:cs typeface="Times New Roman"/>
              <a:sym typeface="Times New Roman"/>
            </a:endParaRPr>
          </a:p>
        </p:txBody>
      </p:sp>
      <p:sp>
        <p:nvSpPr>
          <p:cNvPr id="628" name="Google Shape;628;p30"/>
          <p:cNvSpPr/>
          <p:nvPr/>
        </p:nvSpPr>
        <p:spPr>
          <a:xfrm>
            <a:off x="3962400" y="2583181"/>
            <a:ext cx="7797800" cy="40894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31"/>
          <p:cNvSpPr txBox="1"/>
          <p:nvPr/>
        </p:nvSpPr>
        <p:spPr>
          <a:xfrm>
            <a:off x="1959678" y="1401977"/>
            <a:ext cx="99124" cy="179249"/>
          </a:xfrm>
          <a:prstGeom prst="rect">
            <a:avLst/>
          </a:prstGeom>
          <a:noFill/>
          <a:ln>
            <a:noFill/>
          </a:ln>
        </p:spPr>
        <p:txBody>
          <a:bodyPr anchorCtr="0" anchor="t" bIns="0" lIns="0" spcFirstLastPara="1" rIns="0" wrap="square" tIns="11525">
            <a:spAutoFit/>
          </a:bodyPr>
          <a:lstStyle/>
          <a:p>
            <a:pPr indent="0" lvl="0" marL="11527" marR="0" rtl="0" algn="l">
              <a:lnSpc>
                <a:spcPct val="100000"/>
              </a:lnSpc>
              <a:spcBef>
                <a:spcPts val="0"/>
              </a:spcBef>
              <a:spcAft>
                <a:spcPts val="0"/>
              </a:spcAft>
              <a:buClr>
                <a:srgbClr val="000000"/>
              </a:buClr>
              <a:buSzPts val="1089"/>
              <a:buFont typeface="Arial"/>
              <a:buNone/>
            </a:pPr>
            <a:r>
              <a:rPr b="1" i="0" lang="en-US" sz="1089" u="none" cap="none" strike="noStrike">
                <a:solidFill>
                  <a:srgbClr val="FFFFFF"/>
                </a:solidFill>
                <a:latin typeface="Trebuchet MS"/>
                <a:ea typeface="Trebuchet MS"/>
                <a:cs typeface="Trebuchet MS"/>
                <a:sym typeface="Trebuchet MS"/>
              </a:rPr>
              <a:t>3</a:t>
            </a:r>
            <a:endParaRPr b="0" i="0" sz="1089" u="none" cap="none" strike="noStrike">
              <a:solidFill>
                <a:schemeClr val="dk1"/>
              </a:solidFill>
              <a:latin typeface="Trebuchet MS"/>
              <a:ea typeface="Trebuchet MS"/>
              <a:cs typeface="Trebuchet MS"/>
              <a:sym typeface="Trebuchet MS"/>
            </a:endParaRPr>
          </a:p>
        </p:txBody>
      </p:sp>
      <p:sp>
        <p:nvSpPr>
          <p:cNvPr id="634" name="Google Shape;634;p31"/>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5" name="Google Shape;635;p31"/>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rgbClr val="FFFFFF"/>
              </a:buClr>
              <a:buSzPct val="100000"/>
              <a:buFont typeface="Calibri"/>
              <a:buNone/>
            </a:pPr>
            <a:r>
              <a:rPr b="1" i="0" lang="en-US" sz="4400" u="none" cap="none" strike="noStrike">
                <a:solidFill>
                  <a:srgbClr val="FFFFFF"/>
                </a:solidFill>
                <a:latin typeface="Calibri"/>
                <a:ea typeface="Calibri"/>
                <a:cs typeface="Calibri"/>
                <a:sym typeface="Calibri"/>
              </a:rPr>
              <a:t>Bài tập</a:t>
            </a:r>
            <a:endParaRPr b="1" i="0" sz="4400" u="none" cap="none" strike="noStrike">
              <a:solidFill>
                <a:schemeClr val="lt1"/>
              </a:solidFill>
              <a:latin typeface="Calibri"/>
              <a:ea typeface="Calibri"/>
              <a:cs typeface="Calibri"/>
              <a:sym typeface="Calibri"/>
            </a:endParaRPr>
          </a:p>
        </p:txBody>
      </p:sp>
      <p:sp>
        <p:nvSpPr>
          <p:cNvPr id="636" name="Google Shape;636;p31"/>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7" name="Google Shape;637;p31"/>
          <p:cNvSpPr txBox="1"/>
          <p:nvPr/>
        </p:nvSpPr>
        <p:spPr>
          <a:xfrm>
            <a:off x="1021080" y="1905000"/>
            <a:ext cx="10347960" cy="2308324"/>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Trong 2 trang A4, bằng sự tìm hiểu của cá nhân, hãy lấy một ví dụ cụ thể về một hệ phân tán và mô tả, phân tích theo 4 đặc điểm sau của một HPT </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Chia sẻ tài nguyên</a:t>
            </a:r>
            <a:endParaRPr b="0" i="0" sz="2400" u="none" cap="none" strike="noStrike">
              <a:solidFill>
                <a:schemeClr val="dk1"/>
              </a:solidFill>
              <a:latin typeface="Calibri"/>
              <a:ea typeface="Calibri"/>
              <a:cs typeface="Calibri"/>
              <a:sym typeface="Calibri"/>
            </a:endParaRPr>
          </a:p>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Tính trong suốt (transparency)</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Tính mở</a:t>
            </a:r>
            <a:endParaRPr b="0" i="0" sz="2400" u="none" cap="none" strike="noStrike">
              <a:solidFill>
                <a:schemeClr val="dk1"/>
              </a:solidFill>
              <a:latin typeface="Calibri"/>
              <a:ea typeface="Calibri"/>
              <a:cs typeface="Calibri"/>
              <a:sym typeface="Calibri"/>
            </a:endParaRPr>
          </a:p>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Tính co giãn (scallability)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32"/>
          <p:cNvSpPr/>
          <p:nvPr/>
        </p:nvSpPr>
        <p:spPr>
          <a:xfrm>
            <a:off x="1905000" y="1549400"/>
            <a:ext cx="8229600" cy="3784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CC"/>
              </a:solidFill>
              <a:latin typeface="Arial"/>
              <a:ea typeface="Arial"/>
              <a:cs typeface="Arial"/>
              <a:sym typeface="Arial"/>
            </a:endParaRPr>
          </a:p>
        </p:txBody>
      </p:sp>
      <p:sp>
        <p:nvSpPr>
          <p:cNvPr id="643" name="Google Shape;643;p32"/>
          <p:cNvSpPr/>
          <p:nvPr/>
        </p:nvSpPr>
        <p:spPr>
          <a:xfrm>
            <a:off x="1143000" y="1524000"/>
            <a:ext cx="8229600" cy="685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FF0000"/>
              </a:solidFill>
              <a:latin typeface="Times New Roman"/>
              <a:ea typeface="Times New Roman"/>
              <a:cs typeface="Times New Roman"/>
              <a:sym typeface="Times New Roman"/>
            </a:endParaRPr>
          </a:p>
        </p:txBody>
      </p:sp>
      <p:sp>
        <p:nvSpPr>
          <p:cNvPr id="644" name="Google Shape;644;p32"/>
          <p:cNvSpPr/>
          <p:nvPr/>
        </p:nvSpPr>
        <p:spPr>
          <a:xfrm>
            <a:off x="838200" y="1752600"/>
            <a:ext cx="10515600" cy="44196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Kiến trúc đa tầng phát triển ở cuối thập niên 1980 và đầu thập niên 1990.</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chemeClr val="dk1"/>
              </a:buClr>
              <a:buSzPts val="2400"/>
              <a:buFont typeface="Arial"/>
              <a:buChar char="•"/>
            </a:pPr>
            <a:r>
              <a:rPr b="1" i="0" lang="en-US" sz="2400" u="none" cap="none" strike="noStrike">
                <a:solidFill>
                  <a:schemeClr val="dk1"/>
                </a:solidFill>
                <a:latin typeface="Calibri"/>
                <a:ea typeface="Calibri"/>
                <a:cs typeface="Calibri"/>
                <a:sym typeface="Calibri"/>
              </a:rPr>
              <a:t>Kiến trúc</a:t>
            </a:r>
            <a:r>
              <a:rPr b="0" i="0" lang="en-US" sz="2400" u="none" cap="none" strike="noStrike">
                <a:solidFill>
                  <a:schemeClr val="dk1"/>
                </a:solidFill>
                <a:latin typeface="Calibri"/>
                <a:ea typeface="Calibri"/>
                <a:cs typeface="Calibri"/>
                <a:sym typeface="Calibri"/>
              </a:rPr>
              <a:t> </a:t>
            </a:r>
            <a:r>
              <a:rPr b="1" i="0" lang="en-US" sz="2400" u="none" cap="none" strike="noStrike">
                <a:solidFill>
                  <a:schemeClr val="dk1"/>
                </a:solidFill>
                <a:latin typeface="Calibri"/>
                <a:ea typeface="Calibri"/>
                <a:cs typeface="Calibri"/>
                <a:sym typeface="Calibri"/>
              </a:rPr>
              <a:t>đa tầng </a:t>
            </a:r>
            <a:r>
              <a:rPr b="0" i="0" lang="en-US" sz="2400" u="none" cap="none" strike="noStrike">
                <a:solidFill>
                  <a:schemeClr val="dk1"/>
                </a:solidFill>
                <a:latin typeface="Calibri"/>
                <a:ea typeface="Calibri"/>
                <a:cs typeface="Calibri"/>
                <a:sym typeface="Calibri"/>
              </a:rPr>
              <a:t>(thường được gọi là </a:t>
            </a:r>
            <a:r>
              <a:rPr b="0" i="1" lang="en-US" sz="2400" u="none" cap="none" strike="noStrike">
                <a:solidFill>
                  <a:schemeClr val="dk1"/>
                </a:solidFill>
                <a:latin typeface="Calibri"/>
                <a:ea typeface="Calibri"/>
                <a:cs typeface="Calibri"/>
                <a:sym typeface="Calibri"/>
              </a:rPr>
              <a:t>kiến trúc n-tier)</a:t>
            </a:r>
            <a:r>
              <a:rPr b="0" i="0" lang="en-US" sz="2400" u="none" cap="none" strike="noStrike">
                <a:solidFill>
                  <a:schemeClr val="dk1"/>
                </a:solidFill>
                <a:latin typeface="Calibri"/>
                <a:ea typeface="Calibri"/>
                <a:cs typeface="Calibri"/>
                <a:sym typeface="Calibri"/>
              </a:rPr>
              <a:t> là một  </a:t>
            </a:r>
            <a:r>
              <a:rPr b="1" i="0" lang="en-US" sz="2400" u="none" cap="none" strike="noStrike">
                <a:solidFill>
                  <a:srgbClr val="00B050"/>
                </a:solidFill>
                <a:latin typeface="Calibri"/>
                <a:ea typeface="Calibri"/>
                <a:cs typeface="Calibri"/>
                <a:sym typeface="Calibri"/>
              </a:rPr>
              <a:t>kiến trúc Client- Server,</a:t>
            </a:r>
            <a:r>
              <a:rPr b="0" i="0" lang="en-US" sz="2400" u="none" cap="none" strike="noStrike">
                <a:solidFill>
                  <a:schemeClr val="dk1"/>
                </a:solidFill>
                <a:latin typeface="Calibri"/>
                <a:ea typeface="Calibri"/>
                <a:cs typeface="Calibri"/>
                <a:sym typeface="Calibri"/>
              </a:rPr>
              <a:t> trong đó trình bày các quy trình, việc xử lý ứng dụng, và quản lý dữ liệu có logic riêng.</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Kiến trúc này cung cấp cho các tiêu chuẩn hóa giao diện rõ ràng  giữa các cấp thành phần  hợp lý-gọi là 'tầng‘.</a:t>
            </a:r>
            <a:endParaRPr b="0" i="0" sz="2400" u="none" cap="none" strike="noStrike">
              <a:solidFill>
                <a:srgbClr val="0000CC"/>
              </a:solidFill>
              <a:latin typeface="Calibri"/>
              <a:ea typeface="Calibri"/>
              <a:cs typeface="Calibri"/>
              <a:sym typeface="Calibri"/>
            </a:endParaRPr>
          </a:p>
        </p:txBody>
      </p:sp>
      <p:sp>
        <p:nvSpPr>
          <p:cNvPr id="645" name="Google Shape;645;p32"/>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6" name="Google Shape;646;p32"/>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67500" lnSpcReduction="20000"/>
          </a:bodyPr>
          <a:lstStyle/>
          <a:p>
            <a:pPr indent="0" lvl="0" marL="0" marR="0" rtl="0" algn="l">
              <a:lnSpc>
                <a:spcPct val="90000"/>
              </a:lnSpc>
              <a:spcBef>
                <a:spcPts val="0"/>
              </a:spcBef>
              <a:spcAft>
                <a:spcPts val="0"/>
              </a:spcAft>
              <a:buClr>
                <a:srgbClr val="FFFFFF"/>
              </a:buClr>
              <a:buSzPct val="100000"/>
              <a:buFont typeface="Calibri"/>
              <a:buNone/>
            </a:pPr>
            <a:r>
              <a:rPr b="1" i="0" lang="en-US" sz="4400" u="none" cap="none" strike="noStrike">
                <a:solidFill>
                  <a:srgbClr val="FFFFFF"/>
                </a:solidFill>
                <a:latin typeface="Calibri"/>
                <a:ea typeface="Calibri"/>
                <a:cs typeface="Calibri"/>
                <a:sym typeface="Calibri"/>
              </a:rPr>
              <a:t>CẤU TRÚC CLIENT - SERVER ĐA TẦNG </a:t>
            </a:r>
            <a:r>
              <a:rPr b="1" i="0" lang="en-US" sz="3600" u="none" cap="none" strike="noStrike">
                <a:solidFill>
                  <a:srgbClr val="FFFFFF"/>
                </a:solidFill>
                <a:latin typeface="Calibri"/>
                <a:ea typeface="Calibri"/>
                <a:cs typeface="Calibri"/>
                <a:sym typeface="Calibri"/>
              </a:rPr>
              <a:t>(MULTI-TIER CLIENT-SERVER)</a:t>
            </a:r>
            <a:endParaRPr b="0" i="0" sz="1400" u="none" cap="none" strike="noStrike">
              <a:solidFill>
                <a:srgbClr val="000000"/>
              </a:solidFill>
              <a:latin typeface="Arial"/>
              <a:ea typeface="Arial"/>
              <a:cs typeface="Arial"/>
              <a:sym typeface="Arial"/>
            </a:endParaRPr>
          </a:p>
        </p:txBody>
      </p:sp>
      <p:sp>
        <p:nvSpPr>
          <p:cNvPr id="647" name="Google Shape;647;p32"/>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33"/>
          <p:cNvSpPr/>
          <p:nvPr/>
        </p:nvSpPr>
        <p:spPr>
          <a:xfrm>
            <a:off x="1905000" y="1549400"/>
            <a:ext cx="8229600" cy="3784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CC"/>
              </a:solidFill>
              <a:latin typeface="Arial"/>
              <a:ea typeface="Arial"/>
              <a:cs typeface="Arial"/>
              <a:sym typeface="Arial"/>
            </a:endParaRPr>
          </a:p>
        </p:txBody>
      </p:sp>
      <p:sp>
        <p:nvSpPr>
          <p:cNvPr id="654" name="Google Shape;654;p33"/>
          <p:cNvSpPr txBox="1"/>
          <p:nvPr/>
        </p:nvSpPr>
        <p:spPr>
          <a:xfrm>
            <a:off x="1143000" y="1533181"/>
            <a:ext cx="8458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FF0000"/>
                </a:solidFill>
                <a:latin typeface="Calibri"/>
                <a:ea typeface="Calibri"/>
                <a:cs typeface="Calibri"/>
                <a:sym typeface="Calibri"/>
              </a:rPr>
              <a:t>Kiến trúc 2 tầng (Two-tier)</a:t>
            </a:r>
            <a:endParaRPr b="0" i="0" sz="1400" u="none" cap="none" strike="noStrike">
              <a:solidFill>
                <a:srgbClr val="000000"/>
              </a:solidFill>
              <a:latin typeface="Arial"/>
              <a:ea typeface="Arial"/>
              <a:cs typeface="Arial"/>
              <a:sym typeface="Arial"/>
            </a:endParaRPr>
          </a:p>
        </p:txBody>
      </p:sp>
      <p:sp>
        <p:nvSpPr>
          <p:cNvPr id="655" name="Google Shape;655;p33"/>
          <p:cNvSpPr/>
          <p:nvPr/>
        </p:nvSpPr>
        <p:spPr>
          <a:xfrm>
            <a:off x="1143000" y="2387600"/>
            <a:ext cx="9906000" cy="37846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Là kiến trúc phổ biến và đơn giản nhất của hệ thống client / server</a:t>
            </a:r>
            <a:endParaRPr b="0" i="0" sz="2400" u="none" cap="none" strike="noStrike">
              <a:solidFill>
                <a:schemeClr val="dk1"/>
              </a:solidFill>
              <a:latin typeface="Calibri"/>
              <a:ea typeface="Calibri"/>
              <a:cs typeface="Calibri"/>
              <a:sym typeface="Calibri"/>
            </a:endParaRPr>
          </a:p>
          <a:p>
            <a:pPr indent="-342900" lvl="1" marL="800100" marR="0" rtl="0" algn="just">
              <a:lnSpc>
                <a:spcPct val="100000"/>
              </a:lnSpc>
              <a:spcBef>
                <a:spcPts val="0"/>
              </a:spcBef>
              <a:spcAft>
                <a:spcPts val="0"/>
              </a:spcAft>
              <a:buClr>
                <a:schemeClr val="dk1"/>
              </a:buClr>
              <a:buSzPts val="2400"/>
              <a:buFont typeface="Arial"/>
              <a:buChar char="•"/>
            </a:pPr>
            <a:r>
              <a:rPr b="1" i="0" lang="en-US" sz="2400" u="none" cap="none" strike="noStrike">
                <a:solidFill>
                  <a:schemeClr val="dk1"/>
                </a:solidFill>
                <a:latin typeface="Calibri"/>
                <a:ea typeface="Calibri"/>
                <a:cs typeface="Calibri"/>
                <a:sym typeface="Calibri"/>
              </a:rPr>
              <a:t>Tầng 1:</a:t>
            </a:r>
            <a:r>
              <a:rPr b="0" i="0" lang="en-US" sz="2400" u="none" cap="none" strike="noStrike">
                <a:solidFill>
                  <a:schemeClr val="dk1"/>
                </a:solidFill>
                <a:latin typeface="Calibri"/>
                <a:ea typeface="Calibri"/>
                <a:cs typeface="Calibri"/>
                <a:sym typeface="Calibri"/>
              </a:rPr>
              <a:t> Định nghĩa các giao tiếp, các dịch vụ thể hiện, ứng  dụng (Presentation, Business)....</a:t>
            </a:r>
            <a:endParaRPr b="0" i="0" sz="1400" u="none" cap="none" strike="noStrike">
              <a:solidFill>
                <a:srgbClr val="000000"/>
              </a:solidFill>
              <a:latin typeface="Arial"/>
              <a:ea typeface="Arial"/>
              <a:cs typeface="Arial"/>
              <a:sym typeface="Arial"/>
            </a:endParaRPr>
          </a:p>
          <a:p>
            <a:pPr indent="-342900" lvl="1" marL="800100" marR="0" rtl="0" algn="just">
              <a:lnSpc>
                <a:spcPct val="100000"/>
              </a:lnSpc>
              <a:spcBef>
                <a:spcPts val="0"/>
              </a:spcBef>
              <a:spcAft>
                <a:spcPts val="0"/>
              </a:spcAft>
              <a:buClr>
                <a:schemeClr val="dk1"/>
              </a:buClr>
              <a:buSzPts val="2400"/>
              <a:buFont typeface="Arial"/>
              <a:buChar char="•"/>
            </a:pPr>
            <a:r>
              <a:rPr b="1" i="0" lang="en-US" sz="2400" u="none" cap="none" strike="noStrike">
                <a:solidFill>
                  <a:schemeClr val="dk1"/>
                </a:solidFill>
                <a:latin typeface="Calibri"/>
                <a:ea typeface="Calibri"/>
                <a:cs typeface="Calibri"/>
                <a:sym typeface="Calibri"/>
              </a:rPr>
              <a:t>Tầng 2</a:t>
            </a:r>
            <a:r>
              <a:rPr b="0" i="0" lang="en-US" sz="2400" u="none" cap="none" strike="noStrike">
                <a:solidFill>
                  <a:schemeClr val="dk1"/>
                </a:solidFill>
                <a:latin typeface="Calibri"/>
                <a:ea typeface="Calibri"/>
                <a:cs typeface="Calibri"/>
                <a:sym typeface="Calibri"/>
              </a:rPr>
              <a:t>: Cung cấp cơ sở dữ liệu cho các dịch vụ cho khách hàng (Data Access, Database).</a:t>
            </a:r>
            <a:endParaRPr b="0" i="0" sz="1400" u="none" cap="none" strike="noStrike">
              <a:solidFill>
                <a:srgbClr val="000000"/>
              </a:solidFill>
              <a:latin typeface="Arial"/>
              <a:ea typeface="Arial"/>
              <a:cs typeface="Arial"/>
              <a:sym typeface="Arial"/>
            </a:endParaRPr>
          </a:p>
        </p:txBody>
      </p:sp>
      <p:sp>
        <p:nvSpPr>
          <p:cNvPr id="656" name="Google Shape;656;p33"/>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7" name="Google Shape;657;p33"/>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67500" lnSpcReduction="20000"/>
          </a:bodyPr>
          <a:lstStyle/>
          <a:p>
            <a:pPr indent="0" lvl="0" marL="0" marR="0" rtl="0" algn="l">
              <a:lnSpc>
                <a:spcPct val="90000"/>
              </a:lnSpc>
              <a:spcBef>
                <a:spcPts val="0"/>
              </a:spcBef>
              <a:spcAft>
                <a:spcPts val="0"/>
              </a:spcAft>
              <a:buClr>
                <a:srgbClr val="FFFFFF"/>
              </a:buClr>
              <a:buSzPct val="100000"/>
              <a:buFont typeface="Calibri"/>
              <a:buNone/>
            </a:pPr>
            <a:r>
              <a:rPr b="1" i="0" lang="en-US" sz="4400" u="none" cap="none" strike="noStrike">
                <a:solidFill>
                  <a:srgbClr val="FFFFFF"/>
                </a:solidFill>
                <a:latin typeface="Calibri"/>
                <a:ea typeface="Calibri"/>
                <a:cs typeface="Calibri"/>
                <a:sym typeface="Calibri"/>
              </a:rPr>
              <a:t>CẤU TRÚC CLIENT - SERVER ĐA TẦNG </a:t>
            </a:r>
            <a:r>
              <a:rPr b="1" i="0" lang="en-US" sz="3600" u="none" cap="none" strike="noStrike">
                <a:solidFill>
                  <a:srgbClr val="FFFFFF"/>
                </a:solidFill>
                <a:latin typeface="Calibri"/>
                <a:ea typeface="Calibri"/>
                <a:cs typeface="Calibri"/>
                <a:sym typeface="Calibri"/>
              </a:rPr>
              <a:t>(MULTI-TIER CLIENT-SERVER)</a:t>
            </a:r>
            <a:endParaRPr b="0" i="0" sz="1400" u="none" cap="none" strike="noStrike">
              <a:solidFill>
                <a:srgbClr val="000000"/>
              </a:solidFill>
              <a:latin typeface="Arial"/>
              <a:ea typeface="Arial"/>
              <a:cs typeface="Arial"/>
              <a:sym typeface="Arial"/>
            </a:endParaRPr>
          </a:p>
        </p:txBody>
      </p:sp>
      <p:sp>
        <p:nvSpPr>
          <p:cNvPr id="658" name="Google Shape;658;p33"/>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34"/>
          <p:cNvSpPr/>
          <p:nvPr/>
        </p:nvSpPr>
        <p:spPr>
          <a:xfrm>
            <a:off x="6553200" y="2159000"/>
            <a:ext cx="3733800" cy="2971800"/>
          </a:xfrm>
          <a:prstGeom prst="rect">
            <a:avLst/>
          </a:prstGeom>
          <a:gradFill>
            <a:gsLst>
              <a:gs pos="0">
                <a:srgbClr val="213F76"/>
              </a:gs>
              <a:gs pos="67000">
                <a:srgbClr val="2F5CAB"/>
              </a:gs>
              <a:gs pos="100000">
                <a:srgbClr val="3A6FCD"/>
              </a:gs>
            </a:gsLst>
            <a:lin ang="5400000" scaled="0"/>
          </a:gradFill>
          <a:ln cap="flat" cmpd="sng" w="25400">
            <a:solidFill>
              <a:srgbClr val="FFFF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Times New Roman"/>
              <a:ea typeface="Times New Roman"/>
              <a:cs typeface="Times New Roman"/>
              <a:sym typeface="Times New Roman"/>
            </a:endParaRPr>
          </a:p>
        </p:txBody>
      </p:sp>
      <p:sp>
        <p:nvSpPr>
          <p:cNvPr id="664" name="Google Shape;664;p34"/>
          <p:cNvSpPr/>
          <p:nvPr/>
        </p:nvSpPr>
        <p:spPr>
          <a:xfrm>
            <a:off x="2238375" y="2195513"/>
            <a:ext cx="4267200" cy="2971800"/>
          </a:xfrm>
          <a:prstGeom prst="rect">
            <a:avLst/>
          </a:prstGeom>
          <a:gradFill>
            <a:gsLst>
              <a:gs pos="0">
                <a:srgbClr val="213F76"/>
              </a:gs>
              <a:gs pos="67000">
                <a:srgbClr val="2F5CAB"/>
              </a:gs>
              <a:gs pos="100000">
                <a:srgbClr val="3A6FCD"/>
              </a:gs>
            </a:gsLst>
            <a:lin ang="5400000" scaled="0"/>
          </a:gradFill>
          <a:ln cap="flat" cmpd="sng" w="25400">
            <a:solidFill>
              <a:srgbClr val="FFFF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Times New Roman"/>
              <a:ea typeface="Times New Roman"/>
              <a:cs typeface="Times New Roman"/>
              <a:sym typeface="Times New Roman"/>
            </a:endParaRPr>
          </a:p>
        </p:txBody>
      </p:sp>
      <p:sp>
        <p:nvSpPr>
          <p:cNvPr id="665" name="Google Shape;665;p34"/>
          <p:cNvSpPr/>
          <p:nvPr/>
        </p:nvSpPr>
        <p:spPr>
          <a:xfrm>
            <a:off x="2133600" y="1371600"/>
            <a:ext cx="8229600" cy="3784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00CC"/>
              </a:solidFill>
              <a:latin typeface="Times New Roman"/>
              <a:ea typeface="Times New Roman"/>
              <a:cs typeface="Times New Roman"/>
              <a:sym typeface="Times New Roman"/>
            </a:endParaRPr>
          </a:p>
        </p:txBody>
      </p:sp>
      <p:grpSp>
        <p:nvGrpSpPr>
          <p:cNvPr id="666" name="Google Shape;666;p34"/>
          <p:cNvGrpSpPr/>
          <p:nvPr/>
        </p:nvGrpSpPr>
        <p:grpSpPr>
          <a:xfrm>
            <a:off x="2362200" y="2870200"/>
            <a:ext cx="7772400" cy="1752600"/>
            <a:chOff x="685800" y="1828800"/>
            <a:chExt cx="7772400" cy="1752600"/>
          </a:xfrm>
        </p:grpSpPr>
        <p:sp>
          <p:nvSpPr>
            <p:cNvPr id="667" name="Google Shape;667;p34"/>
            <p:cNvSpPr/>
            <p:nvPr/>
          </p:nvSpPr>
          <p:spPr>
            <a:xfrm>
              <a:off x="685800" y="2438400"/>
              <a:ext cx="1600200" cy="533400"/>
            </a:xfrm>
            <a:prstGeom prst="rect">
              <a:avLst/>
            </a:prstGeom>
            <a:gradFill>
              <a:gsLst>
                <a:gs pos="0">
                  <a:srgbClr val="213F76"/>
                </a:gs>
                <a:gs pos="67000">
                  <a:srgbClr val="2F5CAB"/>
                </a:gs>
                <a:gs pos="100000">
                  <a:srgbClr val="3A6FCD"/>
                </a:gs>
              </a:gsLst>
              <a:lin ang="5400000" scaled="0"/>
            </a:gradFill>
            <a:ln cap="flat" cmpd="sng" w="25400">
              <a:solidFill>
                <a:srgbClr val="FFFF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Presentation</a:t>
              </a:r>
              <a:endParaRPr b="0" i="0" sz="1400" u="none" cap="none" strike="noStrike">
                <a:solidFill>
                  <a:srgbClr val="000000"/>
                </a:solidFill>
                <a:latin typeface="Arial"/>
                <a:ea typeface="Arial"/>
                <a:cs typeface="Arial"/>
                <a:sym typeface="Arial"/>
              </a:endParaRPr>
            </a:p>
          </p:txBody>
        </p:sp>
        <p:sp>
          <p:nvSpPr>
            <p:cNvPr id="668" name="Google Shape;668;p34"/>
            <p:cNvSpPr/>
            <p:nvPr/>
          </p:nvSpPr>
          <p:spPr>
            <a:xfrm>
              <a:off x="2895600" y="2438400"/>
              <a:ext cx="1600200" cy="533400"/>
            </a:xfrm>
            <a:prstGeom prst="rect">
              <a:avLst/>
            </a:prstGeom>
            <a:gradFill>
              <a:gsLst>
                <a:gs pos="0">
                  <a:srgbClr val="213F76"/>
                </a:gs>
                <a:gs pos="67000">
                  <a:srgbClr val="2F5CAB"/>
                </a:gs>
                <a:gs pos="100000">
                  <a:srgbClr val="3A6FCD"/>
                </a:gs>
              </a:gsLst>
              <a:lin ang="5400000" scaled="0"/>
            </a:gradFill>
            <a:ln cap="flat" cmpd="sng" w="25400">
              <a:solidFill>
                <a:srgbClr val="FFFF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Business</a:t>
              </a:r>
              <a:endParaRPr b="0" i="0" sz="1400" u="none" cap="none" strike="noStrike">
                <a:solidFill>
                  <a:srgbClr val="000000"/>
                </a:solidFill>
                <a:latin typeface="Arial"/>
                <a:ea typeface="Arial"/>
                <a:cs typeface="Arial"/>
                <a:sym typeface="Arial"/>
              </a:endParaRPr>
            </a:p>
          </p:txBody>
        </p:sp>
        <p:sp>
          <p:nvSpPr>
            <p:cNvPr id="669" name="Google Shape;669;p34"/>
            <p:cNvSpPr/>
            <p:nvPr/>
          </p:nvSpPr>
          <p:spPr>
            <a:xfrm>
              <a:off x="5029200" y="2438400"/>
              <a:ext cx="1600200" cy="533400"/>
            </a:xfrm>
            <a:prstGeom prst="rect">
              <a:avLst/>
            </a:prstGeom>
            <a:gradFill>
              <a:gsLst>
                <a:gs pos="0">
                  <a:srgbClr val="213F76"/>
                </a:gs>
                <a:gs pos="67000">
                  <a:srgbClr val="2F5CAB"/>
                </a:gs>
                <a:gs pos="100000">
                  <a:srgbClr val="3A6FCD"/>
                </a:gs>
              </a:gsLst>
              <a:lin ang="5400000" scaled="0"/>
            </a:gradFill>
            <a:ln cap="flat" cmpd="sng" w="25400">
              <a:solidFill>
                <a:srgbClr val="FFFF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Data Access</a:t>
              </a:r>
              <a:endParaRPr b="0" i="0" sz="1400" u="none" cap="none" strike="noStrike">
                <a:solidFill>
                  <a:srgbClr val="000000"/>
                </a:solidFill>
                <a:latin typeface="Arial"/>
                <a:ea typeface="Arial"/>
                <a:cs typeface="Arial"/>
                <a:sym typeface="Arial"/>
              </a:endParaRPr>
            </a:p>
          </p:txBody>
        </p:sp>
        <p:sp>
          <p:nvSpPr>
            <p:cNvPr id="670" name="Google Shape;670;p34"/>
            <p:cNvSpPr/>
            <p:nvPr/>
          </p:nvSpPr>
          <p:spPr>
            <a:xfrm>
              <a:off x="7315200" y="1828800"/>
              <a:ext cx="1143000" cy="1752600"/>
            </a:xfrm>
            <a:prstGeom prst="flowChartMagneticDisk">
              <a:avLst/>
            </a:prstGeom>
            <a:gradFill>
              <a:gsLst>
                <a:gs pos="0">
                  <a:srgbClr val="213F76"/>
                </a:gs>
                <a:gs pos="67000">
                  <a:srgbClr val="2F5CAB"/>
                </a:gs>
                <a:gs pos="100000">
                  <a:srgbClr val="3A6FCD"/>
                </a:gs>
              </a:gsLst>
              <a:lin ang="5400000" scaled="0"/>
            </a:gradFill>
            <a:ln cap="flat" cmpd="sng" w="25400">
              <a:solidFill>
                <a:srgbClr val="FFFF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Databasse</a:t>
              </a:r>
              <a:endParaRPr b="0" i="0" sz="1400" u="none" cap="none" strike="noStrike">
                <a:solidFill>
                  <a:srgbClr val="000000"/>
                </a:solidFill>
                <a:latin typeface="Arial"/>
                <a:ea typeface="Arial"/>
                <a:cs typeface="Arial"/>
                <a:sym typeface="Arial"/>
              </a:endParaRPr>
            </a:p>
          </p:txBody>
        </p:sp>
        <p:cxnSp>
          <p:nvCxnSpPr>
            <p:cNvPr id="671" name="Google Shape;671;p34"/>
            <p:cNvCxnSpPr/>
            <p:nvPr/>
          </p:nvCxnSpPr>
          <p:spPr>
            <a:xfrm>
              <a:off x="2286000" y="2590800"/>
              <a:ext cx="609600" cy="0"/>
            </a:xfrm>
            <a:prstGeom prst="straightConnector1">
              <a:avLst/>
            </a:prstGeom>
            <a:noFill/>
            <a:ln cap="flat" cmpd="sng" w="19050">
              <a:solidFill>
                <a:schemeClr val="accent4"/>
              </a:solidFill>
              <a:prstDash val="solid"/>
              <a:miter lim="800000"/>
              <a:headEnd len="sm" w="sm" type="none"/>
              <a:tailEnd len="med" w="med" type="stealth"/>
            </a:ln>
          </p:spPr>
        </p:cxnSp>
        <p:cxnSp>
          <p:nvCxnSpPr>
            <p:cNvPr id="672" name="Google Shape;672;p34"/>
            <p:cNvCxnSpPr/>
            <p:nvPr/>
          </p:nvCxnSpPr>
          <p:spPr>
            <a:xfrm>
              <a:off x="4495800" y="2590800"/>
              <a:ext cx="609600" cy="0"/>
            </a:xfrm>
            <a:prstGeom prst="straightConnector1">
              <a:avLst/>
            </a:prstGeom>
            <a:noFill/>
            <a:ln cap="flat" cmpd="sng" w="19050">
              <a:solidFill>
                <a:schemeClr val="accent4"/>
              </a:solidFill>
              <a:prstDash val="solid"/>
              <a:miter lim="800000"/>
              <a:headEnd len="sm" w="sm" type="none"/>
              <a:tailEnd len="med" w="med" type="stealth"/>
            </a:ln>
          </p:spPr>
        </p:cxnSp>
        <p:cxnSp>
          <p:nvCxnSpPr>
            <p:cNvPr id="673" name="Google Shape;673;p34"/>
            <p:cNvCxnSpPr/>
            <p:nvPr/>
          </p:nvCxnSpPr>
          <p:spPr>
            <a:xfrm>
              <a:off x="6629400" y="2640013"/>
              <a:ext cx="609600" cy="0"/>
            </a:xfrm>
            <a:prstGeom prst="straightConnector1">
              <a:avLst/>
            </a:prstGeom>
            <a:noFill/>
            <a:ln cap="flat" cmpd="sng" w="19050">
              <a:solidFill>
                <a:schemeClr val="accent4"/>
              </a:solidFill>
              <a:prstDash val="solid"/>
              <a:miter lim="800000"/>
              <a:headEnd len="sm" w="sm" type="none"/>
              <a:tailEnd len="med" w="med" type="stealth"/>
            </a:ln>
          </p:spPr>
        </p:cxnSp>
        <p:cxnSp>
          <p:nvCxnSpPr>
            <p:cNvPr id="674" name="Google Shape;674;p34"/>
            <p:cNvCxnSpPr/>
            <p:nvPr/>
          </p:nvCxnSpPr>
          <p:spPr>
            <a:xfrm>
              <a:off x="2286000" y="2819400"/>
              <a:ext cx="609600" cy="0"/>
            </a:xfrm>
            <a:prstGeom prst="straightConnector1">
              <a:avLst/>
            </a:prstGeom>
            <a:noFill/>
            <a:ln cap="flat" cmpd="sng" w="19050">
              <a:solidFill>
                <a:schemeClr val="accent4"/>
              </a:solidFill>
              <a:prstDash val="solid"/>
              <a:miter lim="800000"/>
              <a:headEnd len="med" w="med" type="stealth"/>
              <a:tailEnd len="sm" w="sm" type="none"/>
            </a:ln>
          </p:spPr>
        </p:cxnSp>
        <p:cxnSp>
          <p:nvCxnSpPr>
            <p:cNvPr id="675" name="Google Shape;675;p34"/>
            <p:cNvCxnSpPr/>
            <p:nvPr/>
          </p:nvCxnSpPr>
          <p:spPr>
            <a:xfrm>
              <a:off x="4495800" y="2819400"/>
              <a:ext cx="609600" cy="0"/>
            </a:xfrm>
            <a:prstGeom prst="straightConnector1">
              <a:avLst/>
            </a:prstGeom>
            <a:noFill/>
            <a:ln cap="flat" cmpd="sng" w="19050">
              <a:solidFill>
                <a:schemeClr val="accent4"/>
              </a:solidFill>
              <a:prstDash val="solid"/>
              <a:miter lim="800000"/>
              <a:headEnd len="med" w="med" type="stealth"/>
              <a:tailEnd len="sm" w="sm" type="none"/>
            </a:ln>
          </p:spPr>
        </p:cxnSp>
        <p:cxnSp>
          <p:nvCxnSpPr>
            <p:cNvPr id="676" name="Google Shape;676;p34"/>
            <p:cNvCxnSpPr/>
            <p:nvPr/>
          </p:nvCxnSpPr>
          <p:spPr>
            <a:xfrm>
              <a:off x="6629400" y="2868613"/>
              <a:ext cx="609600" cy="0"/>
            </a:xfrm>
            <a:prstGeom prst="straightConnector1">
              <a:avLst/>
            </a:prstGeom>
            <a:noFill/>
            <a:ln cap="flat" cmpd="sng" w="19050">
              <a:solidFill>
                <a:schemeClr val="accent4"/>
              </a:solidFill>
              <a:prstDash val="solid"/>
              <a:miter lim="800000"/>
              <a:headEnd len="med" w="med" type="stealth"/>
              <a:tailEnd len="sm" w="sm" type="none"/>
            </a:ln>
          </p:spPr>
        </p:cxnSp>
      </p:grpSp>
      <p:sp>
        <p:nvSpPr>
          <p:cNvPr id="677" name="Google Shape;677;p34"/>
          <p:cNvSpPr/>
          <p:nvPr/>
        </p:nvSpPr>
        <p:spPr>
          <a:xfrm>
            <a:off x="3228976" y="2336800"/>
            <a:ext cx="1952625" cy="457200"/>
          </a:xfrm>
          <a:prstGeom prst="rect">
            <a:avLst/>
          </a:prstGeom>
          <a:gradFill>
            <a:gsLst>
              <a:gs pos="0">
                <a:srgbClr val="213F76"/>
              </a:gs>
              <a:gs pos="67000">
                <a:srgbClr val="2F5CAB"/>
              </a:gs>
              <a:gs pos="100000">
                <a:srgbClr val="3A6FCD"/>
              </a:gs>
            </a:gsLst>
            <a:lin ang="5400000" scaled="0"/>
          </a:gradFill>
          <a:ln cap="flat" cmpd="sng" w="25400">
            <a:solidFill>
              <a:srgbClr val="FFFF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1</a:t>
            </a:r>
            <a:r>
              <a:rPr b="1" baseline="30000" i="0" lang="en-US" sz="2000" u="none" cap="none" strike="noStrike">
                <a:solidFill>
                  <a:schemeClr val="dk1"/>
                </a:solidFill>
                <a:latin typeface="Times New Roman"/>
                <a:ea typeface="Times New Roman"/>
                <a:cs typeface="Times New Roman"/>
                <a:sym typeface="Times New Roman"/>
              </a:rPr>
              <a:t>st</a:t>
            </a:r>
            <a:r>
              <a:rPr b="1" i="0" lang="en-US" sz="2000" u="none" cap="none" strike="noStrike">
                <a:solidFill>
                  <a:schemeClr val="dk1"/>
                </a:solidFill>
                <a:latin typeface="Times New Roman"/>
                <a:ea typeface="Times New Roman"/>
                <a:cs typeface="Times New Roman"/>
                <a:sym typeface="Times New Roman"/>
              </a:rPr>
              <a:t> First</a:t>
            </a:r>
            <a:endParaRPr b="0" i="0" sz="1400" u="none" cap="none" strike="noStrike">
              <a:solidFill>
                <a:srgbClr val="000000"/>
              </a:solidFill>
              <a:latin typeface="Arial"/>
              <a:ea typeface="Arial"/>
              <a:cs typeface="Arial"/>
              <a:sym typeface="Arial"/>
            </a:endParaRPr>
          </a:p>
        </p:txBody>
      </p:sp>
      <p:sp>
        <p:nvSpPr>
          <p:cNvPr id="678" name="Google Shape;678;p34"/>
          <p:cNvSpPr/>
          <p:nvPr/>
        </p:nvSpPr>
        <p:spPr>
          <a:xfrm>
            <a:off x="7162801" y="2330450"/>
            <a:ext cx="1952625" cy="463550"/>
          </a:xfrm>
          <a:prstGeom prst="rect">
            <a:avLst/>
          </a:prstGeom>
          <a:gradFill>
            <a:gsLst>
              <a:gs pos="0">
                <a:srgbClr val="213F76"/>
              </a:gs>
              <a:gs pos="67000">
                <a:srgbClr val="2F5CAB"/>
              </a:gs>
              <a:gs pos="100000">
                <a:srgbClr val="3A6FCD"/>
              </a:gs>
            </a:gsLst>
            <a:lin ang="5400000" scaled="0"/>
          </a:gradFill>
          <a:ln cap="flat" cmpd="sng" w="25400">
            <a:solidFill>
              <a:srgbClr val="FFFF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2</a:t>
            </a:r>
            <a:r>
              <a:rPr b="1" baseline="30000" i="0" lang="en-US" sz="2000" u="none" cap="none" strike="noStrike">
                <a:solidFill>
                  <a:schemeClr val="dk1"/>
                </a:solidFill>
                <a:latin typeface="Times New Roman"/>
                <a:ea typeface="Times New Roman"/>
                <a:cs typeface="Times New Roman"/>
                <a:sym typeface="Times New Roman"/>
              </a:rPr>
              <a:t>sd</a:t>
            </a:r>
            <a:r>
              <a:rPr b="1" i="0" lang="en-US" sz="2000" u="none" cap="none" strike="noStrike">
                <a:solidFill>
                  <a:schemeClr val="dk1"/>
                </a:solidFill>
                <a:latin typeface="Times New Roman"/>
                <a:ea typeface="Times New Roman"/>
                <a:cs typeface="Times New Roman"/>
                <a:sym typeface="Times New Roman"/>
              </a:rPr>
              <a:t> Second</a:t>
            </a:r>
            <a:endParaRPr b="0" i="0" sz="1400" u="none" cap="none" strike="noStrike">
              <a:solidFill>
                <a:srgbClr val="000000"/>
              </a:solidFill>
              <a:latin typeface="Arial"/>
              <a:ea typeface="Arial"/>
              <a:cs typeface="Arial"/>
              <a:sym typeface="Arial"/>
            </a:endParaRPr>
          </a:p>
        </p:txBody>
      </p:sp>
      <p:sp>
        <p:nvSpPr>
          <p:cNvPr id="679" name="Google Shape;679;p34"/>
          <p:cNvSpPr/>
          <p:nvPr/>
        </p:nvSpPr>
        <p:spPr>
          <a:xfrm>
            <a:off x="2514600" y="4622800"/>
            <a:ext cx="1828800" cy="1143000"/>
          </a:xfrm>
          <a:prstGeom prst="wedgeRoundRectCallout">
            <a:avLst>
              <a:gd fmla="val -31280" name="adj1"/>
              <a:gd fmla="val -98297" name="adj2"/>
              <a:gd fmla="val 16667" name="adj3"/>
            </a:avLst>
          </a:prstGeom>
          <a:solidFill>
            <a:schemeClr val="lt1"/>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Times New Roman"/>
                <a:ea typeface="Times New Roman"/>
                <a:cs typeface="Times New Roman"/>
                <a:sym typeface="Times New Roman"/>
              </a:rPr>
              <a:t>- User Interface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Times New Roman"/>
                <a:ea typeface="Times New Roman"/>
                <a:cs typeface="Times New Roman"/>
                <a:sym typeface="Times New Roman"/>
              </a:rPr>
              <a:t>- Pretation Service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Times New Roman"/>
                <a:ea typeface="Times New Roman"/>
                <a:cs typeface="Times New Roman"/>
                <a:sym typeface="Times New Roman"/>
              </a:rPr>
              <a:t>- Application Service</a:t>
            </a:r>
            <a:endParaRPr b="0" i="0" sz="1400" u="none" cap="none" strike="noStrike">
              <a:solidFill>
                <a:srgbClr val="000000"/>
              </a:solidFill>
              <a:latin typeface="Arial"/>
              <a:ea typeface="Arial"/>
              <a:cs typeface="Arial"/>
              <a:sym typeface="Arial"/>
            </a:endParaRPr>
          </a:p>
        </p:txBody>
      </p:sp>
      <p:sp>
        <p:nvSpPr>
          <p:cNvPr id="680" name="Google Shape;680;p34"/>
          <p:cNvSpPr/>
          <p:nvPr/>
        </p:nvSpPr>
        <p:spPr>
          <a:xfrm>
            <a:off x="4589463" y="4619625"/>
            <a:ext cx="1828800" cy="1143000"/>
          </a:xfrm>
          <a:prstGeom prst="wedgeRoundRectCallout">
            <a:avLst>
              <a:gd fmla="val -31280" name="adj1"/>
              <a:gd fmla="val -98297" name="adj2"/>
              <a:gd fmla="val 16667" name="adj3"/>
            </a:avLst>
          </a:prstGeom>
          <a:solidFill>
            <a:schemeClr val="lt1"/>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Times New Roman"/>
                <a:ea typeface="Times New Roman"/>
                <a:cs typeface="Times New Roman"/>
                <a:sym typeface="Times New Roman"/>
              </a:rPr>
              <a:t>-Data Validation</a:t>
            </a:r>
            <a:endParaRPr b="0" i="0" sz="1400" u="none" cap="none" strike="noStrike">
              <a:solidFill>
                <a:srgbClr val="000000"/>
              </a:solidFill>
              <a:latin typeface="Arial"/>
              <a:ea typeface="Arial"/>
              <a:cs typeface="Arial"/>
              <a:sym typeface="Arial"/>
            </a:endParaRPr>
          </a:p>
        </p:txBody>
      </p:sp>
      <p:sp>
        <p:nvSpPr>
          <p:cNvPr id="681" name="Google Shape;681;p34"/>
          <p:cNvSpPr/>
          <p:nvPr/>
        </p:nvSpPr>
        <p:spPr>
          <a:xfrm>
            <a:off x="6770688" y="4595813"/>
            <a:ext cx="1828800" cy="1143000"/>
          </a:xfrm>
          <a:prstGeom prst="wedgeRoundRectCallout">
            <a:avLst>
              <a:gd fmla="val -31280" name="adj1"/>
              <a:gd fmla="val -98297" name="adj2"/>
              <a:gd fmla="val 16667" name="adj3"/>
            </a:avLst>
          </a:prstGeom>
          <a:solidFill>
            <a:schemeClr val="lt1"/>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Times New Roman"/>
                <a:ea typeface="Times New Roman"/>
                <a:cs typeface="Times New Roman"/>
                <a:sym typeface="Times New Roman"/>
              </a:rPr>
              <a:t>-Data Access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Times New Roman"/>
                <a:ea typeface="Times New Roman"/>
                <a:cs typeface="Times New Roman"/>
                <a:sym typeface="Times New Roman"/>
              </a:rPr>
              <a:t>-Data Service</a:t>
            </a:r>
            <a:endParaRPr b="0" i="0" sz="1400" u="none" cap="none" strike="noStrike">
              <a:solidFill>
                <a:srgbClr val="000000"/>
              </a:solidFill>
              <a:latin typeface="Arial"/>
              <a:ea typeface="Arial"/>
              <a:cs typeface="Arial"/>
              <a:sym typeface="Arial"/>
            </a:endParaRPr>
          </a:p>
        </p:txBody>
      </p:sp>
      <p:sp>
        <p:nvSpPr>
          <p:cNvPr id="682" name="Google Shape;682;p34"/>
          <p:cNvSpPr txBox="1"/>
          <p:nvPr>
            <p:ph type="title"/>
          </p:nvPr>
        </p:nvSpPr>
        <p:spPr>
          <a:xfrm>
            <a:off x="885826" y="1411446"/>
            <a:ext cx="8229600" cy="762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0000"/>
              </a:buClr>
              <a:buSzPts val="2400"/>
              <a:buFont typeface="Calibri"/>
              <a:buNone/>
            </a:pPr>
            <a:r>
              <a:rPr b="1" lang="en-US" sz="2400">
                <a:solidFill>
                  <a:srgbClr val="FF0000"/>
                </a:solidFill>
                <a:latin typeface="Calibri"/>
                <a:ea typeface="Calibri"/>
                <a:cs typeface="Calibri"/>
                <a:sym typeface="Calibri"/>
              </a:rPr>
              <a:t>Kiến trúc 2 tầng (Two-tier)</a:t>
            </a:r>
            <a:endParaRPr/>
          </a:p>
        </p:txBody>
      </p:sp>
      <p:sp>
        <p:nvSpPr>
          <p:cNvPr id="683" name="Google Shape;683;p34"/>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84" name="Google Shape;684;p34"/>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67500" lnSpcReduction="20000"/>
          </a:bodyPr>
          <a:lstStyle/>
          <a:p>
            <a:pPr indent="0" lvl="0" marL="0" marR="0" rtl="0" algn="l">
              <a:lnSpc>
                <a:spcPct val="90000"/>
              </a:lnSpc>
              <a:spcBef>
                <a:spcPts val="0"/>
              </a:spcBef>
              <a:spcAft>
                <a:spcPts val="0"/>
              </a:spcAft>
              <a:buClr>
                <a:srgbClr val="FFFFFF"/>
              </a:buClr>
              <a:buSzPct val="100000"/>
              <a:buFont typeface="Calibri"/>
              <a:buNone/>
            </a:pPr>
            <a:r>
              <a:rPr b="1" i="0" lang="en-US" sz="4400" u="none" cap="none" strike="noStrike">
                <a:solidFill>
                  <a:srgbClr val="FFFFFF"/>
                </a:solidFill>
                <a:latin typeface="Calibri"/>
                <a:ea typeface="Calibri"/>
                <a:cs typeface="Calibri"/>
                <a:sym typeface="Calibri"/>
              </a:rPr>
              <a:t>CẤU TRÚC CLIENT - SERVER ĐA TẦNG </a:t>
            </a:r>
            <a:r>
              <a:rPr b="1" i="0" lang="en-US" sz="3600" u="none" cap="none" strike="noStrike">
                <a:solidFill>
                  <a:srgbClr val="FFFFFF"/>
                </a:solidFill>
                <a:latin typeface="Calibri"/>
                <a:ea typeface="Calibri"/>
                <a:cs typeface="Calibri"/>
                <a:sym typeface="Calibri"/>
              </a:rPr>
              <a:t>(MULTI-TIER CLIENT-SERVER)</a:t>
            </a:r>
            <a:endParaRPr b="0" i="0" sz="1400" u="none" cap="none" strike="noStrike">
              <a:solidFill>
                <a:srgbClr val="000000"/>
              </a:solidFill>
              <a:latin typeface="Arial"/>
              <a:ea typeface="Arial"/>
              <a:cs typeface="Arial"/>
              <a:sym typeface="Arial"/>
            </a:endParaRPr>
          </a:p>
        </p:txBody>
      </p:sp>
      <p:sp>
        <p:nvSpPr>
          <p:cNvPr id="685" name="Google Shape;685;p34"/>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35"/>
          <p:cNvSpPr/>
          <p:nvPr/>
        </p:nvSpPr>
        <p:spPr>
          <a:xfrm>
            <a:off x="1905000" y="1549400"/>
            <a:ext cx="8229600" cy="3784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CC"/>
              </a:solidFill>
              <a:latin typeface="Arial"/>
              <a:ea typeface="Arial"/>
              <a:cs typeface="Arial"/>
              <a:sym typeface="Arial"/>
            </a:endParaRPr>
          </a:p>
        </p:txBody>
      </p:sp>
      <p:sp>
        <p:nvSpPr>
          <p:cNvPr id="691" name="Google Shape;691;p35"/>
          <p:cNvSpPr/>
          <p:nvPr/>
        </p:nvSpPr>
        <p:spPr>
          <a:xfrm>
            <a:off x="990600" y="2267004"/>
            <a:ext cx="10363200" cy="4362396"/>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Tách biệt rõ ràng 3 tầng khác nhau </a:t>
            </a:r>
            <a:endParaRPr b="0" i="0" sz="1400" u="none" cap="none" strike="noStrike">
              <a:solidFill>
                <a:srgbClr val="000000"/>
              </a:solidFill>
              <a:latin typeface="Arial"/>
              <a:ea typeface="Arial"/>
              <a:cs typeface="Arial"/>
              <a:sym typeface="Arial"/>
            </a:endParaRPr>
          </a:p>
          <a:p>
            <a:pPr indent="-342900" lvl="1" marL="800100" marR="0" rtl="0" algn="just">
              <a:lnSpc>
                <a:spcPct val="100000"/>
              </a:lnSpc>
              <a:spcBef>
                <a:spcPts val="0"/>
              </a:spcBef>
              <a:spcAft>
                <a:spcPts val="0"/>
              </a:spcAft>
              <a:buClr>
                <a:srgbClr val="0000CC"/>
              </a:buClr>
              <a:buSzPts val="2400"/>
              <a:buFont typeface="Arial"/>
              <a:buChar char="•"/>
            </a:pPr>
            <a:r>
              <a:rPr b="0" i="0" lang="en-US" sz="2400" u="none" cap="none" strike="noStrike">
                <a:solidFill>
                  <a:srgbClr val="0000CC"/>
                </a:solidFill>
                <a:latin typeface="Calibri"/>
                <a:ea typeface="Calibri"/>
                <a:cs typeface="Calibri"/>
                <a:sym typeface="Calibri"/>
              </a:rPr>
              <a:t>Tầng 1</a:t>
            </a:r>
            <a:r>
              <a:rPr b="0" i="0" lang="en-US" sz="2400" u="none" cap="none" strike="noStrike">
                <a:solidFill>
                  <a:schemeClr val="dk1"/>
                </a:solidFill>
                <a:latin typeface="Calibri"/>
                <a:ea typeface="Calibri"/>
                <a:cs typeface="Calibri"/>
                <a:sym typeface="Calibri"/>
              </a:rPr>
              <a:t>: Cung cấp giao diện người sử dụng tiêu chuẩn</a:t>
            </a:r>
            <a:endParaRPr b="0" i="0" sz="2400" u="none" cap="none" strike="noStrike">
              <a:solidFill>
                <a:schemeClr val="dk1"/>
              </a:solidFill>
              <a:latin typeface="Calibri"/>
              <a:ea typeface="Calibri"/>
              <a:cs typeface="Calibri"/>
              <a:sym typeface="Calibri"/>
            </a:endParaRPr>
          </a:p>
          <a:p>
            <a:pPr indent="-342900" lvl="1" marL="800100" marR="0" rtl="0" algn="just">
              <a:lnSpc>
                <a:spcPct val="100000"/>
              </a:lnSpc>
              <a:spcBef>
                <a:spcPts val="0"/>
              </a:spcBef>
              <a:spcAft>
                <a:spcPts val="0"/>
              </a:spcAft>
              <a:buClr>
                <a:srgbClr val="0000CC"/>
              </a:buClr>
              <a:buSzPts val="2400"/>
              <a:buFont typeface="Arial"/>
              <a:buChar char="•"/>
            </a:pPr>
            <a:r>
              <a:rPr b="0" i="0" lang="en-US" sz="2400" u="none" cap="none" strike="noStrike">
                <a:solidFill>
                  <a:srgbClr val="0000CC"/>
                </a:solidFill>
                <a:latin typeface="Calibri"/>
                <a:ea typeface="Calibri"/>
                <a:cs typeface="Calibri"/>
                <a:sym typeface="Calibri"/>
              </a:rPr>
              <a:t>Tầng 2</a:t>
            </a:r>
            <a:r>
              <a:rPr b="0" i="0" lang="en-US" sz="2400" u="none" cap="none" strike="noStrike">
                <a:solidFill>
                  <a:schemeClr val="dk1"/>
                </a:solidFill>
                <a:latin typeface="Calibri"/>
                <a:ea typeface="Calibri"/>
                <a:cs typeface="Calibri"/>
                <a:sym typeface="Calibri"/>
              </a:rPr>
              <a:t>: Cung cấp dịch vụ được tạo sẵn cho ứng dụng. Đóng vai trò như 1 lớp trung gian cho phép Client có thể tương tác Database</a:t>
            </a:r>
            <a:endParaRPr b="0" i="0" sz="1400" u="none" cap="none" strike="noStrike">
              <a:solidFill>
                <a:srgbClr val="000000"/>
              </a:solidFill>
              <a:latin typeface="Arial"/>
              <a:ea typeface="Arial"/>
              <a:cs typeface="Arial"/>
              <a:sym typeface="Arial"/>
            </a:endParaRPr>
          </a:p>
          <a:p>
            <a:pPr indent="-342900" lvl="1" marL="800100" marR="0" rtl="0" algn="l">
              <a:lnSpc>
                <a:spcPct val="100000"/>
              </a:lnSpc>
              <a:spcBef>
                <a:spcPts val="0"/>
              </a:spcBef>
              <a:spcAft>
                <a:spcPts val="0"/>
              </a:spcAft>
              <a:buClr>
                <a:srgbClr val="0000CC"/>
              </a:buClr>
              <a:buSzPts val="2400"/>
              <a:buFont typeface="Arial"/>
              <a:buChar char="•"/>
            </a:pPr>
            <a:r>
              <a:rPr b="0" i="0" lang="en-US" sz="2400" u="none" cap="none" strike="noStrike">
                <a:solidFill>
                  <a:srgbClr val="0000CC"/>
                </a:solidFill>
                <a:latin typeface="Calibri"/>
                <a:ea typeface="Calibri"/>
                <a:cs typeface="Calibri"/>
                <a:sym typeface="Calibri"/>
              </a:rPr>
              <a:t>Tầng 3</a:t>
            </a:r>
            <a:r>
              <a:rPr b="0" i="0" lang="en-US" sz="2400" u="none" cap="none" strike="noStrike">
                <a:solidFill>
                  <a:schemeClr val="dk1"/>
                </a:solidFill>
                <a:latin typeface="Calibri"/>
                <a:ea typeface="Calibri"/>
                <a:cs typeface="Calibri"/>
                <a:sym typeface="Calibri"/>
              </a:rPr>
              <a:t>:  Cơ sở dữ liệu của ứng dụng</a:t>
            </a:r>
            <a:endParaRPr b="0" i="0" sz="2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Ưu điểm :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    Cách tiếp cận này cho phép nhà triển đầu tư tận dụng các hệ thống hiện tại khi tạo ứng dụng mới có thể sử dụng các nguồn lực hiện có.</a:t>
            </a:r>
            <a:endParaRPr b="0" i="0" sz="2400" u="none" cap="none" strike="noStrike">
              <a:solidFill>
                <a:srgbClr val="0000CC"/>
              </a:solidFill>
              <a:latin typeface="Calibri"/>
              <a:ea typeface="Calibri"/>
              <a:cs typeface="Calibri"/>
              <a:sym typeface="Calibri"/>
            </a:endParaRPr>
          </a:p>
        </p:txBody>
      </p:sp>
      <p:sp>
        <p:nvSpPr>
          <p:cNvPr id="692" name="Google Shape;692;p35"/>
          <p:cNvSpPr txBox="1"/>
          <p:nvPr>
            <p:ph type="title"/>
          </p:nvPr>
        </p:nvSpPr>
        <p:spPr>
          <a:xfrm>
            <a:off x="838200" y="1488195"/>
            <a:ext cx="8229600" cy="762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0000"/>
              </a:buClr>
              <a:buSzPts val="2400"/>
              <a:buFont typeface="Calibri"/>
              <a:buNone/>
            </a:pPr>
            <a:r>
              <a:rPr b="1" lang="en-US" sz="2400">
                <a:solidFill>
                  <a:srgbClr val="FF0000"/>
                </a:solidFill>
                <a:latin typeface="Calibri"/>
                <a:ea typeface="Calibri"/>
                <a:cs typeface="Calibri"/>
                <a:sym typeface="Calibri"/>
              </a:rPr>
              <a:t>Kiến trúc 3 tầng (Three-tier)</a:t>
            </a:r>
            <a:endParaRPr/>
          </a:p>
        </p:txBody>
      </p:sp>
      <p:sp>
        <p:nvSpPr>
          <p:cNvPr id="693" name="Google Shape;693;p35"/>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94" name="Google Shape;694;p35"/>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67500" lnSpcReduction="20000"/>
          </a:bodyPr>
          <a:lstStyle/>
          <a:p>
            <a:pPr indent="0" lvl="0" marL="0" marR="0" rtl="0" algn="l">
              <a:lnSpc>
                <a:spcPct val="90000"/>
              </a:lnSpc>
              <a:spcBef>
                <a:spcPts val="0"/>
              </a:spcBef>
              <a:spcAft>
                <a:spcPts val="0"/>
              </a:spcAft>
              <a:buClr>
                <a:srgbClr val="FFFFFF"/>
              </a:buClr>
              <a:buSzPct val="100000"/>
              <a:buFont typeface="Calibri"/>
              <a:buNone/>
            </a:pPr>
            <a:r>
              <a:rPr b="1" i="0" lang="en-US" sz="4400" u="none" cap="none" strike="noStrike">
                <a:solidFill>
                  <a:srgbClr val="FFFFFF"/>
                </a:solidFill>
                <a:latin typeface="Calibri"/>
                <a:ea typeface="Calibri"/>
                <a:cs typeface="Calibri"/>
                <a:sym typeface="Calibri"/>
              </a:rPr>
              <a:t>CẤU TRÚC CLIENT - SERVER ĐA TẦNG </a:t>
            </a:r>
            <a:r>
              <a:rPr b="1" i="0" lang="en-US" sz="3600" u="none" cap="none" strike="noStrike">
                <a:solidFill>
                  <a:srgbClr val="FFFFFF"/>
                </a:solidFill>
                <a:latin typeface="Calibri"/>
                <a:ea typeface="Calibri"/>
                <a:cs typeface="Calibri"/>
                <a:sym typeface="Calibri"/>
              </a:rPr>
              <a:t>(MULTI-TIER CLIENT-SERVER)</a:t>
            </a:r>
            <a:endParaRPr b="0" i="0" sz="1400" u="none" cap="none" strike="noStrike">
              <a:solidFill>
                <a:srgbClr val="000000"/>
              </a:solidFill>
              <a:latin typeface="Arial"/>
              <a:ea typeface="Arial"/>
              <a:cs typeface="Arial"/>
              <a:sym typeface="Arial"/>
            </a:endParaRPr>
          </a:p>
        </p:txBody>
      </p:sp>
      <p:sp>
        <p:nvSpPr>
          <p:cNvPr id="695" name="Google Shape;695;p35"/>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36"/>
          <p:cNvSpPr/>
          <p:nvPr/>
        </p:nvSpPr>
        <p:spPr>
          <a:xfrm>
            <a:off x="2209800" y="990600"/>
            <a:ext cx="8229600" cy="3784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00CC"/>
              </a:solidFill>
              <a:latin typeface="Times New Roman"/>
              <a:ea typeface="Times New Roman"/>
              <a:cs typeface="Times New Roman"/>
              <a:sym typeface="Times New Roman"/>
            </a:endParaRPr>
          </a:p>
        </p:txBody>
      </p:sp>
      <p:sp>
        <p:nvSpPr>
          <p:cNvPr id="701" name="Google Shape;701;p36"/>
          <p:cNvSpPr/>
          <p:nvPr/>
        </p:nvSpPr>
        <p:spPr>
          <a:xfrm>
            <a:off x="5164138" y="2413000"/>
            <a:ext cx="2046287" cy="2971800"/>
          </a:xfrm>
          <a:prstGeom prst="rect">
            <a:avLst/>
          </a:prstGeom>
          <a:gradFill>
            <a:gsLst>
              <a:gs pos="0">
                <a:srgbClr val="213F76"/>
              </a:gs>
              <a:gs pos="67000">
                <a:srgbClr val="2F5CAB"/>
              </a:gs>
              <a:gs pos="100000">
                <a:srgbClr val="3A6FCD"/>
              </a:gs>
            </a:gsLst>
            <a:lin ang="5400000" scaled="0"/>
          </a:gradFill>
          <a:ln cap="flat" cmpd="sng" w="25400">
            <a:solidFill>
              <a:srgbClr val="FFFF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 Business Service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 Business Obj</a:t>
            </a:r>
            <a:endParaRPr b="0" i="0" sz="1400" u="none" cap="none" strike="noStrike">
              <a:solidFill>
                <a:srgbClr val="000000"/>
              </a:solidFill>
              <a:latin typeface="Arial"/>
              <a:ea typeface="Arial"/>
              <a:cs typeface="Arial"/>
              <a:sym typeface="Arial"/>
            </a:endParaRPr>
          </a:p>
        </p:txBody>
      </p:sp>
      <p:sp>
        <p:nvSpPr>
          <p:cNvPr id="702" name="Google Shape;702;p36"/>
          <p:cNvSpPr/>
          <p:nvPr/>
        </p:nvSpPr>
        <p:spPr>
          <a:xfrm>
            <a:off x="2133600" y="2347913"/>
            <a:ext cx="2333625" cy="2971800"/>
          </a:xfrm>
          <a:prstGeom prst="rect">
            <a:avLst/>
          </a:prstGeom>
          <a:gradFill>
            <a:gsLst>
              <a:gs pos="0">
                <a:srgbClr val="213F76"/>
              </a:gs>
              <a:gs pos="67000">
                <a:srgbClr val="2F5CAB"/>
              </a:gs>
              <a:gs pos="100000">
                <a:srgbClr val="3A6FCD"/>
              </a:gs>
            </a:gsLst>
            <a:lin ang="5400000" scaled="0"/>
          </a:gradFill>
          <a:ln cap="flat" cmpd="sng" w="25400">
            <a:solidFill>
              <a:srgbClr val="FFFF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 User Interface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 Pretation Service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Calibri"/>
              <a:buChar char="-"/>
            </a:pPr>
            <a:r>
              <a:rPr b="1" i="0" lang="en-US" sz="1800" u="none" cap="none" strike="noStrike">
                <a:solidFill>
                  <a:schemeClr val="dk1"/>
                </a:solidFill>
                <a:latin typeface="Calibri"/>
                <a:ea typeface="Calibri"/>
                <a:cs typeface="Calibri"/>
                <a:sym typeface="Calibri"/>
              </a:rPr>
              <a:t>Application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ServicTầng</a:t>
            </a:r>
            <a:endParaRPr b="1" i="0" sz="1800" u="none" cap="none" strike="noStrike">
              <a:solidFill>
                <a:schemeClr val="dk1"/>
              </a:solidFill>
              <a:latin typeface="Calibri"/>
              <a:ea typeface="Calibri"/>
              <a:cs typeface="Calibri"/>
              <a:sym typeface="Calibri"/>
            </a:endParaRPr>
          </a:p>
        </p:txBody>
      </p:sp>
      <p:sp>
        <p:nvSpPr>
          <p:cNvPr id="703" name="Google Shape;703;p36"/>
          <p:cNvSpPr/>
          <p:nvPr/>
        </p:nvSpPr>
        <p:spPr>
          <a:xfrm>
            <a:off x="2209800" y="990600"/>
            <a:ext cx="8229600" cy="3784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00CC"/>
              </a:solidFill>
              <a:latin typeface="Times New Roman"/>
              <a:ea typeface="Times New Roman"/>
              <a:cs typeface="Times New Roman"/>
              <a:sym typeface="Times New Roman"/>
            </a:endParaRPr>
          </a:p>
        </p:txBody>
      </p:sp>
      <p:sp>
        <p:nvSpPr>
          <p:cNvPr id="704" name="Google Shape;704;p36"/>
          <p:cNvSpPr/>
          <p:nvPr/>
        </p:nvSpPr>
        <p:spPr>
          <a:xfrm>
            <a:off x="2590800" y="2470150"/>
            <a:ext cx="1343025" cy="946150"/>
          </a:xfrm>
          <a:prstGeom prst="rect">
            <a:avLst/>
          </a:prstGeom>
          <a:gradFill>
            <a:gsLst>
              <a:gs pos="0">
                <a:srgbClr val="213F76"/>
              </a:gs>
              <a:gs pos="67000">
                <a:srgbClr val="2F5CAB"/>
              </a:gs>
              <a:gs pos="100000">
                <a:srgbClr val="3A6FCD"/>
              </a:gs>
            </a:gsLst>
            <a:lin ang="5400000" scaled="0"/>
          </a:gradFill>
          <a:ln cap="flat" cmpd="sng" w="25400">
            <a:solidFill>
              <a:srgbClr val="FFFF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1</a:t>
            </a:r>
            <a:r>
              <a:rPr b="1" baseline="30000" i="0" lang="en-US" sz="1800" u="none" cap="none" strike="noStrike">
                <a:solidFill>
                  <a:schemeClr val="dk1"/>
                </a:solidFill>
                <a:latin typeface="Calibri"/>
                <a:ea typeface="Calibri"/>
                <a:cs typeface="Calibri"/>
                <a:sym typeface="Calibri"/>
              </a:rPr>
              <a:t>st</a:t>
            </a:r>
            <a:r>
              <a:rPr b="1" i="0" lang="en-US" sz="1800" u="none" cap="none" strike="noStrike">
                <a:solidFill>
                  <a:schemeClr val="dk1"/>
                </a:solidFill>
                <a:latin typeface="Calibri"/>
                <a:ea typeface="Calibri"/>
                <a:cs typeface="Calibri"/>
                <a:sym typeface="Calibri"/>
              </a:rPr>
              <a:t> First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(Client)</a:t>
            </a:r>
            <a:endParaRPr b="0" i="0" sz="1400" u="none" cap="none" strike="noStrike">
              <a:solidFill>
                <a:srgbClr val="000000"/>
              </a:solidFill>
              <a:latin typeface="Arial"/>
              <a:ea typeface="Arial"/>
              <a:cs typeface="Arial"/>
              <a:sym typeface="Arial"/>
            </a:endParaRPr>
          </a:p>
        </p:txBody>
      </p:sp>
      <p:sp>
        <p:nvSpPr>
          <p:cNvPr id="705" name="Google Shape;705;p36"/>
          <p:cNvSpPr/>
          <p:nvPr/>
        </p:nvSpPr>
        <p:spPr>
          <a:xfrm>
            <a:off x="5534024" y="2514600"/>
            <a:ext cx="1295400" cy="857250"/>
          </a:xfrm>
          <a:prstGeom prst="rect">
            <a:avLst/>
          </a:prstGeom>
          <a:gradFill>
            <a:gsLst>
              <a:gs pos="0">
                <a:srgbClr val="213F76"/>
              </a:gs>
              <a:gs pos="67000">
                <a:srgbClr val="2F5CAB"/>
              </a:gs>
              <a:gs pos="100000">
                <a:srgbClr val="3A6FCD"/>
              </a:gs>
            </a:gsLst>
            <a:lin ang="5400000" scaled="0"/>
          </a:gradFill>
          <a:ln cap="flat" cmpd="sng" w="25400">
            <a:solidFill>
              <a:srgbClr val="FFFF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2</a:t>
            </a:r>
            <a:r>
              <a:rPr b="1" baseline="30000" i="0" lang="en-US" sz="1800" u="none" cap="none" strike="noStrike">
                <a:solidFill>
                  <a:schemeClr val="dk1"/>
                </a:solidFill>
                <a:latin typeface="Calibri"/>
                <a:ea typeface="Calibri"/>
                <a:cs typeface="Calibri"/>
                <a:sym typeface="Calibri"/>
              </a:rPr>
              <a:t>sd</a:t>
            </a:r>
            <a:r>
              <a:rPr b="1" i="0" lang="en-US" sz="1800" u="none" cap="none" strike="noStrike">
                <a:solidFill>
                  <a:schemeClr val="dk1"/>
                </a:solidFill>
                <a:latin typeface="Calibri"/>
                <a:ea typeface="Calibri"/>
                <a:cs typeface="Calibri"/>
                <a:sym typeface="Calibri"/>
              </a:rPr>
              <a:t> Second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App Serrver</a:t>
            </a:r>
            <a:endParaRPr b="1" i="0" sz="1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alibri"/>
              <a:ea typeface="Calibri"/>
              <a:cs typeface="Calibri"/>
              <a:sym typeface="Calibri"/>
            </a:endParaRPr>
          </a:p>
        </p:txBody>
      </p:sp>
      <p:sp>
        <p:nvSpPr>
          <p:cNvPr id="706" name="Google Shape;706;p36"/>
          <p:cNvSpPr/>
          <p:nvPr/>
        </p:nvSpPr>
        <p:spPr>
          <a:xfrm>
            <a:off x="7972424" y="2413000"/>
            <a:ext cx="2209800" cy="2971800"/>
          </a:xfrm>
          <a:prstGeom prst="rect">
            <a:avLst/>
          </a:prstGeom>
          <a:gradFill>
            <a:gsLst>
              <a:gs pos="0">
                <a:srgbClr val="213F76"/>
              </a:gs>
              <a:gs pos="67000">
                <a:srgbClr val="2F5CAB"/>
              </a:gs>
              <a:gs pos="100000">
                <a:srgbClr val="3A6FCD"/>
              </a:gs>
            </a:gsLst>
            <a:lin ang="5400000" scaled="0"/>
          </a:gradFill>
          <a:ln cap="flat" cmpd="sng" w="25400">
            <a:solidFill>
              <a:srgbClr val="FFFF99"/>
            </a:solidFill>
            <a:prstDash val="solid"/>
            <a:round/>
            <a:headEnd len="sm" w="sm" type="none"/>
            <a:tailEnd len="sm" w="sm" type="none"/>
          </a:ln>
        </p:spPr>
        <p:txBody>
          <a:bodyPr anchorCtr="0" anchor="ctr" bIns="45700" lIns="91425" spcFirstLastPara="1" rIns="91425" wrap="square" tIns="45700">
            <a:noAutofit/>
          </a:bodyPr>
          <a:lstStyle/>
          <a:p>
            <a:pPr indent="-171450" lvl="0" marL="285750" marR="0" rtl="0" algn="ctr">
              <a:lnSpc>
                <a:spcPct val="100000"/>
              </a:lnSpc>
              <a:spcBef>
                <a:spcPts val="0"/>
              </a:spcBef>
              <a:spcAft>
                <a:spcPts val="0"/>
              </a:spcAft>
              <a:buClr>
                <a:schemeClr val="dk1"/>
              </a:buClr>
              <a:buSzPts val="1800"/>
              <a:buFont typeface="Calibri"/>
              <a:buNone/>
            </a:pPr>
            <a:r>
              <a:t/>
            </a:r>
            <a:endParaRPr b="1" i="0" sz="1800" u="none" cap="none" strike="noStrike">
              <a:solidFill>
                <a:schemeClr val="dk1"/>
              </a:solidFill>
              <a:latin typeface="Calibri"/>
              <a:ea typeface="Calibri"/>
              <a:cs typeface="Calibri"/>
              <a:sym typeface="Calibri"/>
            </a:endParaRPr>
          </a:p>
          <a:p>
            <a:pPr indent="-171450" lvl="0" marL="285750" marR="0" rtl="0" algn="ctr">
              <a:lnSpc>
                <a:spcPct val="100000"/>
              </a:lnSpc>
              <a:spcBef>
                <a:spcPts val="0"/>
              </a:spcBef>
              <a:spcAft>
                <a:spcPts val="0"/>
              </a:spcAft>
              <a:buClr>
                <a:schemeClr val="dk1"/>
              </a:buClr>
              <a:buSzPts val="1800"/>
              <a:buFont typeface="Calibri"/>
              <a:buNone/>
            </a:pPr>
            <a:r>
              <a:t/>
            </a:r>
            <a:endParaRPr b="1" i="0" sz="1800" u="none" cap="none" strike="noStrike">
              <a:solidFill>
                <a:schemeClr val="dk1"/>
              </a:solidFill>
              <a:latin typeface="Calibri"/>
              <a:ea typeface="Calibri"/>
              <a:cs typeface="Calibri"/>
              <a:sym typeface="Calibri"/>
            </a:endParaRPr>
          </a:p>
          <a:p>
            <a:pPr indent="-285750" lvl="0" marL="285750" marR="0" rtl="0" algn="ctr">
              <a:lnSpc>
                <a:spcPct val="100000"/>
              </a:lnSpc>
              <a:spcBef>
                <a:spcPts val="0"/>
              </a:spcBef>
              <a:spcAft>
                <a:spcPts val="0"/>
              </a:spcAft>
              <a:buClr>
                <a:schemeClr val="dk1"/>
              </a:buClr>
              <a:buSzPts val="1800"/>
              <a:buFont typeface="Calibri"/>
              <a:buChar char="-"/>
            </a:pPr>
            <a:r>
              <a:rPr b="1" i="0" lang="en-US" sz="1800" u="none" cap="none" strike="noStrike">
                <a:solidFill>
                  <a:schemeClr val="dk1"/>
                </a:solidFill>
                <a:latin typeface="Calibri"/>
                <a:ea typeface="Calibri"/>
                <a:cs typeface="Calibri"/>
                <a:sym typeface="Calibri"/>
              </a:rPr>
              <a:t>Data Service</a:t>
            </a:r>
            <a:endParaRPr b="0" i="0" sz="1400" u="none" cap="none" strike="noStrike">
              <a:solidFill>
                <a:srgbClr val="000000"/>
              </a:solidFill>
              <a:latin typeface="Arial"/>
              <a:ea typeface="Arial"/>
              <a:cs typeface="Arial"/>
              <a:sym typeface="Arial"/>
            </a:endParaRPr>
          </a:p>
          <a:p>
            <a:pPr indent="-285750" lvl="0" marL="285750" marR="0" rtl="0" algn="ctr">
              <a:lnSpc>
                <a:spcPct val="100000"/>
              </a:lnSpc>
              <a:spcBef>
                <a:spcPts val="0"/>
              </a:spcBef>
              <a:spcAft>
                <a:spcPts val="0"/>
              </a:spcAft>
              <a:buClr>
                <a:schemeClr val="dk1"/>
              </a:buClr>
              <a:buSzPts val="1800"/>
              <a:buFont typeface="Calibri"/>
              <a:buChar char="-"/>
            </a:pPr>
            <a:r>
              <a:rPr b="1" i="0" lang="en-US" sz="1800" u="none" cap="none" strike="noStrike">
                <a:solidFill>
                  <a:schemeClr val="dk1"/>
                </a:solidFill>
                <a:latin typeface="Calibri"/>
                <a:ea typeface="Calibri"/>
                <a:cs typeface="Calibri"/>
                <a:sym typeface="Calibri"/>
              </a:rPr>
              <a:t>Data Validation</a:t>
            </a:r>
            <a:endParaRPr b="0" i="0" sz="1400" u="none" cap="none" strike="noStrike">
              <a:solidFill>
                <a:srgbClr val="000000"/>
              </a:solidFill>
              <a:latin typeface="Arial"/>
              <a:ea typeface="Arial"/>
              <a:cs typeface="Arial"/>
              <a:sym typeface="Arial"/>
            </a:endParaRPr>
          </a:p>
          <a:p>
            <a:pPr indent="-285750" lvl="0" marL="285750" marR="0" rtl="0" algn="ctr">
              <a:lnSpc>
                <a:spcPct val="100000"/>
              </a:lnSpc>
              <a:spcBef>
                <a:spcPts val="0"/>
              </a:spcBef>
              <a:spcAft>
                <a:spcPts val="0"/>
              </a:spcAft>
              <a:buClr>
                <a:schemeClr val="dk1"/>
              </a:buClr>
              <a:buSzPts val="1800"/>
              <a:buFont typeface="Calibri"/>
              <a:buChar char="-"/>
            </a:pPr>
            <a:r>
              <a:rPr b="1" i="0" lang="en-US" sz="1800" u="none" cap="none" strike="noStrike">
                <a:solidFill>
                  <a:schemeClr val="dk1"/>
                </a:solidFill>
                <a:latin typeface="Calibri"/>
                <a:ea typeface="Calibri"/>
                <a:cs typeface="Calibri"/>
                <a:sym typeface="Calibri"/>
              </a:rPr>
              <a:t>Database</a:t>
            </a:r>
            <a:endParaRPr b="0" i="0" sz="1400" u="none" cap="none" strike="noStrike">
              <a:solidFill>
                <a:srgbClr val="000000"/>
              </a:solidFill>
              <a:latin typeface="Arial"/>
              <a:ea typeface="Arial"/>
              <a:cs typeface="Arial"/>
              <a:sym typeface="Arial"/>
            </a:endParaRPr>
          </a:p>
          <a:p>
            <a:pPr indent="-171450" lvl="0" marL="285750" marR="0" rtl="0" algn="ctr">
              <a:lnSpc>
                <a:spcPct val="100000"/>
              </a:lnSpc>
              <a:spcBef>
                <a:spcPts val="0"/>
              </a:spcBef>
              <a:spcAft>
                <a:spcPts val="0"/>
              </a:spcAft>
              <a:buClr>
                <a:schemeClr val="dk1"/>
              </a:buClr>
              <a:buSzPts val="1800"/>
              <a:buFont typeface="Calibri"/>
              <a:buNone/>
            </a:pPr>
            <a:r>
              <a:t/>
            </a:r>
            <a:endParaRPr b="1" i="0" sz="1800" u="none" cap="none" strike="noStrike">
              <a:solidFill>
                <a:schemeClr val="dk1"/>
              </a:solidFill>
              <a:latin typeface="Calibri"/>
              <a:ea typeface="Calibri"/>
              <a:cs typeface="Calibri"/>
              <a:sym typeface="Calibri"/>
            </a:endParaRPr>
          </a:p>
        </p:txBody>
      </p:sp>
      <p:sp>
        <p:nvSpPr>
          <p:cNvPr id="707" name="Google Shape;707;p36"/>
          <p:cNvSpPr/>
          <p:nvPr/>
        </p:nvSpPr>
        <p:spPr>
          <a:xfrm>
            <a:off x="8277224" y="2565400"/>
            <a:ext cx="1295400" cy="850900"/>
          </a:xfrm>
          <a:prstGeom prst="rect">
            <a:avLst/>
          </a:prstGeom>
          <a:gradFill>
            <a:gsLst>
              <a:gs pos="0">
                <a:srgbClr val="213F76"/>
              </a:gs>
              <a:gs pos="67000">
                <a:srgbClr val="2F5CAB"/>
              </a:gs>
              <a:gs pos="100000">
                <a:srgbClr val="3A6FCD"/>
              </a:gs>
            </a:gsLst>
            <a:lin ang="5400000" scaled="0"/>
          </a:gradFill>
          <a:ln cap="flat" cmpd="sng" w="25400">
            <a:solidFill>
              <a:srgbClr val="FFFF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3</a:t>
            </a:r>
            <a:r>
              <a:rPr b="1" baseline="30000" i="0" lang="en-US" sz="1800" u="none" cap="none" strike="noStrike">
                <a:solidFill>
                  <a:schemeClr val="dk1"/>
                </a:solidFill>
                <a:latin typeface="Calibri"/>
                <a:ea typeface="Calibri"/>
                <a:cs typeface="Calibri"/>
                <a:sym typeface="Calibri"/>
              </a:rPr>
              <a:t>3rd</a:t>
            </a:r>
            <a:r>
              <a:rPr b="1" i="0" lang="en-US" sz="1800" u="none" cap="none" strike="noStrike">
                <a:solidFill>
                  <a:schemeClr val="dk1"/>
                </a:solidFill>
                <a:latin typeface="Calibri"/>
                <a:ea typeface="Calibri"/>
                <a:cs typeface="Calibri"/>
                <a:sym typeface="Calibri"/>
              </a:rPr>
              <a:t> Three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Data Server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alibri"/>
              <a:ea typeface="Calibri"/>
              <a:cs typeface="Calibri"/>
              <a:sym typeface="Calibri"/>
            </a:endParaRPr>
          </a:p>
        </p:txBody>
      </p:sp>
      <p:cxnSp>
        <p:nvCxnSpPr>
          <p:cNvPr id="708" name="Google Shape;708;p36"/>
          <p:cNvCxnSpPr/>
          <p:nvPr/>
        </p:nvCxnSpPr>
        <p:spPr>
          <a:xfrm>
            <a:off x="4467225" y="3708400"/>
            <a:ext cx="696913" cy="0"/>
          </a:xfrm>
          <a:prstGeom prst="straightConnector1">
            <a:avLst/>
          </a:prstGeom>
          <a:noFill/>
          <a:ln cap="flat" cmpd="sng" w="38100">
            <a:solidFill>
              <a:srgbClr val="FF0000"/>
            </a:solidFill>
            <a:prstDash val="solid"/>
            <a:round/>
            <a:headEnd len="sm" w="sm" type="none"/>
            <a:tailEnd len="med" w="med" type="stealth"/>
          </a:ln>
        </p:spPr>
      </p:cxnSp>
      <p:cxnSp>
        <p:nvCxnSpPr>
          <p:cNvPr id="709" name="Google Shape;709;p36"/>
          <p:cNvCxnSpPr/>
          <p:nvPr/>
        </p:nvCxnSpPr>
        <p:spPr>
          <a:xfrm>
            <a:off x="7210425" y="3786188"/>
            <a:ext cx="696913" cy="0"/>
          </a:xfrm>
          <a:prstGeom prst="straightConnector1">
            <a:avLst/>
          </a:prstGeom>
          <a:noFill/>
          <a:ln cap="flat" cmpd="sng" w="38100">
            <a:solidFill>
              <a:srgbClr val="FF0000"/>
            </a:solidFill>
            <a:prstDash val="solid"/>
            <a:round/>
            <a:headEnd len="sm" w="sm" type="none"/>
            <a:tailEnd len="med" w="med" type="stealth"/>
          </a:ln>
        </p:spPr>
      </p:cxnSp>
      <p:cxnSp>
        <p:nvCxnSpPr>
          <p:cNvPr id="710" name="Google Shape;710;p36"/>
          <p:cNvCxnSpPr/>
          <p:nvPr/>
        </p:nvCxnSpPr>
        <p:spPr>
          <a:xfrm>
            <a:off x="4441825" y="4165600"/>
            <a:ext cx="696913" cy="0"/>
          </a:xfrm>
          <a:prstGeom prst="straightConnector1">
            <a:avLst/>
          </a:prstGeom>
          <a:noFill/>
          <a:ln cap="flat" cmpd="sng" w="38100">
            <a:solidFill>
              <a:srgbClr val="FF0000"/>
            </a:solidFill>
            <a:prstDash val="solid"/>
            <a:round/>
            <a:headEnd len="med" w="med" type="stealth"/>
            <a:tailEnd len="sm" w="sm" type="none"/>
          </a:ln>
        </p:spPr>
      </p:cxnSp>
      <p:cxnSp>
        <p:nvCxnSpPr>
          <p:cNvPr id="711" name="Google Shape;711;p36"/>
          <p:cNvCxnSpPr/>
          <p:nvPr/>
        </p:nvCxnSpPr>
        <p:spPr>
          <a:xfrm>
            <a:off x="7185025" y="4243388"/>
            <a:ext cx="696913" cy="0"/>
          </a:xfrm>
          <a:prstGeom prst="straightConnector1">
            <a:avLst/>
          </a:prstGeom>
          <a:noFill/>
          <a:ln cap="flat" cmpd="sng" w="38100">
            <a:solidFill>
              <a:srgbClr val="FF0000"/>
            </a:solidFill>
            <a:prstDash val="solid"/>
            <a:round/>
            <a:headEnd len="med" w="med" type="stealth"/>
            <a:tailEnd len="sm" w="sm" type="none"/>
          </a:ln>
        </p:spPr>
      </p:cxnSp>
      <p:sp>
        <p:nvSpPr>
          <p:cNvPr id="712" name="Google Shape;712;p36"/>
          <p:cNvSpPr/>
          <p:nvPr/>
        </p:nvSpPr>
        <p:spPr>
          <a:xfrm>
            <a:off x="2590800" y="5537200"/>
            <a:ext cx="1495425" cy="457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Tầng 1</a:t>
            </a:r>
            <a:endParaRPr b="0" i="0" sz="1400" u="none" cap="none" strike="noStrike">
              <a:solidFill>
                <a:srgbClr val="000000"/>
              </a:solidFill>
              <a:latin typeface="Arial"/>
              <a:ea typeface="Arial"/>
              <a:cs typeface="Arial"/>
              <a:sym typeface="Arial"/>
            </a:endParaRPr>
          </a:p>
        </p:txBody>
      </p:sp>
      <p:sp>
        <p:nvSpPr>
          <p:cNvPr id="713" name="Google Shape;713;p36"/>
          <p:cNvSpPr/>
          <p:nvPr/>
        </p:nvSpPr>
        <p:spPr>
          <a:xfrm>
            <a:off x="5395913" y="5613400"/>
            <a:ext cx="1495425" cy="457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Tầng 2</a:t>
            </a:r>
            <a:endParaRPr b="0" i="0" sz="1400" u="none" cap="none" strike="noStrike">
              <a:solidFill>
                <a:srgbClr val="000000"/>
              </a:solidFill>
              <a:latin typeface="Arial"/>
              <a:ea typeface="Arial"/>
              <a:cs typeface="Arial"/>
              <a:sym typeface="Arial"/>
            </a:endParaRPr>
          </a:p>
        </p:txBody>
      </p:sp>
      <p:sp>
        <p:nvSpPr>
          <p:cNvPr id="714" name="Google Shape;714;p36"/>
          <p:cNvSpPr/>
          <p:nvPr/>
        </p:nvSpPr>
        <p:spPr>
          <a:xfrm>
            <a:off x="8277225" y="5638800"/>
            <a:ext cx="1495425" cy="457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Tầng 3</a:t>
            </a:r>
            <a:endParaRPr b="0" i="0" sz="1400" u="none" cap="none" strike="noStrike">
              <a:solidFill>
                <a:srgbClr val="000000"/>
              </a:solidFill>
              <a:latin typeface="Arial"/>
              <a:ea typeface="Arial"/>
              <a:cs typeface="Arial"/>
              <a:sym typeface="Arial"/>
            </a:endParaRPr>
          </a:p>
        </p:txBody>
      </p:sp>
      <p:sp>
        <p:nvSpPr>
          <p:cNvPr id="715" name="Google Shape;715;p36"/>
          <p:cNvSpPr txBox="1"/>
          <p:nvPr>
            <p:ph type="title"/>
          </p:nvPr>
        </p:nvSpPr>
        <p:spPr>
          <a:xfrm>
            <a:off x="838200" y="1409088"/>
            <a:ext cx="8229600" cy="762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0000"/>
              </a:buClr>
              <a:buSzPts val="2400"/>
              <a:buFont typeface="Calibri"/>
              <a:buNone/>
            </a:pPr>
            <a:r>
              <a:rPr b="1" lang="en-US" sz="2400">
                <a:solidFill>
                  <a:srgbClr val="FF0000"/>
                </a:solidFill>
                <a:latin typeface="Calibri"/>
                <a:ea typeface="Calibri"/>
                <a:cs typeface="Calibri"/>
                <a:sym typeface="Calibri"/>
              </a:rPr>
              <a:t>Kiến trúc 3 tầng (Three-tier)</a:t>
            </a:r>
            <a:endParaRPr/>
          </a:p>
        </p:txBody>
      </p:sp>
      <p:sp>
        <p:nvSpPr>
          <p:cNvPr id="716" name="Google Shape;716;p36"/>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17" name="Google Shape;717;p36"/>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67500" lnSpcReduction="20000"/>
          </a:bodyPr>
          <a:lstStyle/>
          <a:p>
            <a:pPr indent="0" lvl="0" marL="0" marR="0" rtl="0" algn="l">
              <a:lnSpc>
                <a:spcPct val="90000"/>
              </a:lnSpc>
              <a:spcBef>
                <a:spcPts val="0"/>
              </a:spcBef>
              <a:spcAft>
                <a:spcPts val="0"/>
              </a:spcAft>
              <a:buClr>
                <a:srgbClr val="FFFFFF"/>
              </a:buClr>
              <a:buSzPct val="100000"/>
              <a:buFont typeface="Calibri"/>
              <a:buNone/>
            </a:pPr>
            <a:r>
              <a:rPr b="1" i="0" lang="en-US" sz="4400" u="none" cap="none" strike="noStrike">
                <a:solidFill>
                  <a:srgbClr val="FFFFFF"/>
                </a:solidFill>
                <a:latin typeface="Calibri"/>
                <a:ea typeface="Calibri"/>
                <a:cs typeface="Calibri"/>
                <a:sym typeface="Calibri"/>
              </a:rPr>
              <a:t>CẤU TRÚC CLIENT - SERVER ĐA TẦNG </a:t>
            </a:r>
            <a:r>
              <a:rPr b="1" i="0" lang="en-US" sz="3600" u="none" cap="none" strike="noStrike">
                <a:solidFill>
                  <a:srgbClr val="FFFFFF"/>
                </a:solidFill>
                <a:latin typeface="Calibri"/>
                <a:ea typeface="Calibri"/>
                <a:cs typeface="Calibri"/>
                <a:sym typeface="Calibri"/>
              </a:rPr>
              <a:t>(MULTI-TIER CLIENT-SERVER)</a:t>
            </a:r>
            <a:endParaRPr b="0" i="0" sz="1400" u="none" cap="none" strike="noStrike">
              <a:solidFill>
                <a:srgbClr val="000000"/>
              </a:solidFill>
              <a:latin typeface="Arial"/>
              <a:ea typeface="Arial"/>
              <a:cs typeface="Arial"/>
              <a:sym typeface="Arial"/>
            </a:endParaRPr>
          </a:p>
        </p:txBody>
      </p:sp>
      <p:sp>
        <p:nvSpPr>
          <p:cNvPr id="718" name="Google Shape;718;p36"/>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37"/>
          <p:cNvSpPr/>
          <p:nvPr/>
        </p:nvSpPr>
        <p:spPr>
          <a:xfrm>
            <a:off x="1905000" y="1549400"/>
            <a:ext cx="8229600" cy="3784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CC"/>
              </a:solidFill>
              <a:latin typeface="Arial"/>
              <a:ea typeface="Arial"/>
              <a:cs typeface="Arial"/>
              <a:sym typeface="Arial"/>
            </a:endParaRPr>
          </a:p>
        </p:txBody>
      </p:sp>
      <p:sp>
        <p:nvSpPr>
          <p:cNvPr id="724" name="Google Shape;724;p37"/>
          <p:cNvSpPr/>
          <p:nvPr/>
        </p:nvSpPr>
        <p:spPr>
          <a:xfrm>
            <a:off x="874922" y="2265661"/>
            <a:ext cx="10250277" cy="1270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Kiến trúc đa tầng, thực hiện bằng cách mở rộng các tầng ở mô hình 3 tầng, </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Ví dụ :</a:t>
            </a:r>
            <a:endParaRPr b="0" i="0" sz="2400" u="none" cap="none" strike="noStrike">
              <a:solidFill>
                <a:srgbClr val="0000CC"/>
              </a:solidFill>
              <a:latin typeface="Calibri"/>
              <a:ea typeface="Calibri"/>
              <a:cs typeface="Calibri"/>
              <a:sym typeface="Calibri"/>
            </a:endParaRPr>
          </a:p>
        </p:txBody>
      </p:sp>
      <p:pic>
        <p:nvPicPr>
          <p:cNvPr id="725" name="Google Shape;725;p37"/>
          <p:cNvPicPr preferRelativeResize="0"/>
          <p:nvPr/>
        </p:nvPicPr>
        <p:blipFill rotWithShape="1">
          <a:blip r:embed="rId3">
            <a:alphaModFix/>
          </a:blip>
          <a:srcRect b="0" l="0" r="0" t="0"/>
          <a:stretch/>
        </p:blipFill>
        <p:spPr>
          <a:xfrm>
            <a:off x="3429000" y="2957865"/>
            <a:ext cx="4495800" cy="3385624"/>
          </a:xfrm>
          <a:prstGeom prst="rect">
            <a:avLst/>
          </a:prstGeom>
          <a:noFill/>
          <a:ln>
            <a:noFill/>
          </a:ln>
        </p:spPr>
      </p:pic>
      <p:sp>
        <p:nvSpPr>
          <p:cNvPr id="726" name="Google Shape;726;p37"/>
          <p:cNvSpPr txBox="1"/>
          <p:nvPr>
            <p:ph type="title"/>
          </p:nvPr>
        </p:nvSpPr>
        <p:spPr>
          <a:xfrm>
            <a:off x="844627" y="1479604"/>
            <a:ext cx="8229600" cy="762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0000"/>
              </a:buClr>
              <a:buSzPts val="2400"/>
              <a:buFont typeface="Calibri"/>
              <a:buNone/>
            </a:pPr>
            <a:r>
              <a:rPr b="1" lang="en-US" sz="2400">
                <a:solidFill>
                  <a:srgbClr val="FF0000"/>
                </a:solidFill>
                <a:latin typeface="Calibri"/>
                <a:ea typeface="Calibri"/>
                <a:cs typeface="Calibri"/>
                <a:sym typeface="Calibri"/>
              </a:rPr>
              <a:t>Kiến trúc n tầng (n-tier)</a:t>
            </a:r>
            <a:endParaRPr/>
          </a:p>
        </p:txBody>
      </p:sp>
      <p:sp>
        <p:nvSpPr>
          <p:cNvPr id="727" name="Google Shape;727;p37"/>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28" name="Google Shape;728;p37"/>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67500" lnSpcReduction="20000"/>
          </a:bodyPr>
          <a:lstStyle/>
          <a:p>
            <a:pPr indent="0" lvl="0" marL="0" marR="0" rtl="0" algn="l">
              <a:lnSpc>
                <a:spcPct val="90000"/>
              </a:lnSpc>
              <a:spcBef>
                <a:spcPts val="0"/>
              </a:spcBef>
              <a:spcAft>
                <a:spcPts val="0"/>
              </a:spcAft>
              <a:buClr>
                <a:srgbClr val="FFFFFF"/>
              </a:buClr>
              <a:buSzPct val="100000"/>
              <a:buFont typeface="Calibri"/>
              <a:buNone/>
            </a:pPr>
            <a:r>
              <a:rPr b="1" i="0" lang="en-US" sz="4400" u="none" cap="none" strike="noStrike">
                <a:solidFill>
                  <a:srgbClr val="FFFFFF"/>
                </a:solidFill>
                <a:latin typeface="Calibri"/>
                <a:ea typeface="Calibri"/>
                <a:cs typeface="Calibri"/>
                <a:sym typeface="Calibri"/>
              </a:rPr>
              <a:t>CẤU TRÚC CLIENT - SERVER ĐA TẦNG </a:t>
            </a:r>
            <a:r>
              <a:rPr b="1" i="0" lang="en-US" sz="3600" u="none" cap="none" strike="noStrike">
                <a:solidFill>
                  <a:srgbClr val="FFFFFF"/>
                </a:solidFill>
                <a:latin typeface="Calibri"/>
                <a:ea typeface="Calibri"/>
                <a:cs typeface="Calibri"/>
                <a:sym typeface="Calibri"/>
              </a:rPr>
              <a:t>(MULTI-TIER CLIENT-SERVER)</a:t>
            </a:r>
            <a:endParaRPr b="0" i="0" sz="1400" u="none" cap="none" strike="noStrike">
              <a:solidFill>
                <a:srgbClr val="000000"/>
              </a:solidFill>
              <a:latin typeface="Arial"/>
              <a:ea typeface="Arial"/>
              <a:cs typeface="Arial"/>
              <a:sym typeface="Arial"/>
            </a:endParaRPr>
          </a:p>
        </p:txBody>
      </p:sp>
      <p:sp>
        <p:nvSpPr>
          <p:cNvPr id="729" name="Google Shape;729;p37"/>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38"/>
          <p:cNvSpPr/>
          <p:nvPr/>
        </p:nvSpPr>
        <p:spPr>
          <a:xfrm>
            <a:off x="457200" y="2133600"/>
            <a:ext cx="8229600" cy="3784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CC"/>
              </a:solidFill>
              <a:latin typeface="Arial"/>
              <a:ea typeface="Arial"/>
              <a:cs typeface="Arial"/>
              <a:sym typeface="Arial"/>
            </a:endParaRPr>
          </a:p>
        </p:txBody>
      </p:sp>
      <p:sp>
        <p:nvSpPr>
          <p:cNvPr id="735" name="Google Shape;735;p38"/>
          <p:cNvSpPr/>
          <p:nvPr/>
        </p:nvSpPr>
        <p:spPr>
          <a:xfrm>
            <a:off x="838200" y="2124102"/>
            <a:ext cx="10515600" cy="40132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Thực hiện dịch vụ invokes từ các Application Server bên dưới và sau đó trả kết quả về cho Client </a:t>
            </a:r>
            <a:endParaRPr b="0" i="0" sz="1400" u="none" cap="none" strike="noStrike">
              <a:solidFill>
                <a:srgbClr val="000000"/>
              </a:solidFill>
              <a:latin typeface="Arial"/>
              <a:ea typeface="Arial"/>
              <a:cs typeface="Arial"/>
              <a:sym typeface="Arial"/>
            </a:endParaRPr>
          </a:p>
          <a:p>
            <a:pPr indent="-1905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Các dịch vụ trên máy chủ có thể : RPC, RMI,CORBA,DCOM,SOAP, Ajax, Web Service, REST v.v...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 </a:t>
            </a:r>
            <a:endParaRPr b="0" i="0" sz="2400" u="none" cap="none" strike="noStrike">
              <a:solidFill>
                <a:srgbClr val="0000CC"/>
              </a:solidFill>
              <a:latin typeface="Calibri"/>
              <a:ea typeface="Calibri"/>
              <a:cs typeface="Calibri"/>
              <a:sym typeface="Calibri"/>
            </a:endParaRPr>
          </a:p>
        </p:txBody>
      </p:sp>
      <p:sp>
        <p:nvSpPr>
          <p:cNvPr id="736" name="Google Shape;736;p38"/>
          <p:cNvSpPr txBox="1"/>
          <p:nvPr>
            <p:ph type="title"/>
          </p:nvPr>
        </p:nvSpPr>
        <p:spPr>
          <a:xfrm>
            <a:off x="838200" y="1362102"/>
            <a:ext cx="8229600" cy="762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0000"/>
              </a:buClr>
              <a:buSzPts val="2400"/>
              <a:buFont typeface="Calibri"/>
              <a:buNone/>
            </a:pPr>
            <a:r>
              <a:rPr b="1" lang="en-US" sz="2400">
                <a:solidFill>
                  <a:srgbClr val="FF0000"/>
                </a:solidFill>
                <a:latin typeface="Calibri"/>
                <a:ea typeface="Calibri"/>
                <a:cs typeface="Calibri"/>
                <a:sym typeface="Calibri"/>
              </a:rPr>
              <a:t>Kiến trúc n tầng (n-tier)</a:t>
            </a:r>
            <a:endParaRPr/>
          </a:p>
        </p:txBody>
      </p:sp>
      <p:sp>
        <p:nvSpPr>
          <p:cNvPr id="737" name="Google Shape;737;p38"/>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38" name="Google Shape;738;p38"/>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67500" lnSpcReduction="20000"/>
          </a:bodyPr>
          <a:lstStyle/>
          <a:p>
            <a:pPr indent="0" lvl="0" marL="0" marR="0" rtl="0" algn="l">
              <a:lnSpc>
                <a:spcPct val="90000"/>
              </a:lnSpc>
              <a:spcBef>
                <a:spcPts val="0"/>
              </a:spcBef>
              <a:spcAft>
                <a:spcPts val="0"/>
              </a:spcAft>
              <a:buClr>
                <a:srgbClr val="FFFFFF"/>
              </a:buClr>
              <a:buSzPct val="100000"/>
              <a:buFont typeface="Calibri"/>
              <a:buNone/>
            </a:pPr>
            <a:r>
              <a:rPr b="1" i="0" lang="en-US" sz="4400" u="none" cap="none" strike="noStrike">
                <a:solidFill>
                  <a:srgbClr val="FFFFFF"/>
                </a:solidFill>
                <a:latin typeface="Calibri"/>
                <a:ea typeface="Calibri"/>
                <a:cs typeface="Calibri"/>
                <a:sym typeface="Calibri"/>
              </a:rPr>
              <a:t>CẤU TRÚC CLIENT - SERVER ĐA TẦNG </a:t>
            </a:r>
            <a:r>
              <a:rPr b="1" i="0" lang="en-US" sz="3600" u="none" cap="none" strike="noStrike">
                <a:solidFill>
                  <a:srgbClr val="FFFFFF"/>
                </a:solidFill>
                <a:latin typeface="Calibri"/>
                <a:ea typeface="Calibri"/>
                <a:cs typeface="Calibri"/>
                <a:sym typeface="Calibri"/>
              </a:rPr>
              <a:t>(MULTI-TIER CLIENT-SERVER)</a:t>
            </a:r>
            <a:endParaRPr b="0" i="0" sz="1400" u="none" cap="none" strike="noStrike">
              <a:solidFill>
                <a:srgbClr val="000000"/>
              </a:solidFill>
              <a:latin typeface="Arial"/>
              <a:ea typeface="Arial"/>
              <a:cs typeface="Arial"/>
              <a:sym typeface="Arial"/>
            </a:endParaRPr>
          </a:p>
        </p:txBody>
      </p:sp>
      <p:sp>
        <p:nvSpPr>
          <p:cNvPr id="739" name="Google Shape;739;p38"/>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57"/>
          <p:cNvSpPr/>
          <p:nvPr/>
        </p:nvSpPr>
        <p:spPr>
          <a:xfrm>
            <a:off x="457200" y="2133600"/>
            <a:ext cx="8229600" cy="3784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CC"/>
              </a:solidFill>
              <a:latin typeface="Arial"/>
              <a:ea typeface="Arial"/>
              <a:cs typeface="Arial"/>
              <a:sym typeface="Arial"/>
            </a:endParaRPr>
          </a:p>
        </p:txBody>
      </p:sp>
      <p:sp>
        <p:nvSpPr>
          <p:cNvPr id="745" name="Google Shape;745;p57"/>
          <p:cNvSpPr txBox="1"/>
          <p:nvPr>
            <p:ph type="title"/>
          </p:nvPr>
        </p:nvSpPr>
        <p:spPr>
          <a:xfrm>
            <a:off x="838200" y="1362102"/>
            <a:ext cx="6019800" cy="1022752"/>
          </a:xfrm>
          <a:prstGeom prst="rect">
            <a:avLst/>
          </a:prstGeom>
          <a:noFill/>
          <a:ln>
            <a:noFill/>
          </a:ln>
        </p:spPr>
        <p:txBody>
          <a:bodyPr anchorCtr="0" anchor="ctr" bIns="45700" lIns="91425" spcFirstLastPara="1" rIns="91425" wrap="square" tIns="45700">
            <a:noAutofit/>
          </a:bodyPr>
          <a:lstStyle/>
          <a:p>
            <a:pPr indent="0" lvl="0" marL="0" rtl="0" algn="just">
              <a:lnSpc>
                <a:spcPct val="90000"/>
              </a:lnSpc>
              <a:spcBef>
                <a:spcPts val="0"/>
              </a:spcBef>
              <a:spcAft>
                <a:spcPts val="0"/>
              </a:spcAft>
              <a:buClr>
                <a:srgbClr val="FF0000"/>
              </a:buClr>
              <a:buSzPts val="2400"/>
              <a:buNone/>
            </a:pPr>
            <a:r>
              <a:rPr b="1" lang="en-US" sz="2000">
                <a:solidFill>
                  <a:srgbClr val="FF0000"/>
                </a:solidFill>
                <a:latin typeface="Calibri"/>
                <a:ea typeface="Calibri"/>
                <a:cs typeface="Calibri"/>
                <a:sym typeface="Calibri"/>
              </a:rPr>
              <a:t>Mô hình quản lý tập trung kết hợp phân tán</a:t>
            </a:r>
            <a:br>
              <a:rPr b="1" lang="en-US" sz="2000">
                <a:solidFill>
                  <a:srgbClr val="FF0000"/>
                </a:solidFill>
              </a:rPr>
            </a:br>
            <a:endParaRPr sz="3600">
              <a:solidFill>
                <a:schemeClr val="dk1"/>
              </a:solidFill>
            </a:endParaRPr>
          </a:p>
        </p:txBody>
      </p:sp>
      <p:sp>
        <p:nvSpPr>
          <p:cNvPr id="746" name="Google Shape;746;p57"/>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47" name="Google Shape;747;p57"/>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67500" lnSpcReduction="20000"/>
          </a:bodyPr>
          <a:lstStyle/>
          <a:p>
            <a:pPr indent="0" lvl="0" marL="0" marR="0" rtl="0" algn="l">
              <a:lnSpc>
                <a:spcPct val="90000"/>
              </a:lnSpc>
              <a:spcBef>
                <a:spcPts val="0"/>
              </a:spcBef>
              <a:spcAft>
                <a:spcPts val="0"/>
              </a:spcAft>
              <a:buClr>
                <a:srgbClr val="FFFFFF"/>
              </a:buClr>
              <a:buSzPct val="100000"/>
              <a:buFont typeface="Calibri"/>
              <a:buNone/>
            </a:pPr>
            <a:r>
              <a:rPr b="1" i="0" lang="en-US" sz="4400" u="none" cap="none" strike="noStrike">
                <a:solidFill>
                  <a:srgbClr val="FFFFFF"/>
                </a:solidFill>
                <a:latin typeface="Calibri"/>
                <a:ea typeface="Calibri"/>
                <a:cs typeface="Calibri"/>
                <a:sym typeface="Calibri"/>
              </a:rPr>
              <a:t>CẤU TRÚC CLIENT - SERVER ĐA TẦNG </a:t>
            </a:r>
            <a:r>
              <a:rPr b="1" i="0" lang="en-US" sz="3600" u="none" cap="none" strike="noStrike">
                <a:solidFill>
                  <a:srgbClr val="FFFFFF"/>
                </a:solidFill>
                <a:latin typeface="Calibri"/>
                <a:ea typeface="Calibri"/>
                <a:cs typeface="Calibri"/>
                <a:sym typeface="Calibri"/>
              </a:rPr>
              <a:t>(MULTI-TIER CLIENT-SERVER)</a:t>
            </a:r>
            <a:endParaRPr b="0" i="0" sz="1400" u="none" cap="none" strike="noStrike">
              <a:solidFill>
                <a:srgbClr val="000000"/>
              </a:solidFill>
              <a:latin typeface="Arial"/>
              <a:ea typeface="Arial"/>
              <a:cs typeface="Arial"/>
              <a:sym typeface="Arial"/>
            </a:endParaRPr>
          </a:p>
        </p:txBody>
      </p:sp>
      <p:sp>
        <p:nvSpPr>
          <p:cNvPr id="748" name="Google Shape;748;p57"/>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749" name="Google Shape;749;p57"/>
          <p:cNvPicPr preferRelativeResize="0"/>
          <p:nvPr/>
        </p:nvPicPr>
        <p:blipFill rotWithShape="1">
          <a:blip r:embed="rId3">
            <a:alphaModFix/>
          </a:blip>
          <a:srcRect b="0" l="0" r="0" t="0"/>
          <a:stretch/>
        </p:blipFill>
        <p:spPr>
          <a:xfrm>
            <a:off x="7337811" y="1505004"/>
            <a:ext cx="4396989" cy="4794294"/>
          </a:xfrm>
          <a:prstGeom prst="rect">
            <a:avLst/>
          </a:prstGeom>
          <a:noFill/>
          <a:ln>
            <a:noFill/>
          </a:ln>
        </p:spPr>
      </p:pic>
      <p:sp>
        <p:nvSpPr>
          <p:cNvPr id="750" name="Google Shape;750;p57"/>
          <p:cNvSpPr txBox="1"/>
          <p:nvPr/>
        </p:nvSpPr>
        <p:spPr>
          <a:xfrm>
            <a:off x="845387" y="2124102"/>
            <a:ext cx="6104238" cy="4115166"/>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50000"/>
              </a:lnSpc>
              <a:spcBef>
                <a:spcPts val="0"/>
              </a:spcBef>
              <a:spcAft>
                <a:spcPts val="0"/>
              </a:spcAft>
              <a:buClr>
                <a:srgbClr val="000000"/>
              </a:buClr>
              <a:buSzPts val="1600"/>
              <a:buFont typeface="Arial"/>
              <a:buChar char="•"/>
            </a:pPr>
            <a:r>
              <a:rPr b="1" i="0" lang="en-US" sz="1600" u="none" cap="none" strike="noStrike">
                <a:solidFill>
                  <a:schemeClr val="dk1"/>
                </a:solidFill>
                <a:latin typeface="Calibri"/>
                <a:ea typeface="Calibri"/>
                <a:cs typeface="Calibri"/>
                <a:sym typeface="Calibri"/>
              </a:rPr>
              <a:t>Dữ liệu được đồng bộ từ các đơn vị cấp dưới lên các đơn vị cấp trên, đảm bảo tại mỗi đơn vi cấp trên, có dữ liệu của toàn bộ các đơn vị cấp dưới . Đồng bộ thông tin giữa các đơn vị phân cấp được thực hiện một cách tức thời, đảm bảo tính xuyên suốt của hệ thống ứng dụng.</a:t>
            </a:r>
            <a:endParaRPr/>
          </a:p>
          <a:p>
            <a:pPr indent="-342900" lvl="0" marL="342900" marR="0" rtl="0" algn="just">
              <a:lnSpc>
                <a:spcPct val="150000"/>
              </a:lnSpc>
              <a:spcBef>
                <a:spcPts val="0"/>
              </a:spcBef>
              <a:spcAft>
                <a:spcPts val="0"/>
              </a:spcAft>
              <a:buClr>
                <a:srgbClr val="000000"/>
              </a:buClr>
              <a:buSzPts val="1600"/>
              <a:buFont typeface="Arial"/>
              <a:buChar char="•"/>
            </a:pPr>
            <a:r>
              <a:rPr b="1" i="0" lang="en-US" sz="1600" u="none" cap="none" strike="noStrike">
                <a:solidFill>
                  <a:schemeClr val="dk1"/>
                </a:solidFill>
                <a:latin typeface="Calibri"/>
                <a:ea typeface="Calibri"/>
                <a:cs typeface="Calibri"/>
                <a:sym typeface="Calibri"/>
              </a:rPr>
              <a:t>Có thể tổ chức từ một đến nhiều cấp tùy theo yêu cầu</a:t>
            </a:r>
            <a:endParaRPr/>
          </a:p>
          <a:p>
            <a:pPr indent="-342900" lvl="0" marL="342900" marR="0" rtl="0" algn="just">
              <a:lnSpc>
                <a:spcPct val="150000"/>
              </a:lnSpc>
              <a:spcBef>
                <a:spcPts val="0"/>
              </a:spcBef>
              <a:spcAft>
                <a:spcPts val="0"/>
              </a:spcAft>
              <a:buClr>
                <a:srgbClr val="000000"/>
              </a:buClr>
              <a:buSzPts val="1600"/>
              <a:buFont typeface="Arial"/>
              <a:buChar char="•"/>
            </a:pPr>
            <a:r>
              <a:rPr b="1" i="0" lang="en-US" sz="1600" u="none" cap="none" strike="noStrike">
                <a:solidFill>
                  <a:schemeClr val="dk1"/>
                </a:solidFill>
                <a:latin typeface="Calibri"/>
                <a:ea typeface="Calibri"/>
                <a:cs typeface="Calibri"/>
                <a:sym typeface="Calibri"/>
              </a:rPr>
              <a:t>Theo nguyên tắc quản lý đơn vị cấp trên sẽ quản lý và xem dữ liệu của đơn vị cấp dưới mình</a:t>
            </a:r>
            <a:endParaRPr/>
          </a:p>
          <a:p>
            <a:pPr indent="-342900" lvl="0" marL="342900" marR="0" rtl="0" algn="just">
              <a:lnSpc>
                <a:spcPct val="150000"/>
              </a:lnSpc>
              <a:spcBef>
                <a:spcPts val="0"/>
              </a:spcBef>
              <a:spcAft>
                <a:spcPts val="0"/>
              </a:spcAft>
              <a:buClr>
                <a:srgbClr val="000000"/>
              </a:buClr>
              <a:buSzPts val="1600"/>
              <a:buFont typeface="Arial"/>
              <a:buChar char="•"/>
            </a:pPr>
            <a:r>
              <a:rPr b="1" i="0" lang="en-US" sz="1600" u="none" cap="none" strike="noStrike">
                <a:solidFill>
                  <a:schemeClr val="dk1"/>
                </a:solidFill>
                <a:latin typeface="Calibri"/>
                <a:ea typeface="Calibri"/>
                <a:cs typeface="Calibri"/>
                <a:sym typeface="Calibri"/>
              </a:rPr>
              <a:t>Các đơn vị con có thể có những hoạt động khác nhau, nghiệp vụ khác nhau.</a:t>
            </a:r>
            <a:endParaRPr/>
          </a:p>
          <a:p>
            <a:pPr indent="-342900" lvl="0" marL="342900" marR="0" rtl="0" algn="just">
              <a:lnSpc>
                <a:spcPct val="150000"/>
              </a:lnSpc>
              <a:spcBef>
                <a:spcPts val="0"/>
              </a:spcBef>
              <a:spcAft>
                <a:spcPts val="0"/>
              </a:spcAft>
              <a:buClr>
                <a:srgbClr val="000000"/>
              </a:buClr>
              <a:buSzPts val="1600"/>
              <a:buFont typeface="Arial"/>
              <a:buChar char="•"/>
            </a:pPr>
            <a:r>
              <a:rPr b="1" i="0" lang="en-US" sz="1600" u="none" cap="none" strike="noStrike">
                <a:solidFill>
                  <a:schemeClr val="dk1"/>
                </a:solidFill>
                <a:latin typeface="Calibri"/>
                <a:ea typeface="Calibri"/>
                <a:cs typeface="Calibri"/>
                <a:sym typeface="Calibri"/>
              </a:rPr>
              <a:t>Tự động các nghiệp vụ luân chuyển nội bộ trong hệ thống</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39"/>
          <p:cNvSpPr/>
          <p:nvPr/>
        </p:nvSpPr>
        <p:spPr>
          <a:xfrm>
            <a:off x="1905000" y="1549400"/>
            <a:ext cx="8229600" cy="3784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CC"/>
              </a:solidFill>
              <a:latin typeface="Arial"/>
              <a:ea typeface="Arial"/>
              <a:cs typeface="Arial"/>
              <a:sym typeface="Arial"/>
            </a:endParaRPr>
          </a:p>
        </p:txBody>
      </p:sp>
      <p:sp>
        <p:nvSpPr>
          <p:cNvPr id="756" name="Google Shape;756;p39"/>
          <p:cNvSpPr txBox="1"/>
          <p:nvPr/>
        </p:nvSpPr>
        <p:spPr>
          <a:xfrm>
            <a:off x="872169" y="1524567"/>
            <a:ext cx="845820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Calibri"/>
                <a:ea typeface="Calibri"/>
                <a:cs typeface="Calibri"/>
                <a:sym typeface="Calibri"/>
              </a:rPr>
              <a:t>Mạng cục bộ</a:t>
            </a:r>
            <a:r>
              <a:rPr b="0" i="0" lang="en-US" sz="2400" u="none" cap="none" strike="noStrike">
                <a:solidFill>
                  <a:srgbClr val="FF0000"/>
                </a:solidFill>
                <a:latin typeface="Calibri"/>
                <a:ea typeface="Calibri"/>
                <a:cs typeface="Calibri"/>
                <a:sym typeface="Calibri"/>
              </a:rPr>
              <a:t> (LAN Net)</a:t>
            </a:r>
            <a:endParaRPr b="0" i="0" sz="1400" u="none" cap="none" strike="noStrike">
              <a:solidFill>
                <a:srgbClr val="000000"/>
              </a:solidFill>
              <a:latin typeface="Arial"/>
              <a:ea typeface="Arial"/>
              <a:cs typeface="Arial"/>
              <a:sym typeface="Arial"/>
            </a:endParaRPr>
          </a:p>
        </p:txBody>
      </p:sp>
      <p:pic>
        <p:nvPicPr>
          <p:cNvPr id="757" name="Google Shape;757;p39"/>
          <p:cNvPicPr preferRelativeResize="0"/>
          <p:nvPr/>
        </p:nvPicPr>
        <p:blipFill rotWithShape="1">
          <a:blip r:embed="rId3">
            <a:alphaModFix/>
          </a:blip>
          <a:srcRect b="0" l="0" r="0" t="0"/>
          <a:stretch/>
        </p:blipFill>
        <p:spPr>
          <a:xfrm>
            <a:off x="2462214" y="2209800"/>
            <a:ext cx="7596187" cy="3962400"/>
          </a:xfrm>
          <a:prstGeom prst="rect">
            <a:avLst/>
          </a:prstGeom>
          <a:noFill/>
          <a:ln>
            <a:noFill/>
          </a:ln>
        </p:spPr>
      </p:pic>
      <p:sp>
        <p:nvSpPr>
          <p:cNvPr id="758" name="Google Shape;758;p39"/>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59" name="Google Shape;759;p39"/>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rgbClr val="FFFFFF"/>
              </a:buClr>
              <a:buSzPct val="100000"/>
              <a:buFont typeface="Calibri"/>
              <a:buNone/>
            </a:pPr>
            <a:r>
              <a:rPr b="1" i="0" lang="en-US" sz="4400" u="none" cap="none" strike="noStrike">
                <a:solidFill>
                  <a:srgbClr val="FFFFFF"/>
                </a:solidFill>
                <a:latin typeface="Calibri"/>
                <a:ea typeface="Calibri"/>
                <a:cs typeface="Calibri"/>
                <a:sym typeface="Calibri"/>
              </a:rPr>
              <a:t>VÍ DỤ VỀ HỆ PHÂN TÁN</a:t>
            </a:r>
            <a:endParaRPr b="1" i="0" sz="3600" u="none" cap="none" strike="noStrike">
              <a:solidFill>
                <a:srgbClr val="FFFFFF"/>
              </a:solidFill>
              <a:latin typeface="Calibri"/>
              <a:ea typeface="Calibri"/>
              <a:cs typeface="Calibri"/>
              <a:sym typeface="Calibri"/>
            </a:endParaRPr>
          </a:p>
        </p:txBody>
      </p:sp>
      <p:sp>
        <p:nvSpPr>
          <p:cNvPr id="760" name="Google Shape;760;p39"/>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40"/>
          <p:cNvSpPr/>
          <p:nvPr/>
        </p:nvSpPr>
        <p:spPr>
          <a:xfrm>
            <a:off x="1905000" y="1549400"/>
            <a:ext cx="8229600" cy="3784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CC"/>
              </a:solidFill>
              <a:latin typeface="Arial"/>
              <a:ea typeface="Arial"/>
              <a:cs typeface="Arial"/>
              <a:sym typeface="Arial"/>
            </a:endParaRPr>
          </a:p>
        </p:txBody>
      </p:sp>
      <p:pic>
        <p:nvPicPr>
          <p:cNvPr id="766" name="Google Shape;766;p40"/>
          <p:cNvPicPr preferRelativeResize="0"/>
          <p:nvPr/>
        </p:nvPicPr>
        <p:blipFill rotWithShape="1">
          <a:blip r:embed="rId3">
            <a:alphaModFix/>
          </a:blip>
          <a:srcRect b="0" l="0" r="0" t="0"/>
          <a:stretch/>
        </p:blipFill>
        <p:spPr>
          <a:xfrm>
            <a:off x="3886200" y="1676400"/>
            <a:ext cx="7543800" cy="4572000"/>
          </a:xfrm>
          <a:prstGeom prst="rect">
            <a:avLst/>
          </a:prstGeom>
          <a:noFill/>
          <a:ln>
            <a:noFill/>
          </a:ln>
        </p:spPr>
      </p:pic>
      <p:sp>
        <p:nvSpPr>
          <p:cNvPr id="767" name="Google Shape;767;p40"/>
          <p:cNvSpPr txBox="1"/>
          <p:nvPr>
            <p:ph type="title"/>
          </p:nvPr>
        </p:nvSpPr>
        <p:spPr>
          <a:xfrm>
            <a:off x="838200" y="1431924"/>
            <a:ext cx="8229600" cy="762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0000"/>
              </a:buClr>
              <a:buSzPts val="2400"/>
              <a:buFont typeface="Calibri"/>
              <a:buNone/>
            </a:pPr>
            <a:r>
              <a:rPr b="1" lang="en-US" sz="2400">
                <a:solidFill>
                  <a:srgbClr val="FF0000"/>
                </a:solidFill>
                <a:latin typeface="Calibri"/>
                <a:ea typeface="Calibri"/>
                <a:cs typeface="Calibri"/>
                <a:sym typeface="Calibri"/>
              </a:rPr>
              <a:t>Hệ thống quản trị CSDL</a:t>
            </a:r>
            <a:endParaRPr/>
          </a:p>
        </p:txBody>
      </p:sp>
      <p:sp>
        <p:nvSpPr>
          <p:cNvPr id="768" name="Google Shape;768;p40"/>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69" name="Google Shape;769;p40"/>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rgbClr val="FFFFFF"/>
              </a:buClr>
              <a:buSzPct val="100000"/>
              <a:buFont typeface="Calibri"/>
              <a:buNone/>
            </a:pPr>
            <a:r>
              <a:rPr b="1" i="0" lang="en-US" sz="4400" u="none" cap="none" strike="noStrike">
                <a:solidFill>
                  <a:srgbClr val="FFFFFF"/>
                </a:solidFill>
                <a:latin typeface="Calibri"/>
                <a:ea typeface="Calibri"/>
                <a:cs typeface="Calibri"/>
                <a:sym typeface="Calibri"/>
              </a:rPr>
              <a:t>VÍ DỤ VỀ HỆ PHÂN TÁN</a:t>
            </a:r>
            <a:endParaRPr b="1" i="0" sz="3600" u="none" cap="none" strike="noStrike">
              <a:solidFill>
                <a:srgbClr val="FFFFFF"/>
              </a:solidFill>
              <a:latin typeface="Calibri"/>
              <a:ea typeface="Calibri"/>
              <a:cs typeface="Calibri"/>
              <a:sym typeface="Calibri"/>
            </a:endParaRPr>
          </a:p>
        </p:txBody>
      </p:sp>
      <p:sp>
        <p:nvSpPr>
          <p:cNvPr id="770" name="Google Shape;770;p40"/>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41"/>
          <p:cNvSpPr/>
          <p:nvPr/>
        </p:nvSpPr>
        <p:spPr>
          <a:xfrm>
            <a:off x="1905000" y="1549400"/>
            <a:ext cx="8229600" cy="3784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CC"/>
              </a:solidFill>
              <a:latin typeface="Arial"/>
              <a:ea typeface="Arial"/>
              <a:cs typeface="Arial"/>
              <a:sym typeface="Arial"/>
            </a:endParaRPr>
          </a:p>
        </p:txBody>
      </p:sp>
      <p:pic>
        <p:nvPicPr>
          <p:cNvPr id="776" name="Google Shape;776;p41"/>
          <p:cNvPicPr preferRelativeResize="0"/>
          <p:nvPr/>
        </p:nvPicPr>
        <p:blipFill rotWithShape="1">
          <a:blip r:embed="rId3">
            <a:alphaModFix/>
          </a:blip>
          <a:srcRect b="0" l="0" r="0" t="0"/>
          <a:stretch/>
        </p:blipFill>
        <p:spPr>
          <a:xfrm>
            <a:off x="2189165" y="2387402"/>
            <a:ext cx="6497636" cy="3937197"/>
          </a:xfrm>
          <a:prstGeom prst="rect">
            <a:avLst/>
          </a:prstGeom>
          <a:noFill/>
          <a:ln>
            <a:noFill/>
          </a:ln>
        </p:spPr>
      </p:pic>
      <p:sp>
        <p:nvSpPr>
          <p:cNvPr id="777" name="Google Shape;777;p41"/>
          <p:cNvSpPr txBox="1"/>
          <p:nvPr>
            <p:ph type="title"/>
          </p:nvPr>
        </p:nvSpPr>
        <p:spPr>
          <a:xfrm>
            <a:off x="914400" y="1505004"/>
            <a:ext cx="9982200" cy="762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FF0000"/>
              </a:buClr>
              <a:buSzPts val="2400"/>
              <a:buFont typeface="Calibri"/>
              <a:buNone/>
            </a:pPr>
            <a:r>
              <a:rPr b="1" lang="en-US" sz="2400">
                <a:solidFill>
                  <a:srgbClr val="FF0000"/>
                </a:solidFill>
                <a:latin typeface="Calibri"/>
                <a:ea typeface="Calibri"/>
                <a:cs typeface="Calibri"/>
                <a:sym typeface="Calibri"/>
              </a:rPr>
              <a:t>Cơ chế mạng điện thoại tự động (Automatic Teller Machine Network)</a:t>
            </a:r>
            <a:endParaRPr/>
          </a:p>
        </p:txBody>
      </p:sp>
      <p:sp>
        <p:nvSpPr>
          <p:cNvPr id="778" name="Google Shape;778;p41"/>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79" name="Google Shape;779;p41"/>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rgbClr val="FFFFFF"/>
              </a:buClr>
              <a:buSzPct val="100000"/>
              <a:buFont typeface="Calibri"/>
              <a:buNone/>
            </a:pPr>
            <a:r>
              <a:rPr b="1" i="0" lang="en-US" sz="4400" u="none" cap="none" strike="noStrike">
                <a:solidFill>
                  <a:srgbClr val="FFFFFF"/>
                </a:solidFill>
                <a:latin typeface="Calibri"/>
                <a:ea typeface="Calibri"/>
                <a:cs typeface="Calibri"/>
                <a:sym typeface="Calibri"/>
              </a:rPr>
              <a:t>VÍ DỤ VỀ HỆ PHÂN TÁN</a:t>
            </a:r>
            <a:endParaRPr b="1" i="0" sz="3600" u="none" cap="none" strike="noStrike">
              <a:solidFill>
                <a:srgbClr val="FFFFFF"/>
              </a:solidFill>
              <a:latin typeface="Calibri"/>
              <a:ea typeface="Calibri"/>
              <a:cs typeface="Calibri"/>
              <a:sym typeface="Calibri"/>
            </a:endParaRPr>
          </a:p>
        </p:txBody>
      </p:sp>
      <p:sp>
        <p:nvSpPr>
          <p:cNvPr id="780" name="Google Shape;780;p41"/>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42"/>
          <p:cNvSpPr/>
          <p:nvPr/>
        </p:nvSpPr>
        <p:spPr>
          <a:xfrm>
            <a:off x="1905000" y="1549400"/>
            <a:ext cx="8229600" cy="3784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CC"/>
              </a:solidFill>
              <a:latin typeface="Arial"/>
              <a:ea typeface="Arial"/>
              <a:cs typeface="Arial"/>
              <a:sym typeface="Arial"/>
            </a:endParaRPr>
          </a:p>
        </p:txBody>
      </p:sp>
      <p:pic>
        <p:nvPicPr>
          <p:cNvPr id="786" name="Google Shape;786;p42"/>
          <p:cNvPicPr preferRelativeResize="0"/>
          <p:nvPr/>
        </p:nvPicPr>
        <p:blipFill rotWithShape="1">
          <a:blip r:embed="rId3">
            <a:alphaModFix/>
          </a:blip>
          <a:srcRect b="0" l="0" r="0" t="0"/>
          <a:stretch/>
        </p:blipFill>
        <p:spPr>
          <a:xfrm>
            <a:off x="2349500" y="1447800"/>
            <a:ext cx="7937500" cy="4724400"/>
          </a:xfrm>
          <a:prstGeom prst="rect">
            <a:avLst/>
          </a:prstGeom>
          <a:noFill/>
          <a:ln>
            <a:noFill/>
          </a:ln>
        </p:spPr>
      </p:pic>
      <p:sp>
        <p:nvSpPr>
          <p:cNvPr id="787" name="Google Shape;787;p42"/>
          <p:cNvSpPr txBox="1"/>
          <p:nvPr>
            <p:ph type="title"/>
          </p:nvPr>
        </p:nvSpPr>
        <p:spPr>
          <a:xfrm>
            <a:off x="838200" y="1432842"/>
            <a:ext cx="8229600" cy="762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0000"/>
              </a:buClr>
              <a:buSzPts val="2400"/>
              <a:buFont typeface="Calibri"/>
              <a:buNone/>
            </a:pPr>
            <a:r>
              <a:rPr b="1" lang="en-US" sz="2400">
                <a:solidFill>
                  <a:srgbClr val="FF0000"/>
                </a:solidFill>
                <a:latin typeface="Calibri"/>
                <a:ea typeface="Calibri"/>
                <a:cs typeface="Calibri"/>
                <a:sym typeface="Calibri"/>
              </a:rPr>
              <a:t>Mạng Internet</a:t>
            </a:r>
            <a:endParaRPr/>
          </a:p>
        </p:txBody>
      </p:sp>
      <p:sp>
        <p:nvSpPr>
          <p:cNvPr id="788" name="Google Shape;788;p42"/>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89" name="Google Shape;789;p42"/>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rgbClr val="FFFFFF"/>
              </a:buClr>
              <a:buSzPct val="100000"/>
              <a:buFont typeface="Calibri"/>
              <a:buNone/>
            </a:pPr>
            <a:r>
              <a:rPr b="1" i="0" lang="en-US" sz="4400" u="none" cap="none" strike="noStrike">
                <a:solidFill>
                  <a:srgbClr val="FFFFFF"/>
                </a:solidFill>
                <a:latin typeface="Calibri"/>
                <a:ea typeface="Calibri"/>
                <a:cs typeface="Calibri"/>
                <a:sym typeface="Calibri"/>
              </a:rPr>
              <a:t>VÍ DỤ VỀ HỆ PHÂN TÁN</a:t>
            </a:r>
            <a:endParaRPr b="1" i="0" sz="3600" u="none" cap="none" strike="noStrike">
              <a:solidFill>
                <a:srgbClr val="FFFFFF"/>
              </a:solidFill>
              <a:latin typeface="Calibri"/>
              <a:ea typeface="Calibri"/>
              <a:cs typeface="Calibri"/>
              <a:sym typeface="Calibri"/>
            </a:endParaRPr>
          </a:p>
        </p:txBody>
      </p:sp>
      <p:sp>
        <p:nvSpPr>
          <p:cNvPr id="790" name="Google Shape;790;p42"/>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43"/>
          <p:cNvSpPr/>
          <p:nvPr/>
        </p:nvSpPr>
        <p:spPr>
          <a:xfrm>
            <a:off x="1905000" y="1549400"/>
            <a:ext cx="8229600" cy="3784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CC"/>
              </a:solidFill>
              <a:latin typeface="Arial"/>
              <a:ea typeface="Arial"/>
              <a:cs typeface="Arial"/>
              <a:sym typeface="Arial"/>
            </a:endParaRPr>
          </a:p>
        </p:txBody>
      </p:sp>
      <p:pic>
        <p:nvPicPr>
          <p:cNvPr id="796" name="Google Shape;796;p43"/>
          <p:cNvPicPr preferRelativeResize="0"/>
          <p:nvPr/>
        </p:nvPicPr>
        <p:blipFill rotWithShape="1">
          <a:blip r:embed="rId3">
            <a:alphaModFix/>
          </a:blip>
          <a:srcRect b="0" l="0" r="0" t="0"/>
          <a:stretch/>
        </p:blipFill>
        <p:spPr>
          <a:xfrm>
            <a:off x="2286000" y="2099026"/>
            <a:ext cx="6934200" cy="4301773"/>
          </a:xfrm>
          <a:prstGeom prst="rect">
            <a:avLst/>
          </a:prstGeom>
          <a:noFill/>
          <a:ln>
            <a:noFill/>
          </a:ln>
        </p:spPr>
      </p:pic>
      <p:sp>
        <p:nvSpPr>
          <p:cNvPr id="797" name="Google Shape;797;p43"/>
          <p:cNvSpPr txBox="1"/>
          <p:nvPr>
            <p:ph type="title"/>
          </p:nvPr>
        </p:nvSpPr>
        <p:spPr>
          <a:xfrm>
            <a:off x="838200" y="1356276"/>
            <a:ext cx="8229600" cy="762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0000"/>
              </a:buClr>
              <a:buSzPts val="2400"/>
              <a:buFont typeface="Calibri"/>
              <a:buNone/>
            </a:pPr>
            <a:r>
              <a:rPr b="1" lang="en-US" sz="2400">
                <a:solidFill>
                  <a:srgbClr val="FF0000"/>
                </a:solidFill>
                <a:latin typeface="Calibri"/>
                <a:ea typeface="Calibri"/>
                <a:cs typeface="Calibri"/>
                <a:sym typeface="Calibri"/>
              </a:rPr>
              <a:t>Ứng dụng Web Servers và trình duyệt Web</a:t>
            </a:r>
            <a:endParaRPr/>
          </a:p>
        </p:txBody>
      </p:sp>
      <p:sp>
        <p:nvSpPr>
          <p:cNvPr id="798" name="Google Shape;798;p43"/>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99" name="Google Shape;799;p43"/>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rgbClr val="FFFFFF"/>
              </a:buClr>
              <a:buSzPct val="100000"/>
              <a:buFont typeface="Calibri"/>
              <a:buNone/>
            </a:pPr>
            <a:r>
              <a:rPr b="1" i="0" lang="en-US" sz="4400" u="none" cap="none" strike="noStrike">
                <a:solidFill>
                  <a:srgbClr val="FFFFFF"/>
                </a:solidFill>
                <a:latin typeface="Calibri"/>
                <a:ea typeface="Calibri"/>
                <a:cs typeface="Calibri"/>
                <a:sym typeface="Calibri"/>
              </a:rPr>
              <a:t>VÍ DỤ VỀ HỆ PHÂN TÁN</a:t>
            </a:r>
            <a:endParaRPr b="1" i="0" sz="3600" u="none" cap="none" strike="noStrike">
              <a:solidFill>
                <a:srgbClr val="FFFFFF"/>
              </a:solidFill>
              <a:latin typeface="Calibri"/>
              <a:ea typeface="Calibri"/>
              <a:cs typeface="Calibri"/>
              <a:sym typeface="Calibri"/>
            </a:endParaRPr>
          </a:p>
        </p:txBody>
      </p:sp>
      <p:sp>
        <p:nvSpPr>
          <p:cNvPr id="800" name="Google Shape;800;p43"/>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44"/>
          <p:cNvSpPr/>
          <p:nvPr/>
        </p:nvSpPr>
        <p:spPr>
          <a:xfrm>
            <a:off x="1905000" y="1549400"/>
            <a:ext cx="8229600" cy="3784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CC"/>
              </a:solidFill>
              <a:latin typeface="Arial"/>
              <a:ea typeface="Arial"/>
              <a:cs typeface="Arial"/>
              <a:sym typeface="Arial"/>
            </a:endParaRPr>
          </a:p>
        </p:txBody>
      </p:sp>
      <p:grpSp>
        <p:nvGrpSpPr>
          <p:cNvPr id="806" name="Google Shape;806;p44"/>
          <p:cNvGrpSpPr/>
          <p:nvPr/>
        </p:nvGrpSpPr>
        <p:grpSpPr>
          <a:xfrm>
            <a:off x="3505200" y="1549400"/>
            <a:ext cx="7848600" cy="4953000"/>
            <a:chOff x="2245" y="7115"/>
            <a:chExt cx="12209" cy="8427"/>
          </a:xfrm>
        </p:grpSpPr>
        <p:pic>
          <p:nvPicPr>
            <p:cNvPr id="807" name="Google Shape;807;p44"/>
            <p:cNvPicPr preferRelativeResize="0"/>
            <p:nvPr/>
          </p:nvPicPr>
          <p:blipFill rotWithShape="1">
            <a:blip r:embed="rId3">
              <a:alphaModFix/>
            </a:blip>
            <a:srcRect b="0" l="0" r="0" t="0"/>
            <a:stretch/>
          </p:blipFill>
          <p:spPr>
            <a:xfrm>
              <a:off x="2245" y="11675"/>
              <a:ext cx="6678" cy="3867"/>
            </a:xfrm>
            <a:prstGeom prst="rect">
              <a:avLst/>
            </a:prstGeom>
            <a:noFill/>
            <a:ln>
              <a:noFill/>
            </a:ln>
          </p:spPr>
        </p:pic>
        <p:pic>
          <p:nvPicPr>
            <p:cNvPr id="808" name="Google Shape;808;p44"/>
            <p:cNvPicPr preferRelativeResize="0"/>
            <p:nvPr/>
          </p:nvPicPr>
          <p:blipFill rotWithShape="1">
            <a:blip r:embed="rId4">
              <a:alphaModFix/>
            </a:blip>
            <a:srcRect b="0" l="0" r="0" t="0"/>
            <a:stretch/>
          </p:blipFill>
          <p:spPr>
            <a:xfrm>
              <a:off x="2245" y="7115"/>
              <a:ext cx="6678" cy="4436"/>
            </a:xfrm>
            <a:prstGeom prst="rect">
              <a:avLst/>
            </a:prstGeom>
            <a:noFill/>
            <a:ln>
              <a:noFill/>
            </a:ln>
          </p:spPr>
        </p:pic>
        <p:pic>
          <p:nvPicPr>
            <p:cNvPr id="809" name="Google Shape;809;p44"/>
            <p:cNvPicPr preferRelativeResize="0"/>
            <p:nvPr/>
          </p:nvPicPr>
          <p:blipFill rotWithShape="1">
            <a:blip r:embed="rId5">
              <a:alphaModFix/>
            </a:blip>
            <a:srcRect b="0" l="0" r="0" t="0"/>
            <a:stretch/>
          </p:blipFill>
          <p:spPr>
            <a:xfrm>
              <a:off x="9028" y="8122"/>
              <a:ext cx="5426" cy="4798"/>
            </a:xfrm>
            <a:prstGeom prst="rect">
              <a:avLst/>
            </a:prstGeom>
            <a:noFill/>
            <a:ln>
              <a:noFill/>
            </a:ln>
          </p:spPr>
        </p:pic>
      </p:grpSp>
      <p:sp>
        <p:nvSpPr>
          <p:cNvPr id="810" name="Google Shape;810;p44"/>
          <p:cNvSpPr txBox="1"/>
          <p:nvPr>
            <p:ph type="title"/>
          </p:nvPr>
        </p:nvSpPr>
        <p:spPr>
          <a:xfrm>
            <a:off x="838200" y="1445522"/>
            <a:ext cx="8229600" cy="762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0000"/>
              </a:buClr>
              <a:buSzPts val="2400"/>
              <a:buFont typeface="Calibri"/>
              <a:buNone/>
            </a:pPr>
            <a:r>
              <a:rPr b="1" lang="en-US" sz="2400">
                <a:solidFill>
                  <a:srgbClr val="FF0000"/>
                </a:solidFill>
                <a:latin typeface="Calibri"/>
                <a:ea typeface="Calibri"/>
                <a:cs typeface="Calibri"/>
                <a:sym typeface="Calibri"/>
              </a:rPr>
              <a:t>Searching Systems</a:t>
            </a:r>
            <a:endParaRPr/>
          </a:p>
        </p:txBody>
      </p:sp>
      <p:sp>
        <p:nvSpPr>
          <p:cNvPr id="811" name="Google Shape;811;p44"/>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12" name="Google Shape;812;p44"/>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0000" lnSpcReduction="20000"/>
          </a:bodyPr>
          <a:lstStyle/>
          <a:p>
            <a:pPr indent="0" lvl="0" marL="0" marR="0" rtl="0" algn="l">
              <a:lnSpc>
                <a:spcPct val="90000"/>
              </a:lnSpc>
              <a:spcBef>
                <a:spcPts val="0"/>
              </a:spcBef>
              <a:spcAft>
                <a:spcPts val="0"/>
              </a:spcAft>
              <a:buClr>
                <a:srgbClr val="FFFFFF"/>
              </a:buClr>
              <a:buSzPct val="100000"/>
              <a:buFont typeface="Calibri"/>
              <a:buNone/>
            </a:pPr>
            <a:r>
              <a:rPr b="1" i="0" lang="en-US" sz="4400" u="none" cap="none" strike="noStrike">
                <a:solidFill>
                  <a:srgbClr val="FFFFFF"/>
                </a:solidFill>
                <a:latin typeface="Calibri"/>
                <a:ea typeface="Calibri"/>
                <a:cs typeface="Calibri"/>
                <a:sym typeface="Calibri"/>
              </a:rPr>
              <a:t>VÍ DỤ VỀ HỆ PHÂN TÁN</a:t>
            </a:r>
            <a:endParaRPr b="1" i="0" sz="3600" u="none" cap="none" strike="noStrike">
              <a:solidFill>
                <a:srgbClr val="FFFFFF"/>
              </a:solidFill>
              <a:latin typeface="Calibri"/>
              <a:ea typeface="Calibri"/>
              <a:cs typeface="Calibri"/>
              <a:sym typeface="Calibri"/>
            </a:endParaRPr>
          </a:p>
        </p:txBody>
      </p:sp>
      <p:sp>
        <p:nvSpPr>
          <p:cNvPr id="813" name="Google Shape;813;p44"/>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2022-01-10T03:14:20Z</dcterms:created>
  <dc:creator>Luong Vi Minh</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2017-06-16T00:00:00Z</vt:filetime>
  </property>
  <property fmtid="{D5CDD505-2E9C-101B-9397-08002B2CF9AE}" pid="3" name="Creator">
    <vt:lpwstr>Microsoft® PowerPoint® 2010</vt:lpwstr>
  </property>
  <property fmtid="{D5CDD505-2E9C-101B-9397-08002B2CF9AE}" pid="4" name="LastSaved">
    <vt:filetime>2022-01-10T00:00:00Z</vt:filetime>
  </property>
</Properties>
</file>