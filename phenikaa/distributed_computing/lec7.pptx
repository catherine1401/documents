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notesMasterIdLst>
    <p:notesMasterId r:id="rId37"/>
  </p:notesMasterIdLst>
  <p:sldIdLst>
    <p:sldId id="256" r:id="rId2"/>
    <p:sldId id="257" r:id="rId3"/>
    <p:sldId id="258" r:id="rId4"/>
    <p:sldId id="371" r:id="rId5"/>
    <p:sldId id="453" r:id="rId6"/>
    <p:sldId id="379" r:id="rId7"/>
    <p:sldId id="373" r:id="rId8"/>
    <p:sldId id="369" r:id="rId9"/>
    <p:sldId id="380" r:id="rId10"/>
    <p:sldId id="381" r:id="rId11"/>
    <p:sldId id="376" r:id="rId12"/>
    <p:sldId id="377" r:id="rId13"/>
    <p:sldId id="383" r:id="rId14"/>
    <p:sldId id="385" r:id="rId15"/>
    <p:sldId id="421" r:id="rId16"/>
    <p:sldId id="378" r:id="rId17"/>
    <p:sldId id="454" r:id="rId18"/>
    <p:sldId id="387" r:id="rId19"/>
    <p:sldId id="388" r:id="rId20"/>
    <p:sldId id="389" r:id="rId21"/>
    <p:sldId id="390" r:id="rId22"/>
    <p:sldId id="391" r:id="rId23"/>
    <p:sldId id="402" r:id="rId24"/>
    <p:sldId id="392" r:id="rId25"/>
    <p:sldId id="393" r:id="rId26"/>
    <p:sldId id="404" r:id="rId27"/>
    <p:sldId id="406" r:id="rId28"/>
    <p:sldId id="407" r:id="rId29"/>
    <p:sldId id="408" r:id="rId30"/>
    <p:sldId id="409" r:id="rId31"/>
    <p:sldId id="410" r:id="rId32"/>
    <p:sldId id="418" r:id="rId33"/>
    <p:sldId id="425" r:id="rId34"/>
    <p:sldId id="422" r:id="rId35"/>
    <p:sldId id="424" r:id="rId36"/>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A39C3D0-78EA-480B-84B2-F84755885F48}">
          <p14:sldIdLst>
            <p14:sldId id="256"/>
            <p14:sldId id="257"/>
            <p14:sldId id="258"/>
            <p14:sldId id="371"/>
            <p14:sldId id="453"/>
            <p14:sldId id="379"/>
            <p14:sldId id="373"/>
            <p14:sldId id="369"/>
            <p14:sldId id="380"/>
            <p14:sldId id="381"/>
            <p14:sldId id="376"/>
            <p14:sldId id="377"/>
            <p14:sldId id="383"/>
            <p14:sldId id="385"/>
            <p14:sldId id="421"/>
            <p14:sldId id="378"/>
            <p14:sldId id="454"/>
            <p14:sldId id="387"/>
            <p14:sldId id="388"/>
            <p14:sldId id="389"/>
            <p14:sldId id="390"/>
            <p14:sldId id="391"/>
            <p14:sldId id="402"/>
            <p14:sldId id="392"/>
            <p14:sldId id="393"/>
            <p14:sldId id="404"/>
            <p14:sldId id="406"/>
            <p14:sldId id="407"/>
            <p14:sldId id="408"/>
            <p14:sldId id="409"/>
            <p14:sldId id="410"/>
            <p14:sldId id="418"/>
            <p14:sldId id="425"/>
            <p14:sldId id="422"/>
            <p14:sldId id="424"/>
          </p14:sldIdLst>
        </p14:section>
      </p14:sectionLst>
    </p:ex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bby Riker" initials="LR" lastIdx="6" clrIdx="0">
    <p:extLst>
      <p:ext uri="{19B8F6BF-5375-455C-9EA6-DF929625EA0E}">
        <p15:presenceInfo xmlns:p15="http://schemas.microsoft.com/office/powerpoint/2012/main" userId="S::Libby.riker@pulselearning.com::8079dd0b-d10b-4453-9104-4df5bec1110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6923"/>
    <a:srgbClr val="2136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575" autoAdjust="0"/>
    <p:restoredTop sz="75039" autoAdjust="0"/>
  </p:normalViewPr>
  <p:slideViewPr>
    <p:cSldViewPr>
      <p:cViewPr varScale="1">
        <p:scale>
          <a:sx n="81" d="100"/>
          <a:sy n="81" d="100"/>
        </p:scale>
        <p:origin x="1184" y="176"/>
      </p:cViewPr>
      <p:guideLst>
        <p:guide orient="horz" pos="288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6AE010B-9AA7-478C-B69A-69C722122A71}" type="datetimeFigureOut">
              <a:rPr lang="en-US" smtClean="0"/>
              <a:t>12/6/24</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4C64528-10B1-4E57-A34E-56D1163B7248}" type="slidenum">
              <a:rPr lang="en-US" smtClean="0"/>
              <a:t>‹#›</a:t>
            </a:fld>
            <a:endParaRPr lang="en-US"/>
          </a:p>
        </p:txBody>
      </p:sp>
    </p:spTree>
    <p:extLst>
      <p:ext uri="{BB962C8B-B14F-4D97-AF65-F5344CB8AC3E}">
        <p14:creationId xmlns:p14="http://schemas.microsoft.com/office/powerpoint/2010/main" val="313598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C788A05-ED8F-2682-DCD8-211B6FE52D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a:extLst>
              <a:ext uri="{FF2B5EF4-FFF2-40B4-BE49-F238E27FC236}">
                <a16:creationId xmlns:a16="http://schemas.microsoft.com/office/drawing/2014/main" id="{1DD897F7-C0A3-46B2-1643-C0214A827E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003D5E1E-CE6A-6A98-DEB6-A0AF18141D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a:extLst>
              <a:ext uri="{FF2B5EF4-FFF2-40B4-BE49-F238E27FC236}">
                <a16:creationId xmlns:a16="http://schemas.microsoft.com/office/drawing/2014/main" id="{68408890-C96F-4D09-14F6-FCC2725E3C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32169B6-FC8D-7B0C-E041-6774C3C70F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a:extLst>
              <a:ext uri="{FF2B5EF4-FFF2-40B4-BE49-F238E27FC236}">
                <a16:creationId xmlns:a16="http://schemas.microsoft.com/office/drawing/2014/main" id="{CC1FED92-AC47-2B68-0B2D-36861E9C6D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399BFB6-1D9C-D143-B235-BD671041AE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172383B6-3752-77A4-8A9F-C0A2D1AF50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3021081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399BFB6-1D9C-D143-B235-BD671041AE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172383B6-3752-77A4-8A9F-C0A2D1AF50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9CA09992-96AC-87C9-A0C8-8816D8BF83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a:extLst>
              <a:ext uri="{FF2B5EF4-FFF2-40B4-BE49-F238E27FC236}">
                <a16:creationId xmlns:a16="http://schemas.microsoft.com/office/drawing/2014/main" id="{22E1FD6E-B93E-B39D-0951-4687BDB295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6A02B7FD-5D47-A4BA-A5E2-CCC452159A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a:extLst>
              <a:ext uri="{FF2B5EF4-FFF2-40B4-BE49-F238E27FC236}">
                <a16:creationId xmlns:a16="http://schemas.microsoft.com/office/drawing/2014/main" id="{A42684DD-E969-8966-B0A3-235F2B791C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5A12ABF-D830-6224-FA0D-A1BCE92A31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70AB7A8E-5D9C-5E14-ADD5-639BA8ECCB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C7E9245-9369-CCD5-1481-F51D0047AD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a:extLst>
              <a:ext uri="{FF2B5EF4-FFF2-40B4-BE49-F238E27FC236}">
                <a16:creationId xmlns:a16="http://schemas.microsoft.com/office/drawing/2014/main" id="{29CFA142-352C-6F15-C477-DF899DE9A6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39F9468-D8C5-2FFF-866E-C7B72506D8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a:extLst>
              <a:ext uri="{FF2B5EF4-FFF2-40B4-BE49-F238E27FC236}">
                <a16:creationId xmlns:a16="http://schemas.microsoft.com/office/drawing/2014/main" id="{E2918277-05C7-8E47-5396-7F0C68FA15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F55EE8E2-E4E0-47FA-7DA1-80CFAF835B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Rectangle 3">
            <a:extLst>
              <a:ext uri="{FF2B5EF4-FFF2-40B4-BE49-F238E27FC236}">
                <a16:creationId xmlns:a16="http://schemas.microsoft.com/office/drawing/2014/main" id="{C37A2716-B86A-7E7C-180E-0400B629BC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2A278ADB-CD61-CDF7-A819-6FACA7133D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a:extLst>
              <a:ext uri="{FF2B5EF4-FFF2-40B4-BE49-F238E27FC236}">
                <a16:creationId xmlns:a16="http://schemas.microsoft.com/office/drawing/2014/main" id="{2668A7C6-2285-FB91-5AC9-4A71CA5F9A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9562FF29-D066-C220-0549-913BF0E624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a:extLst>
              <a:ext uri="{FF2B5EF4-FFF2-40B4-BE49-F238E27FC236}">
                <a16:creationId xmlns:a16="http://schemas.microsoft.com/office/drawing/2014/main" id="{C0BF24AC-7150-CF67-7BB4-D0B4BE4909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699DD85-22E2-0445-3C3B-75CE02E764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Rectangle 3">
            <a:extLst>
              <a:ext uri="{FF2B5EF4-FFF2-40B4-BE49-F238E27FC236}">
                <a16:creationId xmlns:a16="http://schemas.microsoft.com/office/drawing/2014/main" id="{FEFB9C1C-C8A8-3F49-3479-54CCED5FA7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DE38252D-70CD-48DA-56E9-6B24637AA8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Rectangle 3">
            <a:extLst>
              <a:ext uri="{FF2B5EF4-FFF2-40B4-BE49-F238E27FC236}">
                <a16:creationId xmlns:a16="http://schemas.microsoft.com/office/drawing/2014/main" id="{01333A0E-4F8D-3F7D-9FA7-0B3CE0A72D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4E0FE19F-6D4F-CAAB-B869-8C8D95C7CD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a:extLst>
              <a:ext uri="{FF2B5EF4-FFF2-40B4-BE49-F238E27FC236}">
                <a16:creationId xmlns:a16="http://schemas.microsoft.com/office/drawing/2014/main" id="{DF3CB347-5F1A-0318-2EBB-D2B315E031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720927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4E0FE19F-6D4F-CAAB-B869-8C8D95C7CD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a:extLst>
              <a:ext uri="{FF2B5EF4-FFF2-40B4-BE49-F238E27FC236}">
                <a16:creationId xmlns:a16="http://schemas.microsoft.com/office/drawing/2014/main" id="{DF3CB347-5F1A-0318-2EBB-D2B315E031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DF573D7-627B-A1B2-7C5D-EBC1C2A03C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Rectangle 3">
            <a:extLst>
              <a:ext uri="{FF2B5EF4-FFF2-40B4-BE49-F238E27FC236}">
                <a16:creationId xmlns:a16="http://schemas.microsoft.com/office/drawing/2014/main" id="{CE5405ED-D82B-3D7A-1B1F-B0D589C0A9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DFC81387-FEC8-A2BC-1DC5-413EC491E7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Rectangle 3">
            <a:extLst>
              <a:ext uri="{FF2B5EF4-FFF2-40B4-BE49-F238E27FC236}">
                <a16:creationId xmlns:a16="http://schemas.microsoft.com/office/drawing/2014/main" id="{75A7DDE9-8FCD-CB95-89AE-4EABB2B265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5649337A-F8C2-9503-35A9-96EBAF34E6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a:extLst>
              <a:ext uri="{FF2B5EF4-FFF2-40B4-BE49-F238E27FC236}">
                <a16:creationId xmlns:a16="http://schemas.microsoft.com/office/drawing/2014/main" id="{BB82F857-5509-0860-5CE5-F850237383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834202F3-116A-4EC9-4514-A1F384FE3E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Rectangle 3">
            <a:extLst>
              <a:ext uri="{FF2B5EF4-FFF2-40B4-BE49-F238E27FC236}">
                <a16:creationId xmlns:a16="http://schemas.microsoft.com/office/drawing/2014/main" id="{F33F5C0B-4D80-4472-FCA9-D4EB785216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989919A-4416-4EFF-7FEA-FE2B1C777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Rectangle 3">
            <a:extLst>
              <a:ext uri="{FF2B5EF4-FFF2-40B4-BE49-F238E27FC236}">
                <a16:creationId xmlns:a16="http://schemas.microsoft.com/office/drawing/2014/main" id="{E5C171BE-8556-17C5-650C-8C0F254537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CE1380D8-BAFC-2B61-5063-2F9739C026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Rectangle 3">
            <a:extLst>
              <a:ext uri="{FF2B5EF4-FFF2-40B4-BE49-F238E27FC236}">
                <a16:creationId xmlns:a16="http://schemas.microsoft.com/office/drawing/2014/main" id="{4A84BBCC-BA90-0712-007B-5BA7FB74F9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59359512-3333-A556-29ED-4B7A95F893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Rectangle 3">
            <a:extLst>
              <a:ext uri="{FF2B5EF4-FFF2-40B4-BE49-F238E27FC236}">
                <a16:creationId xmlns:a16="http://schemas.microsoft.com/office/drawing/2014/main" id="{77A9DDDB-0459-ACFC-E32B-3A8C29BB18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DE83262E-975C-0D39-1B08-6DEFB9BDD7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Rectangle 3">
            <a:extLst>
              <a:ext uri="{FF2B5EF4-FFF2-40B4-BE49-F238E27FC236}">
                <a16:creationId xmlns:a16="http://schemas.microsoft.com/office/drawing/2014/main" id="{EC302EDC-F3E6-CE23-2B95-1DCA7F2BEF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25A977A8-36AD-E820-94B3-5D41EFCF20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Rectangle 3">
            <a:extLst>
              <a:ext uri="{FF2B5EF4-FFF2-40B4-BE49-F238E27FC236}">
                <a16:creationId xmlns:a16="http://schemas.microsoft.com/office/drawing/2014/main" id="{E22BE4FB-9F3D-34B0-7CF7-8C2D7DD69D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0DCBED4-8603-A878-93FE-5393561F96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Rectangle 3">
            <a:extLst>
              <a:ext uri="{FF2B5EF4-FFF2-40B4-BE49-F238E27FC236}">
                <a16:creationId xmlns:a16="http://schemas.microsoft.com/office/drawing/2014/main" id="{69BE940E-9EA6-1216-D624-F738037A28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36296336-46D3-F0A0-342A-9052E8A43D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Rectangle 3">
            <a:extLst>
              <a:ext uri="{FF2B5EF4-FFF2-40B4-BE49-F238E27FC236}">
                <a16:creationId xmlns:a16="http://schemas.microsoft.com/office/drawing/2014/main" id="{8EEC7296-FC11-F198-7D9F-69C017151D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D6B86A5D-F1DD-263E-292A-04B7D9A101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a:extLst>
              <a:ext uri="{FF2B5EF4-FFF2-40B4-BE49-F238E27FC236}">
                <a16:creationId xmlns:a16="http://schemas.microsoft.com/office/drawing/2014/main" id="{DB739371-C5E6-385A-8A7B-5C510F5074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E4D59FB-3544-40AA-A35F-ED36F14356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Rectangle 3">
            <a:extLst>
              <a:ext uri="{FF2B5EF4-FFF2-40B4-BE49-F238E27FC236}">
                <a16:creationId xmlns:a16="http://schemas.microsoft.com/office/drawing/2014/main" id="{40511739-7AF6-F8FF-F4BC-7732D7D230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FD1A32EC-CA1B-4BCB-A98E-3D576EC6D4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Rectangle 3">
            <a:extLst>
              <a:ext uri="{FF2B5EF4-FFF2-40B4-BE49-F238E27FC236}">
                <a16:creationId xmlns:a16="http://schemas.microsoft.com/office/drawing/2014/main" id="{3AC8FA97-4008-3CE3-D2BB-AC2D2B4DFE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A377DAEC-C7C1-5844-4D8F-479459184C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Rectangle 3">
            <a:extLst>
              <a:ext uri="{FF2B5EF4-FFF2-40B4-BE49-F238E27FC236}">
                <a16:creationId xmlns:a16="http://schemas.microsoft.com/office/drawing/2014/main" id="{88F8C5D9-A892-2F4C-CBE0-1F0FE78A8B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27880D5C-EF7F-909E-45BD-57A52CA184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Rectangle 3">
            <a:extLst>
              <a:ext uri="{FF2B5EF4-FFF2-40B4-BE49-F238E27FC236}">
                <a16:creationId xmlns:a16="http://schemas.microsoft.com/office/drawing/2014/main" id="{8CC1785C-F7F0-3834-C4AA-5783AE15A3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866ACE32-0E88-0FCC-9435-975732BE48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Rectangle 3">
            <a:extLst>
              <a:ext uri="{FF2B5EF4-FFF2-40B4-BE49-F238E27FC236}">
                <a16:creationId xmlns:a16="http://schemas.microsoft.com/office/drawing/2014/main" id="{88F6DC2E-28B5-E433-022D-90E8965012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221442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00200"/>
            <a:ext cx="10515600" cy="4576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
        <p:nvSpPr>
          <p:cNvPr id="7" name="Rectangle 6">
            <a:extLst>
              <a:ext uri="{FF2B5EF4-FFF2-40B4-BE49-F238E27FC236}">
                <a16:creationId xmlns:a16="http://schemas.microsoft.com/office/drawing/2014/main" id="{A37C5267-D4D4-C37E-AC9C-D3FFE7F99AC9}"/>
              </a:ext>
            </a:extLst>
          </p:cNvPr>
          <p:cNvSpPr/>
          <p:nvPr userDrawn="1"/>
        </p:nvSpPr>
        <p:spPr>
          <a:xfrm>
            <a:off x="0" y="1"/>
            <a:ext cx="12192000" cy="1066799"/>
          </a:xfrm>
          <a:prstGeom prst="rect">
            <a:avLst/>
          </a:prstGeom>
          <a:solidFill>
            <a:srgbClr val="213671"/>
          </a:solidFill>
          <a:ln>
            <a:solidFill>
              <a:srgbClr val="2136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67EE1D6C-FD3C-61C1-088E-B715B6E59D0D}"/>
              </a:ext>
            </a:extLst>
          </p:cNvPr>
          <p:cNvSpPr/>
          <p:nvPr userDrawn="1"/>
        </p:nvSpPr>
        <p:spPr>
          <a:xfrm>
            <a:off x="0" y="1219200"/>
            <a:ext cx="12192000" cy="133404"/>
          </a:xfrm>
          <a:prstGeom prst="rect">
            <a:avLst/>
          </a:prstGeom>
          <a:solidFill>
            <a:srgbClr val="FB6923"/>
          </a:solidFill>
          <a:ln>
            <a:solidFill>
              <a:srgbClr val="FB69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43693"/>
            <a:ext cx="10515600" cy="674688"/>
          </a:xfrm>
        </p:spPr>
        <p:txBody>
          <a:bodyPr>
            <a:normAutofit/>
          </a:bodyPr>
          <a:lstStyle>
            <a:lvl1pPr>
              <a:defRPr sz="4000" b="1">
                <a:solidFill>
                  <a:schemeClr val="bg1"/>
                </a:solidFill>
                <a:latin typeface="+mn-lt"/>
              </a:defRPr>
            </a:lvl1pPr>
          </a:lstStyle>
          <a:p>
            <a:r>
              <a:rPr lang="en-US" dirty="0"/>
              <a:t>Click to edit Master title style</a:t>
            </a:r>
          </a:p>
        </p:txBody>
      </p:sp>
    </p:spTree>
    <p:extLst>
      <p:ext uri="{BB962C8B-B14F-4D97-AF65-F5344CB8AC3E}">
        <p14:creationId xmlns:p14="http://schemas.microsoft.com/office/powerpoint/2010/main" val="3909201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746780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1095894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1358480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
        <p:nvSpPr>
          <p:cNvPr id="8" name="Rectangle 7">
            <a:extLst>
              <a:ext uri="{FF2B5EF4-FFF2-40B4-BE49-F238E27FC236}">
                <a16:creationId xmlns:a16="http://schemas.microsoft.com/office/drawing/2014/main" id="{2DF708D0-F45F-3D2E-D4C7-6F9CC326AAB9}"/>
              </a:ext>
            </a:extLst>
          </p:cNvPr>
          <p:cNvSpPr/>
          <p:nvPr userDrawn="1"/>
        </p:nvSpPr>
        <p:spPr>
          <a:xfrm>
            <a:off x="0" y="1"/>
            <a:ext cx="12192000" cy="1066799"/>
          </a:xfrm>
          <a:prstGeom prst="rect">
            <a:avLst/>
          </a:prstGeom>
          <a:solidFill>
            <a:srgbClr val="213671"/>
          </a:solidFill>
          <a:ln>
            <a:solidFill>
              <a:srgbClr val="2136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840F8521-4D41-1CC6-E5AC-C40AC14FEBE3}"/>
              </a:ext>
            </a:extLst>
          </p:cNvPr>
          <p:cNvSpPr/>
          <p:nvPr userDrawn="1"/>
        </p:nvSpPr>
        <p:spPr>
          <a:xfrm>
            <a:off x="0" y="1219200"/>
            <a:ext cx="12192000" cy="133404"/>
          </a:xfrm>
          <a:prstGeom prst="rect">
            <a:avLst/>
          </a:prstGeom>
          <a:solidFill>
            <a:srgbClr val="FB6923"/>
          </a:solidFill>
          <a:ln>
            <a:solidFill>
              <a:srgbClr val="FB69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625475"/>
          </a:xfrm>
        </p:spPr>
        <p:txBody>
          <a:bodyPr>
            <a:noAutofit/>
          </a:bodyPr>
          <a:lstStyle>
            <a:lvl1pPr>
              <a:defRPr sz="4000" b="1">
                <a:solidFill>
                  <a:schemeClr val="bg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473980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299130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1539044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448388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316368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fld id="{81D60167-4931-47E6-BA6A-407CBD079E47}" type="slidenum">
              <a:rPr lang="en-US" spc="-5" smtClean="0"/>
              <a:pPr marL="38100"/>
              <a:t>‹#›</a:t>
            </a:fld>
            <a:endParaRPr lang="en-US" spc="-5" dirty="0"/>
          </a:p>
        </p:txBody>
      </p:sp>
    </p:spTree>
    <p:extLst>
      <p:ext uri="{BB962C8B-B14F-4D97-AF65-F5344CB8AC3E}">
        <p14:creationId xmlns:p14="http://schemas.microsoft.com/office/powerpoint/2010/main" val="120845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505004"/>
            <a:ext cx="10515600" cy="46719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38100"/>
            <a:fld id="{81D60167-4931-47E6-BA6A-407CBD079E47}" type="slidenum">
              <a:rPr lang="en-US" spc="-5" smtClean="0"/>
              <a:pPr marL="38100"/>
              <a:t>‹#›</a:t>
            </a:fld>
            <a:endParaRPr lang="en-US" spc="-5" dirty="0"/>
          </a:p>
        </p:txBody>
      </p:sp>
      <p:sp>
        <p:nvSpPr>
          <p:cNvPr id="7" name="Rectangle 6">
            <a:extLst>
              <a:ext uri="{FF2B5EF4-FFF2-40B4-BE49-F238E27FC236}">
                <a16:creationId xmlns:a16="http://schemas.microsoft.com/office/drawing/2014/main" id="{A7745891-A5C6-6990-985E-232F5C96ED2A}"/>
              </a:ext>
            </a:extLst>
          </p:cNvPr>
          <p:cNvSpPr/>
          <p:nvPr userDrawn="1"/>
        </p:nvSpPr>
        <p:spPr>
          <a:xfrm>
            <a:off x="0" y="1"/>
            <a:ext cx="12192000" cy="1066799"/>
          </a:xfrm>
          <a:prstGeom prst="rect">
            <a:avLst/>
          </a:prstGeom>
          <a:solidFill>
            <a:srgbClr val="213671"/>
          </a:solidFill>
          <a:ln>
            <a:solidFill>
              <a:srgbClr val="2136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F41E9A98-84C2-1A39-6C89-CD14658FD2EC}"/>
              </a:ext>
            </a:extLst>
          </p:cNvPr>
          <p:cNvSpPr/>
          <p:nvPr userDrawn="1"/>
        </p:nvSpPr>
        <p:spPr>
          <a:xfrm>
            <a:off x="0" y="1219200"/>
            <a:ext cx="12192000" cy="133404"/>
          </a:xfrm>
          <a:prstGeom prst="rect">
            <a:avLst/>
          </a:prstGeom>
          <a:solidFill>
            <a:srgbClr val="FB6923"/>
          </a:solidFill>
          <a:ln>
            <a:solidFill>
              <a:srgbClr val="FB69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6"/>
            <a:ext cx="10515600" cy="674688"/>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4909042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hf hdr="0" ftr="0" dt="0"/>
  <p:txStyles>
    <p:titleStyle>
      <a:lvl1pPr algn="l" defTabSz="914400" rtl="0" eaLnBrk="1" latinLnBrk="0" hangingPunct="1">
        <a:lnSpc>
          <a:spcPct val="90000"/>
        </a:lnSpc>
        <a:spcBef>
          <a:spcPct val="0"/>
        </a:spcBef>
        <a:buNone/>
        <a:defRPr sz="40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8" name="object 8"/>
          <p:cNvSpPr txBox="1"/>
          <p:nvPr/>
        </p:nvSpPr>
        <p:spPr>
          <a:xfrm>
            <a:off x="3536442" y="1281810"/>
            <a:ext cx="2564130" cy="299720"/>
          </a:xfrm>
          <a:prstGeom prst="rect">
            <a:avLst/>
          </a:prstGeom>
        </p:spPr>
        <p:txBody>
          <a:bodyPr vert="horz" wrap="square" lIns="0" tIns="12700" rIns="0" bIns="0" rtlCol="0">
            <a:spAutoFit/>
          </a:bodyPr>
          <a:lstStyle/>
          <a:p>
            <a:pPr marL="12700">
              <a:spcBef>
                <a:spcPts val="100"/>
              </a:spcBef>
            </a:pPr>
            <a:r>
              <a:rPr spc="-5" dirty="0">
                <a:solidFill>
                  <a:srgbClr val="FFFFFF"/>
                </a:solidFill>
                <a:latin typeface="Arial"/>
                <a:cs typeface="Arial"/>
              </a:rPr>
              <a:t>Thiết </a:t>
            </a:r>
            <a:r>
              <a:rPr dirty="0">
                <a:solidFill>
                  <a:srgbClr val="FFFFFF"/>
                </a:solidFill>
                <a:latin typeface="Arial"/>
                <a:cs typeface="Arial"/>
              </a:rPr>
              <a:t>kế và </a:t>
            </a:r>
            <a:r>
              <a:rPr spc="-5" dirty="0">
                <a:solidFill>
                  <a:srgbClr val="FFFFFF"/>
                </a:solidFill>
                <a:latin typeface="Arial"/>
                <a:cs typeface="Arial"/>
              </a:rPr>
              <a:t>lập </a:t>
            </a:r>
            <a:r>
              <a:rPr dirty="0">
                <a:solidFill>
                  <a:srgbClr val="FFFFFF"/>
                </a:solidFill>
                <a:latin typeface="Arial"/>
                <a:cs typeface="Arial"/>
              </a:rPr>
              <a:t>trình</a:t>
            </a:r>
            <a:r>
              <a:rPr spc="-85" dirty="0">
                <a:solidFill>
                  <a:srgbClr val="FFFFFF"/>
                </a:solidFill>
                <a:latin typeface="Arial"/>
                <a:cs typeface="Arial"/>
              </a:rPr>
              <a:t> </a:t>
            </a:r>
            <a:r>
              <a:rPr spc="-15" dirty="0">
                <a:solidFill>
                  <a:srgbClr val="FFFFFF"/>
                </a:solidFill>
                <a:latin typeface="Arial"/>
                <a:cs typeface="Arial"/>
              </a:rPr>
              <a:t>Web</a:t>
            </a:r>
            <a:endParaRPr>
              <a:latin typeface="Arial"/>
              <a:cs typeface="Arial"/>
            </a:endParaRPr>
          </a:p>
        </p:txBody>
      </p:sp>
      <p:sp>
        <p:nvSpPr>
          <p:cNvPr id="13" name="object 13"/>
          <p:cNvSpPr txBox="1"/>
          <p:nvPr/>
        </p:nvSpPr>
        <p:spPr>
          <a:xfrm>
            <a:off x="7129653" y="5349951"/>
            <a:ext cx="2698750" cy="452120"/>
          </a:xfrm>
          <a:prstGeom prst="rect">
            <a:avLst/>
          </a:prstGeom>
        </p:spPr>
        <p:txBody>
          <a:bodyPr vert="horz" wrap="square" lIns="0" tIns="12065" rIns="0" bIns="0" rtlCol="0">
            <a:spAutoFit/>
          </a:bodyPr>
          <a:lstStyle/>
          <a:p>
            <a:pPr marL="12700">
              <a:spcBef>
                <a:spcPts val="95"/>
              </a:spcBef>
            </a:pPr>
            <a:r>
              <a:rPr sz="2800" b="1" i="1" spc="-30" dirty="0">
                <a:solidFill>
                  <a:srgbClr val="FFFFFF"/>
                </a:solidFill>
                <a:latin typeface="Arial"/>
                <a:cs typeface="Arial"/>
              </a:rPr>
              <a:t>Viện </a:t>
            </a:r>
            <a:r>
              <a:rPr sz="2800" b="1" i="1" spc="-5" dirty="0">
                <a:solidFill>
                  <a:srgbClr val="FFFFFF"/>
                </a:solidFill>
                <a:latin typeface="Arial"/>
                <a:cs typeface="Arial"/>
              </a:rPr>
              <a:t>CNTT &amp;</a:t>
            </a:r>
            <a:r>
              <a:rPr sz="2800" b="1" i="1" spc="-35" dirty="0">
                <a:solidFill>
                  <a:srgbClr val="FFFFFF"/>
                </a:solidFill>
                <a:latin typeface="Arial"/>
                <a:cs typeface="Arial"/>
              </a:rPr>
              <a:t> </a:t>
            </a:r>
            <a:r>
              <a:rPr sz="2800" b="1" i="1" spc="-5" dirty="0">
                <a:solidFill>
                  <a:srgbClr val="FFFFFF"/>
                </a:solidFill>
                <a:latin typeface="Arial"/>
                <a:cs typeface="Arial"/>
              </a:rPr>
              <a:t>TT</a:t>
            </a:r>
            <a:endParaRPr sz="2800">
              <a:latin typeface="Arial"/>
              <a:cs typeface="Arial"/>
            </a:endParaRPr>
          </a:p>
        </p:txBody>
      </p:sp>
      <p:sp>
        <p:nvSpPr>
          <p:cNvPr id="28" name="Title 27">
            <a:extLst>
              <a:ext uri="{FF2B5EF4-FFF2-40B4-BE49-F238E27FC236}">
                <a16:creationId xmlns:a16="http://schemas.microsoft.com/office/drawing/2014/main" id="{8B360AFE-6D6C-4B01-A1DC-412569D80C19}"/>
              </a:ext>
            </a:extLst>
          </p:cNvPr>
          <p:cNvSpPr>
            <a:spLocks noGrp="1"/>
          </p:cNvSpPr>
          <p:nvPr>
            <p:ph type="ctrTitle"/>
          </p:nvPr>
        </p:nvSpPr>
        <p:spPr>
          <a:xfrm>
            <a:off x="1600200" y="1122363"/>
            <a:ext cx="9144000" cy="2140584"/>
          </a:xfrm>
        </p:spPr>
        <p:txBody>
          <a:bodyPr>
            <a:normAutofit/>
          </a:bodyPr>
          <a:lstStyle/>
          <a:p>
            <a:r>
              <a:rPr lang="en-US" sz="5400" b="1" dirty="0">
                <a:solidFill>
                  <a:srgbClr val="213671"/>
                </a:solidFill>
                <a:latin typeface="+mn-lt"/>
                <a:ea typeface="Tahoma" panose="020B0604030504040204" pitchFamily="34" charset="0"/>
                <a:cs typeface="Arial" panose="020B0604020202020204" pitchFamily="34" charset="0"/>
              </a:rPr>
              <a:t>ỨNG DỤNG PHÂN TÁN</a:t>
            </a:r>
            <a:br>
              <a:rPr lang="en-US" sz="5400" b="1" dirty="0">
                <a:solidFill>
                  <a:srgbClr val="213671"/>
                </a:solidFill>
                <a:latin typeface="+mn-lt"/>
                <a:ea typeface="Tahoma" panose="020B0604030504040204" pitchFamily="34" charset="0"/>
                <a:cs typeface="Arial" panose="020B0604020202020204" pitchFamily="34" charset="0"/>
              </a:rPr>
            </a:br>
            <a:r>
              <a:rPr lang="en-US" sz="3600" dirty="0">
                <a:solidFill>
                  <a:srgbClr val="213671"/>
                </a:solidFill>
                <a:ea typeface="Tahoma" panose="020B0604030504040204" pitchFamily="34" charset="0"/>
                <a:cs typeface="Arial" panose="020B0604020202020204" pitchFamily="34" charset="0"/>
              </a:rPr>
              <a:t>7</a:t>
            </a:r>
            <a:r>
              <a:rPr lang="en-US" sz="3600" b="1" dirty="0">
                <a:solidFill>
                  <a:srgbClr val="213671"/>
                </a:solidFill>
                <a:latin typeface="+mn-lt"/>
                <a:ea typeface="Tahoma" panose="020B0604030504040204" pitchFamily="34" charset="0"/>
                <a:cs typeface="Arial" panose="020B0604020202020204" pitchFamily="34" charset="0"/>
              </a:rPr>
              <a:t>. </a:t>
            </a:r>
            <a:r>
              <a:rPr lang="en-US" sz="3600" b="1" dirty="0" err="1">
                <a:solidFill>
                  <a:srgbClr val="213671"/>
                </a:solidFill>
                <a:latin typeface="+mn-lt"/>
                <a:ea typeface="Tahoma" panose="020B0604030504040204" pitchFamily="34" charset="0"/>
                <a:cs typeface="Arial" panose="020B0604020202020204" pitchFamily="34" charset="0"/>
              </a:rPr>
              <a:t>Phát</a:t>
            </a:r>
            <a:r>
              <a:rPr lang="en-US" sz="3600" b="1" dirty="0">
                <a:solidFill>
                  <a:srgbClr val="213671"/>
                </a:solidFill>
                <a:latin typeface="+mn-lt"/>
                <a:ea typeface="Tahoma" panose="020B0604030504040204" pitchFamily="34" charset="0"/>
                <a:cs typeface="Arial" panose="020B0604020202020204" pitchFamily="34" charset="0"/>
              </a:rPr>
              <a:t> </a:t>
            </a:r>
            <a:r>
              <a:rPr lang="en-US" sz="3600" b="1" dirty="0" err="1">
                <a:solidFill>
                  <a:srgbClr val="213671"/>
                </a:solidFill>
                <a:latin typeface="+mn-lt"/>
                <a:ea typeface="Tahoma" panose="020B0604030504040204" pitchFamily="34" charset="0"/>
                <a:cs typeface="Arial" panose="020B0604020202020204" pitchFamily="34" charset="0"/>
              </a:rPr>
              <a:t>triển</a:t>
            </a:r>
            <a:r>
              <a:rPr lang="en-US" sz="3600" b="1" dirty="0">
                <a:solidFill>
                  <a:srgbClr val="213671"/>
                </a:solidFill>
                <a:latin typeface="+mn-lt"/>
                <a:ea typeface="Tahoma" panose="020B0604030504040204" pitchFamily="34" charset="0"/>
                <a:cs typeface="Arial" panose="020B0604020202020204" pitchFamily="34" charset="0"/>
              </a:rPr>
              <a:t> </a:t>
            </a:r>
            <a:r>
              <a:rPr lang="en-US" sz="3600" b="1" dirty="0" err="1">
                <a:solidFill>
                  <a:srgbClr val="213671"/>
                </a:solidFill>
                <a:latin typeface="+mn-lt"/>
                <a:ea typeface="Tahoma" panose="020B0604030504040204" pitchFamily="34" charset="0"/>
                <a:cs typeface="Arial" panose="020B0604020202020204" pitchFamily="34" charset="0"/>
              </a:rPr>
              <a:t>ứng</a:t>
            </a:r>
            <a:r>
              <a:rPr lang="en-US" sz="3600" b="1" dirty="0">
                <a:solidFill>
                  <a:srgbClr val="213671"/>
                </a:solidFill>
                <a:latin typeface="+mn-lt"/>
                <a:ea typeface="Tahoma" panose="020B0604030504040204" pitchFamily="34" charset="0"/>
                <a:cs typeface="Arial" panose="020B0604020202020204" pitchFamily="34" charset="0"/>
              </a:rPr>
              <a:t> </a:t>
            </a:r>
            <a:r>
              <a:rPr lang="en-US" sz="3600" b="1" dirty="0" err="1">
                <a:solidFill>
                  <a:srgbClr val="213671"/>
                </a:solidFill>
                <a:latin typeface="+mn-lt"/>
                <a:ea typeface="Tahoma" panose="020B0604030504040204" pitchFamily="34" charset="0"/>
                <a:cs typeface="Arial" panose="020B0604020202020204" pitchFamily="34" charset="0"/>
              </a:rPr>
              <a:t>dụng</a:t>
            </a:r>
            <a:r>
              <a:rPr lang="en-US" sz="3600" b="1" dirty="0">
                <a:solidFill>
                  <a:srgbClr val="213671"/>
                </a:solidFill>
                <a:latin typeface="+mn-lt"/>
                <a:ea typeface="Tahoma" panose="020B0604030504040204" pitchFamily="34" charset="0"/>
                <a:cs typeface="Arial" panose="020B0604020202020204" pitchFamily="34" charset="0"/>
              </a:rPr>
              <a:t> </a:t>
            </a:r>
            <a:r>
              <a:rPr lang="en-US" sz="3600" b="1" dirty="0" err="1">
                <a:solidFill>
                  <a:srgbClr val="213671"/>
                </a:solidFill>
                <a:latin typeface="+mn-lt"/>
                <a:ea typeface="Tahoma" panose="020B0604030504040204" pitchFamily="34" charset="0"/>
                <a:cs typeface="Arial" panose="020B0604020202020204" pitchFamily="34" charset="0"/>
              </a:rPr>
              <a:t>phân</a:t>
            </a:r>
            <a:r>
              <a:rPr lang="en-US" sz="3600" b="1" dirty="0">
                <a:solidFill>
                  <a:srgbClr val="213671"/>
                </a:solidFill>
                <a:latin typeface="+mn-lt"/>
                <a:ea typeface="Tahoma" panose="020B0604030504040204" pitchFamily="34" charset="0"/>
                <a:cs typeface="Arial" panose="020B0604020202020204" pitchFamily="34" charset="0"/>
              </a:rPr>
              <a:t> </a:t>
            </a:r>
            <a:r>
              <a:rPr lang="en-US" sz="3600" b="1" dirty="0" err="1">
                <a:solidFill>
                  <a:srgbClr val="213671"/>
                </a:solidFill>
                <a:latin typeface="+mn-lt"/>
                <a:ea typeface="Tahoma" panose="020B0604030504040204" pitchFamily="34" charset="0"/>
                <a:cs typeface="Arial" panose="020B0604020202020204" pitchFamily="34" charset="0"/>
              </a:rPr>
              <a:t>tán</a:t>
            </a:r>
            <a:r>
              <a:rPr lang="en-US" sz="3600" b="1" dirty="0">
                <a:solidFill>
                  <a:srgbClr val="213671"/>
                </a:solidFill>
                <a:latin typeface="+mn-lt"/>
                <a:ea typeface="Tahoma" panose="020B0604030504040204" pitchFamily="34" charset="0"/>
                <a:cs typeface="Arial" panose="020B0604020202020204" pitchFamily="34" charset="0"/>
              </a:rPr>
              <a:t> </a:t>
            </a:r>
            <a:endParaRPr lang="en-US" sz="5400" b="1" dirty="0">
              <a:solidFill>
                <a:srgbClr val="213671"/>
              </a:solidFill>
              <a:latin typeface="+mn-lt"/>
              <a:ea typeface="Tahoma" panose="020B0604030504040204" pitchFamily="34" charset="0"/>
              <a:cs typeface="Arial" panose="020B0604020202020204" pitchFamily="34" charset="0"/>
            </a:endParaRPr>
          </a:p>
        </p:txBody>
      </p:sp>
      <p:sp>
        <p:nvSpPr>
          <p:cNvPr id="29" name="Subtitle 28">
            <a:extLst>
              <a:ext uri="{FF2B5EF4-FFF2-40B4-BE49-F238E27FC236}">
                <a16:creationId xmlns:a16="http://schemas.microsoft.com/office/drawing/2014/main" id="{A61516B1-1763-4B6A-92B3-5CEC0DFFAF3F}"/>
              </a:ext>
            </a:extLst>
          </p:cNvPr>
          <p:cNvSpPr>
            <a:spLocks noGrp="1"/>
          </p:cNvSpPr>
          <p:nvPr>
            <p:ph type="subTitle" idx="1"/>
          </p:nvPr>
        </p:nvSpPr>
        <p:spPr>
          <a:xfrm>
            <a:off x="2666999" y="4579542"/>
            <a:ext cx="6858000" cy="1655762"/>
          </a:xfrm>
        </p:spPr>
        <p:txBody>
          <a:bodyPr/>
          <a:lstStyle/>
          <a:p>
            <a:r>
              <a:rPr lang="en-US" b="1" dirty="0" err="1">
                <a:solidFill>
                  <a:schemeClr val="bg1"/>
                </a:solidFill>
                <a:latin typeface="Arial" panose="020B0604020202020204" pitchFamily="34" charset="0"/>
                <a:cs typeface="Arial" panose="020B0604020202020204" pitchFamily="34" charset="0"/>
              </a:rPr>
              <a:t>Nguyễn</a:t>
            </a:r>
            <a:r>
              <a:rPr lang="en-US" b="1" dirty="0">
                <a:solidFill>
                  <a:schemeClr val="bg1"/>
                </a:solidFill>
                <a:latin typeface="Arial" panose="020B0604020202020204" pitchFamily="34" charset="0"/>
                <a:cs typeface="Arial" panose="020B0604020202020204" pitchFamily="34" charset="0"/>
              </a:rPr>
              <a:t> </a:t>
            </a:r>
            <a:r>
              <a:rPr lang="en-US" b="1" dirty="0" err="1">
                <a:solidFill>
                  <a:schemeClr val="bg1"/>
                </a:solidFill>
                <a:latin typeface="Arial" panose="020B0604020202020204" pitchFamily="34" charset="0"/>
                <a:cs typeface="Arial" panose="020B0604020202020204" pitchFamily="34" charset="0"/>
              </a:rPr>
              <a:t>Thành</a:t>
            </a:r>
            <a:r>
              <a:rPr lang="en-US" b="1" dirty="0">
                <a:solidFill>
                  <a:schemeClr val="bg1"/>
                </a:solidFill>
                <a:latin typeface="Arial" panose="020B0604020202020204" pitchFamily="34" charset="0"/>
                <a:cs typeface="Arial" panose="020B0604020202020204" pitchFamily="34" charset="0"/>
              </a:rPr>
              <a:t> Trung – Khoa </a:t>
            </a:r>
            <a:r>
              <a:rPr lang="en-US" b="1" dirty="0" err="1">
                <a:solidFill>
                  <a:schemeClr val="bg1"/>
                </a:solidFill>
                <a:latin typeface="Arial" panose="020B0604020202020204" pitchFamily="34" charset="0"/>
                <a:cs typeface="Arial" panose="020B0604020202020204" pitchFamily="34" charset="0"/>
              </a:rPr>
              <a:t>Công</a:t>
            </a:r>
            <a:r>
              <a:rPr lang="en-US" b="1" dirty="0">
                <a:solidFill>
                  <a:schemeClr val="bg1"/>
                </a:solidFill>
                <a:latin typeface="Arial" panose="020B0604020202020204" pitchFamily="34" charset="0"/>
                <a:cs typeface="Arial" panose="020B0604020202020204" pitchFamily="34" charset="0"/>
              </a:rPr>
              <a:t> </a:t>
            </a:r>
            <a:r>
              <a:rPr lang="en-US" b="1" dirty="0" err="1">
                <a:solidFill>
                  <a:schemeClr val="bg1"/>
                </a:solidFill>
                <a:latin typeface="Arial" panose="020B0604020202020204" pitchFamily="34" charset="0"/>
                <a:cs typeface="Arial" panose="020B0604020202020204" pitchFamily="34" charset="0"/>
              </a:rPr>
              <a:t>nghệ</a:t>
            </a:r>
            <a:r>
              <a:rPr lang="en-US" b="1" dirty="0">
                <a:solidFill>
                  <a:schemeClr val="bg1"/>
                </a:solidFill>
                <a:latin typeface="Arial" panose="020B0604020202020204" pitchFamily="34" charset="0"/>
                <a:cs typeface="Arial" panose="020B0604020202020204" pitchFamily="34" charset="0"/>
              </a:rPr>
              <a:t> </a:t>
            </a:r>
            <a:r>
              <a:rPr lang="en-US" b="1" dirty="0" err="1">
                <a:solidFill>
                  <a:schemeClr val="bg1"/>
                </a:solidFill>
                <a:latin typeface="Arial" panose="020B0604020202020204" pitchFamily="34" charset="0"/>
                <a:cs typeface="Arial" panose="020B0604020202020204" pitchFamily="34" charset="0"/>
              </a:rPr>
              <a:t>thông</a:t>
            </a:r>
            <a:r>
              <a:rPr lang="en-US" b="1" dirty="0">
                <a:solidFill>
                  <a:schemeClr val="bg1"/>
                </a:solidFill>
                <a:latin typeface="Arial" panose="020B0604020202020204" pitchFamily="34" charset="0"/>
                <a:cs typeface="Arial" panose="020B0604020202020204" pitchFamily="34" charset="0"/>
              </a:rPr>
              <a:t> tin</a:t>
            </a:r>
          </a:p>
          <a:p>
            <a:r>
              <a:rPr lang="en-US" sz="1600" dirty="0">
                <a:solidFill>
                  <a:schemeClr val="bg1"/>
                </a:solidFill>
                <a:latin typeface="Arial" panose="020B0604020202020204" pitchFamily="34" charset="0"/>
                <a:cs typeface="Arial" panose="020B0604020202020204" pitchFamily="34" charset="0"/>
              </a:rPr>
              <a:t>trung.nguyenthanh@phenikaa-uni.edu.vn</a:t>
            </a:r>
          </a:p>
        </p:txBody>
      </p:sp>
      <p:sp>
        <p:nvSpPr>
          <p:cNvPr id="17" name="Rectangle 16">
            <a:extLst>
              <a:ext uri="{FF2B5EF4-FFF2-40B4-BE49-F238E27FC236}">
                <a16:creationId xmlns:a16="http://schemas.microsoft.com/office/drawing/2014/main" id="{0D809DC6-7F1D-43D4-8203-E6448767C9AF}"/>
              </a:ext>
            </a:extLst>
          </p:cNvPr>
          <p:cNvSpPr/>
          <p:nvPr/>
        </p:nvSpPr>
        <p:spPr>
          <a:xfrm>
            <a:off x="0" y="4412612"/>
            <a:ext cx="12192000" cy="2445391"/>
          </a:xfrm>
          <a:prstGeom prst="rect">
            <a:avLst/>
          </a:prstGeom>
          <a:solidFill>
            <a:srgbClr val="213671"/>
          </a:solidFill>
          <a:ln>
            <a:solidFill>
              <a:srgbClr val="2136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bg1"/>
                </a:solidFill>
                <a:latin typeface="+mj-lt"/>
                <a:ea typeface="Tahoma" panose="020B0604030504040204" pitchFamily="34" charset="0"/>
                <a:cs typeface="Arial" panose="020B0604020202020204" pitchFamily="34" charset="0"/>
              </a:rPr>
              <a:t>Nhóm</a:t>
            </a:r>
            <a:r>
              <a:rPr lang="en-US" sz="2000" b="1" dirty="0">
                <a:solidFill>
                  <a:schemeClr val="bg1"/>
                </a:solidFill>
                <a:latin typeface="+mj-lt"/>
                <a:ea typeface="Tahoma" panose="020B0604030504040204" pitchFamily="34" charset="0"/>
                <a:cs typeface="Arial" panose="020B0604020202020204" pitchFamily="34" charset="0"/>
              </a:rPr>
              <a:t> </a:t>
            </a:r>
            <a:r>
              <a:rPr lang="en-US" sz="2000" b="1" dirty="0" err="1">
                <a:solidFill>
                  <a:schemeClr val="bg1"/>
                </a:solidFill>
                <a:latin typeface="+mj-lt"/>
                <a:ea typeface="Tahoma" panose="020B0604030504040204" pitchFamily="34" charset="0"/>
                <a:cs typeface="Arial" panose="020B0604020202020204" pitchFamily="34" charset="0"/>
              </a:rPr>
              <a:t>chuyên</a:t>
            </a:r>
            <a:r>
              <a:rPr lang="en-US" sz="2000" b="1" dirty="0">
                <a:solidFill>
                  <a:schemeClr val="bg1"/>
                </a:solidFill>
                <a:latin typeface="+mj-lt"/>
                <a:ea typeface="Tahoma" panose="020B0604030504040204" pitchFamily="34" charset="0"/>
                <a:cs typeface="Arial" panose="020B0604020202020204" pitchFamily="34" charset="0"/>
              </a:rPr>
              <a:t> </a:t>
            </a:r>
            <a:r>
              <a:rPr lang="en-US" sz="2000" b="1" dirty="0" err="1">
                <a:solidFill>
                  <a:schemeClr val="bg1"/>
                </a:solidFill>
                <a:latin typeface="+mj-lt"/>
                <a:ea typeface="Tahoma" panose="020B0604030504040204" pitchFamily="34" charset="0"/>
                <a:cs typeface="Arial" panose="020B0604020202020204" pitchFamily="34" charset="0"/>
              </a:rPr>
              <a:t>môn</a:t>
            </a:r>
            <a:r>
              <a:rPr lang="en-US" sz="2000" b="1" dirty="0">
                <a:solidFill>
                  <a:schemeClr val="bg1"/>
                </a:solidFill>
                <a:latin typeface="+mj-lt"/>
                <a:ea typeface="Tahoma" panose="020B0604030504040204" pitchFamily="34" charset="0"/>
                <a:cs typeface="Arial" panose="020B0604020202020204" pitchFamily="34" charset="0"/>
              </a:rPr>
              <a:t> UDPT – </a:t>
            </a:r>
            <a:r>
              <a:rPr lang="en-US" sz="2000" b="1" dirty="0" err="1">
                <a:solidFill>
                  <a:schemeClr val="bg1"/>
                </a:solidFill>
                <a:latin typeface="+mj-lt"/>
                <a:ea typeface="Tahoma" panose="020B0604030504040204" pitchFamily="34" charset="0"/>
                <a:cs typeface="Arial" panose="020B0604020202020204" pitchFamily="34" charset="0"/>
              </a:rPr>
              <a:t>Trường</a:t>
            </a:r>
            <a:r>
              <a:rPr lang="en-US" sz="2000" b="1" dirty="0">
                <a:solidFill>
                  <a:schemeClr val="bg1"/>
                </a:solidFill>
                <a:latin typeface="+mj-lt"/>
                <a:ea typeface="Tahoma" panose="020B0604030504040204" pitchFamily="34" charset="0"/>
                <a:cs typeface="Arial" panose="020B0604020202020204" pitchFamily="34" charset="0"/>
              </a:rPr>
              <a:t> </a:t>
            </a:r>
            <a:r>
              <a:rPr lang="en-US" sz="2000" b="1" dirty="0" err="1">
                <a:solidFill>
                  <a:schemeClr val="bg1"/>
                </a:solidFill>
                <a:latin typeface="+mj-lt"/>
                <a:ea typeface="Tahoma" panose="020B0604030504040204" pitchFamily="34" charset="0"/>
                <a:cs typeface="Arial" panose="020B0604020202020204" pitchFamily="34" charset="0"/>
              </a:rPr>
              <a:t>Công</a:t>
            </a:r>
            <a:r>
              <a:rPr lang="en-US" sz="2000" b="1" dirty="0">
                <a:solidFill>
                  <a:schemeClr val="bg1"/>
                </a:solidFill>
                <a:latin typeface="+mj-lt"/>
                <a:ea typeface="Tahoma" panose="020B0604030504040204" pitchFamily="34" charset="0"/>
                <a:cs typeface="Arial" panose="020B0604020202020204" pitchFamily="34" charset="0"/>
              </a:rPr>
              <a:t> </a:t>
            </a:r>
            <a:r>
              <a:rPr lang="en-US" sz="2000" b="1" dirty="0" err="1">
                <a:solidFill>
                  <a:schemeClr val="bg1"/>
                </a:solidFill>
                <a:latin typeface="+mj-lt"/>
                <a:ea typeface="Tahoma" panose="020B0604030504040204" pitchFamily="34" charset="0"/>
                <a:cs typeface="Arial" panose="020B0604020202020204" pitchFamily="34" charset="0"/>
              </a:rPr>
              <a:t>nghệ</a:t>
            </a:r>
            <a:r>
              <a:rPr lang="en-US" sz="2000" b="1" dirty="0">
                <a:solidFill>
                  <a:schemeClr val="bg1"/>
                </a:solidFill>
                <a:latin typeface="+mj-lt"/>
                <a:ea typeface="Tahoma" panose="020B0604030504040204" pitchFamily="34" charset="0"/>
                <a:cs typeface="Arial" panose="020B0604020202020204" pitchFamily="34" charset="0"/>
              </a:rPr>
              <a:t> </a:t>
            </a:r>
            <a:r>
              <a:rPr lang="en-US" sz="2000" b="1" dirty="0" err="1">
                <a:solidFill>
                  <a:schemeClr val="bg1"/>
                </a:solidFill>
                <a:latin typeface="+mj-lt"/>
                <a:ea typeface="Tahoma" panose="020B0604030504040204" pitchFamily="34" charset="0"/>
                <a:cs typeface="Arial" panose="020B0604020202020204" pitchFamily="34" charset="0"/>
              </a:rPr>
              <a:t>thông</a:t>
            </a:r>
            <a:r>
              <a:rPr lang="en-US" sz="2000" b="1" dirty="0">
                <a:solidFill>
                  <a:schemeClr val="bg1"/>
                </a:solidFill>
                <a:latin typeface="+mj-lt"/>
                <a:ea typeface="Tahoma" panose="020B0604030504040204" pitchFamily="34" charset="0"/>
                <a:cs typeface="Arial" panose="020B0604020202020204" pitchFamily="34" charset="0"/>
              </a:rPr>
              <a:t> tin </a:t>
            </a:r>
            <a:r>
              <a:rPr lang="en-US" sz="2000" b="1" dirty="0" err="1">
                <a:solidFill>
                  <a:schemeClr val="bg1"/>
                </a:solidFill>
                <a:latin typeface="+mj-lt"/>
                <a:ea typeface="Tahoma" panose="020B0604030504040204" pitchFamily="34" charset="0"/>
                <a:cs typeface="Arial" panose="020B0604020202020204" pitchFamily="34" charset="0"/>
              </a:rPr>
              <a:t>Phenikaa</a:t>
            </a:r>
            <a:endParaRPr lang="en-US" sz="2000" b="1" dirty="0">
              <a:solidFill>
                <a:schemeClr val="bg1"/>
              </a:solidFill>
              <a:latin typeface="+mj-lt"/>
              <a:ea typeface="Tahoma" panose="020B0604030504040204" pitchFamily="34" charset="0"/>
              <a:cs typeface="Arial" panose="020B0604020202020204" pitchFamily="34" charset="0"/>
            </a:endParaRPr>
          </a:p>
          <a:p>
            <a:pPr algn="ctr"/>
            <a:r>
              <a:rPr lang="en-US" sz="2000" dirty="0">
                <a:solidFill>
                  <a:schemeClr val="bg1"/>
                </a:solidFill>
                <a:latin typeface="+mj-lt"/>
                <a:ea typeface="Tahoma" panose="020B0604030504040204" pitchFamily="34" charset="0"/>
                <a:cs typeface="Arial" panose="020B0604020202020204" pitchFamily="34" charset="0"/>
              </a:rPr>
              <a:t>(</a:t>
            </a:r>
            <a:r>
              <a:rPr lang="en-US" sz="2000" dirty="0" err="1">
                <a:solidFill>
                  <a:schemeClr val="bg1"/>
                </a:solidFill>
                <a:latin typeface="+mj-lt"/>
                <a:ea typeface="Tahoma" panose="020B0604030504040204" pitchFamily="34" charset="0"/>
                <a:cs typeface="Arial" panose="020B0604020202020204" pitchFamily="34" charset="0"/>
              </a:rPr>
              <a:t>Trần</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Đăng</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Hoan</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Đỗ</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Quốc</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Trường</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Nguyễn</a:t>
            </a:r>
            <a:r>
              <a:rPr lang="en-US" sz="2000" dirty="0">
                <a:solidFill>
                  <a:schemeClr val="bg1"/>
                </a:solidFill>
                <a:latin typeface="+mj-lt"/>
                <a:ea typeface="Tahoma" panose="020B0604030504040204" pitchFamily="34" charset="0"/>
                <a:cs typeface="Arial" panose="020B0604020202020204" pitchFamily="34" charset="0"/>
              </a:rPr>
              <a:t> Thành Trung, </a:t>
            </a:r>
            <a:r>
              <a:rPr lang="en-US" sz="2000" dirty="0" err="1">
                <a:solidFill>
                  <a:schemeClr val="bg1"/>
                </a:solidFill>
                <a:latin typeface="+mj-lt"/>
                <a:ea typeface="Tahoma" panose="020B0604030504040204" pitchFamily="34" charset="0"/>
                <a:cs typeface="Arial" panose="020B0604020202020204" pitchFamily="34" charset="0"/>
              </a:rPr>
              <a:t>Phạm</a:t>
            </a:r>
            <a:r>
              <a:rPr lang="en-US" sz="2000" dirty="0">
                <a:solidFill>
                  <a:schemeClr val="bg1"/>
                </a:solidFill>
                <a:latin typeface="+mj-lt"/>
                <a:ea typeface="Tahoma" panose="020B0604030504040204" pitchFamily="34" charset="0"/>
                <a:cs typeface="Arial" panose="020B0604020202020204" pitchFamily="34" charset="0"/>
              </a:rPr>
              <a:t> Kim Thành, </a:t>
            </a:r>
            <a:r>
              <a:rPr lang="en-US" sz="2000" dirty="0" err="1">
                <a:solidFill>
                  <a:schemeClr val="bg1"/>
                </a:solidFill>
                <a:latin typeface="+mj-lt"/>
                <a:ea typeface="Tahoma" panose="020B0604030504040204" pitchFamily="34" charset="0"/>
                <a:cs typeface="Arial" panose="020B0604020202020204" pitchFamily="34" charset="0"/>
              </a:rPr>
              <a:t>Nguyễn</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Hữu</a:t>
            </a:r>
            <a:r>
              <a:rPr lang="en-US" sz="2000" dirty="0">
                <a:solidFill>
                  <a:schemeClr val="bg1"/>
                </a:solidFill>
                <a:latin typeface="+mj-lt"/>
                <a:ea typeface="Tahoma" panose="020B0604030504040204" pitchFamily="34" charset="0"/>
                <a:cs typeface="Arial" panose="020B0604020202020204" pitchFamily="34" charset="0"/>
              </a:rPr>
              <a:t> </a:t>
            </a:r>
            <a:r>
              <a:rPr lang="en-US" sz="2000" dirty="0" err="1">
                <a:solidFill>
                  <a:schemeClr val="bg1"/>
                </a:solidFill>
                <a:latin typeface="+mj-lt"/>
                <a:ea typeface="Tahoma" panose="020B0604030504040204" pitchFamily="34" charset="0"/>
                <a:cs typeface="Arial" panose="020B0604020202020204" pitchFamily="34" charset="0"/>
              </a:rPr>
              <a:t>Đạt</a:t>
            </a:r>
            <a:r>
              <a:rPr lang="en-US" sz="2000">
                <a:solidFill>
                  <a:schemeClr val="bg1"/>
                </a:solidFill>
                <a:latin typeface="+mj-lt"/>
                <a:ea typeface="Tahoma" panose="020B0604030504040204" pitchFamily="34" charset="0"/>
                <a:cs typeface="Arial" panose="020B0604020202020204" pitchFamily="34" charset="0"/>
              </a:rPr>
              <a:t>)</a:t>
            </a:r>
            <a:endParaRPr lang="en-US" sz="2000" dirty="0">
              <a:solidFill>
                <a:schemeClr val="bg1"/>
              </a:solidFill>
              <a:latin typeface="+mj-lt"/>
            </a:endParaRPr>
          </a:p>
        </p:txBody>
      </p:sp>
      <p:sp>
        <p:nvSpPr>
          <p:cNvPr id="18" name="Rectangle 17">
            <a:extLst>
              <a:ext uri="{FF2B5EF4-FFF2-40B4-BE49-F238E27FC236}">
                <a16:creationId xmlns:a16="http://schemas.microsoft.com/office/drawing/2014/main" id="{D0AF11F8-ED2D-4081-9CC2-0F273F6F98EB}"/>
              </a:ext>
            </a:extLst>
          </p:cNvPr>
          <p:cNvSpPr/>
          <p:nvPr/>
        </p:nvSpPr>
        <p:spPr>
          <a:xfrm>
            <a:off x="0" y="4114800"/>
            <a:ext cx="12192000" cy="133404"/>
          </a:xfrm>
          <a:prstGeom prst="rect">
            <a:avLst/>
          </a:prstGeom>
          <a:solidFill>
            <a:srgbClr val="FB6923"/>
          </a:solidFill>
          <a:ln>
            <a:solidFill>
              <a:srgbClr val="FB69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picture containing text&#10;&#10;Description automatically generated">
            <a:extLst>
              <a:ext uri="{FF2B5EF4-FFF2-40B4-BE49-F238E27FC236}">
                <a16:creationId xmlns:a16="http://schemas.microsoft.com/office/drawing/2014/main" id="{BEADF8AC-520E-433C-BBEB-A238336266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253"/>
            <a:ext cx="2684477" cy="462203"/>
          </a:xfrm>
          <a:prstGeom prst="rect">
            <a:avLst/>
          </a:prstGeom>
        </p:spPr>
      </p:pic>
      <p:sp>
        <p:nvSpPr>
          <p:cNvPr id="2" name="Slide Number Placeholder 1">
            <a:extLst>
              <a:ext uri="{FF2B5EF4-FFF2-40B4-BE49-F238E27FC236}">
                <a16:creationId xmlns:a16="http://schemas.microsoft.com/office/drawing/2014/main" id="{1C238CBE-B221-69D4-071D-D8D9BC288F8B}"/>
              </a:ext>
            </a:extLst>
          </p:cNvPr>
          <p:cNvSpPr>
            <a:spLocks noGrp="1"/>
          </p:cNvSpPr>
          <p:nvPr>
            <p:ph type="sldNum" sz="quarter" idx="12"/>
          </p:nvPr>
        </p:nvSpPr>
        <p:spPr/>
        <p:txBody>
          <a:bodyPr/>
          <a:lstStyle/>
          <a:p>
            <a:pPr marL="38100"/>
            <a:fld id="{81D60167-4931-47E6-BA6A-407CBD079E47}" type="slidenum">
              <a:rPr lang="en-US" spc="-5" smtClean="0"/>
              <a:pPr marL="38100"/>
              <a:t>1</a:t>
            </a:fld>
            <a:endParaRPr lang="en-US"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3216A07-4EC1-DD4C-BDA3-CCC2216DB529}"/>
              </a:ext>
            </a:extLst>
          </p:cNvPr>
          <p:cNvSpPr>
            <a:spLocks noGrp="1" noChangeArrowheads="1"/>
          </p:cNvSpPr>
          <p:nvPr>
            <p:ph type="title"/>
          </p:nvPr>
        </p:nvSpPr>
        <p:spPr>
          <a:xfrm>
            <a:off x="685800" y="228600"/>
            <a:ext cx="8229600" cy="762000"/>
          </a:xfrm>
        </p:spPr>
        <p:txBody>
          <a:bodyPr/>
          <a:lstStyle/>
          <a:p>
            <a:pPr eaLnBrk="1" hangingPunct="1"/>
            <a:r>
              <a:rPr lang="en-US" altLang="en-US" sz="3600" dirty="0">
                <a:cs typeface="Times New Roman" panose="02020603050405020304" pitchFamily="18" charset="0"/>
              </a:rPr>
              <a:t>NỘI DUNG</a:t>
            </a:r>
            <a:endParaRPr lang="en-US" altLang="en-US" sz="2800" dirty="0">
              <a:cs typeface="Times New Roman" panose="02020603050405020304" pitchFamily="18" charset="0"/>
            </a:endParaRPr>
          </a:p>
        </p:txBody>
      </p:sp>
      <p:sp>
        <p:nvSpPr>
          <p:cNvPr id="3075" name="Rectangle 3">
            <a:extLst>
              <a:ext uri="{FF2B5EF4-FFF2-40B4-BE49-F238E27FC236}">
                <a16:creationId xmlns:a16="http://schemas.microsoft.com/office/drawing/2014/main" id="{53CE3416-9ED3-97EC-1F24-A286CCFD3FF3}"/>
              </a:ext>
            </a:extLst>
          </p:cNvPr>
          <p:cNvSpPr>
            <a:spLocks noGrp="1" noChangeArrowheads="1"/>
          </p:cNvSpPr>
          <p:nvPr>
            <p:ph type="body" idx="1"/>
          </p:nvPr>
        </p:nvSpPr>
        <p:spPr>
          <a:xfrm>
            <a:off x="914400" y="1676400"/>
            <a:ext cx="10515600" cy="4419600"/>
          </a:xfrm>
        </p:spPr>
        <p:txBody>
          <a:bodyPr>
            <a:normAutofit/>
          </a:bodyPr>
          <a:lstStyle/>
          <a:p>
            <a:pPr marL="742950" indent="-742950" algn="just">
              <a:buFont typeface="+mj-lt"/>
              <a:buAutoNum type="arabicPeriod"/>
              <a:defRPr/>
            </a:pPr>
            <a:r>
              <a:rPr lang="en-US" sz="3600" dirty="0">
                <a:cs typeface="Times New Roman" pitchFamily="18" charset="0"/>
              </a:rPr>
              <a:t> </a:t>
            </a:r>
            <a:r>
              <a:rPr lang="en-US" sz="3600" dirty="0" err="1">
                <a:cs typeface="Times New Roman" pitchFamily="18" charset="0"/>
              </a:rPr>
              <a:t>Giới</a:t>
            </a:r>
            <a:r>
              <a:rPr lang="en-US" sz="3600" dirty="0">
                <a:cs typeface="Times New Roman" pitchFamily="18" charset="0"/>
              </a:rPr>
              <a:t> </a:t>
            </a:r>
            <a:r>
              <a:rPr lang="en-US" sz="3600" dirty="0" err="1">
                <a:cs typeface="Times New Roman" pitchFamily="18" charset="0"/>
              </a:rPr>
              <a:t>thiệu</a:t>
            </a:r>
            <a:endParaRPr lang="en-US" sz="3600" dirty="0">
              <a:cs typeface="Times New Roman" pitchFamily="18" charset="0"/>
            </a:endParaRPr>
          </a:p>
          <a:p>
            <a:pPr marL="742950" indent="-742950" algn="just">
              <a:buFont typeface="+mj-lt"/>
              <a:buAutoNum type="arabicPeriod"/>
              <a:defRPr/>
            </a:pPr>
            <a:r>
              <a:rPr lang="en-US" sz="3600" dirty="0">
                <a:cs typeface="Times New Roman" pitchFamily="18" charset="0"/>
              </a:rPr>
              <a:t> </a:t>
            </a:r>
            <a:r>
              <a:rPr lang="en-US" sz="3600" dirty="0" err="1">
                <a:cs typeface="Times New Roman" pitchFamily="18" charset="0"/>
              </a:rPr>
              <a:t>Các</a:t>
            </a:r>
            <a:r>
              <a:rPr lang="en-US" sz="3600" dirty="0">
                <a:cs typeface="Times New Roman" pitchFamily="18" charset="0"/>
              </a:rPr>
              <a:t> </a:t>
            </a:r>
            <a:r>
              <a:rPr lang="en-US" sz="3600" dirty="0" err="1">
                <a:cs typeface="Times New Roman" pitchFamily="18" charset="0"/>
              </a:rPr>
              <a:t>thành</a:t>
            </a:r>
            <a:r>
              <a:rPr lang="en-US" sz="3600" dirty="0">
                <a:cs typeface="Times New Roman" pitchFamily="18" charset="0"/>
              </a:rPr>
              <a:t> </a:t>
            </a:r>
            <a:r>
              <a:rPr lang="en-US" sz="3600" dirty="0" err="1">
                <a:cs typeface="Times New Roman" pitchFamily="18" charset="0"/>
              </a:rPr>
              <a:t>phần</a:t>
            </a:r>
            <a:r>
              <a:rPr lang="en-US" sz="3600" dirty="0">
                <a:cs typeface="Times New Roman" pitchFamily="18" charset="0"/>
              </a:rPr>
              <a:t> </a:t>
            </a:r>
            <a:r>
              <a:rPr lang="en-US" sz="3600" dirty="0" err="1">
                <a:cs typeface="Times New Roman" pitchFamily="18" charset="0"/>
              </a:rPr>
              <a:t>cơ</a:t>
            </a:r>
            <a:r>
              <a:rPr lang="en-US" sz="3600" dirty="0">
                <a:cs typeface="Times New Roman" pitchFamily="18" charset="0"/>
              </a:rPr>
              <a:t> </a:t>
            </a:r>
            <a:r>
              <a:rPr lang="en-US" sz="3600" dirty="0" err="1">
                <a:cs typeface="Times New Roman" pitchFamily="18" charset="0"/>
              </a:rPr>
              <a:t>bản</a:t>
            </a:r>
            <a:r>
              <a:rPr lang="en-US" sz="3600" dirty="0">
                <a:cs typeface="Times New Roman" pitchFamily="18" charset="0"/>
              </a:rPr>
              <a:t> </a:t>
            </a:r>
            <a:r>
              <a:rPr lang="en-US" sz="3600" dirty="0" err="1">
                <a:cs typeface="Times New Roman" pitchFamily="18" charset="0"/>
              </a:rPr>
              <a:t>cho</a:t>
            </a:r>
            <a:r>
              <a:rPr lang="en-US" sz="3600" dirty="0">
                <a:cs typeface="Times New Roman" pitchFamily="18" charset="0"/>
              </a:rPr>
              <a:t> </a:t>
            </a:r>
            <a:r>
              <a:rPr lang="en-US" sz="3600" dirty="0" err="1">
                <a:cs typeface="Times New Roman" pitchFamily="18" charset="0"/>
              </a:rPr>
              <a:t>ứng</a:t>
            </a:r>
            <a:r>
              <a:rPr lang="en-US" sz="3600" dirty="0">
                <a:cs typeface="Times New Roman" pitchFamily="18" charset="0"/>
              </a:rPr>
              <a:t> </a:t>
            </a:r>
            <a:r>
              <a:rPr lang="en-US" sz="3600" dirty="0" err="1">
                <a:cs typeface="Times New Roman" pitchFamily="18" charset="0"/>
              </a:rPr>
              <a:t>dụng</a:t>
            </a:r>
            <a:r>
              <a:rPr lang="en-US" sz="3600" dirty="0">
                <a:cs typeface="Times New Roman" pitchFamily="18" charset="0"/>
              </a:rPr>
              <a:t> </a:t>
            </a:r>
            <a:r>
              <a:rPr lang="en-US" sz="3600" dirty="0" err="1">
                <a:cs typeface="Times New Roman" pitchFamily="18" charset="0"/>
              </a:rPr>
              <a:t>phân</a:t>
            </a:r>
            <a:r>
              <a:rPr lang="en-US" sz="3600" dirty="0">
                <a:cs typeface="Times New Roman" pitchFamily="18" charset="0"/>
              </a:rPr>
              <a:t> </a:t>
            </a:r>
            <a:r>
              <a:rPr lang="en-US" sz="3600" dirty="0" err="1">
                <a:cs typeface="Times New Roman" pitchFamily="18" charset="0"/>
              </a:rPr>
              <a:t>tán</a:t>
            </a:r>
            <a:endParaRPr lang="en-US" sz="3600" dirty="0">
              <a:cs typeface="Times New Roman" pitchFamily="18" charset="0"/>
            </a:endParaRPr>
          </a:p>
          <a:p>
            <a:pPr marL="742950" indent="-742950" algn="just">
              <a:buFont typeface="+mj-lt"/>
              <a:buAutoNum type="arabicPeriod"/>
              <a:defRPr/>
            </a:pPr>
            <a:r>
              <a:rPr lang="en-US" sz="3600" dirty="0">
                <a:cs typeface="Times New Roman" pitchFamily="18" charset="0"/>
              </a:rPr>
              <a:t> </a:t>
            </a:r>
            <a:r>
              <a:rPr lang="en-US" sz="3600" dirty="0" err="1">
                <a:cs typeface="Times New Roman" pitchFamily="18" charset="0"/>
              </a:rPr>
              <a:t>Phát</a:t>
            </a:r>
            <a:r>
              <a:rPr lang="en-US" sz="3600" dirty="0">
                <a:cs typeface="Times New Roman" pitchFamily="18" charset="0"/>
              </a:rPr>
              <a:t> </a:t>
            </a:r>
            <a:r>
              <a:rPr lang="en-US" sz="3600" dirty="0" err="1">
                <a:cs typeface="Times New Roman" pitchFamily="18" charset="0"/>
              </a:rPr>
              <a:t>triển</a:t>
            </a:r>
            <a:r>
              <a:rPr lang="en-US" sz="3600" dirty="0">
                <a:cs typeface="Times New Roman" pitchFamily="18" charset="0"/>
              </a:rPr>
              <a:t> </a:t>
            </a:r>
            <a:r>
              <a:rPr lang="en-US" sz="3600" dirty="0" err="1">
                <a:cs typeface="Times New Roman" pitchFamily="18" charset="0"/>
              </a:rPr>
              <a:t>ứng</a:t>
            </a:r>
            <a:r>
              <a:rPr lang="en-US" sz="3600" dirty="0">
                <a:cs typeface="Times New Roman" pitchFamily="18" charset="0"/>
              </a:rPr>
              <a:t> </a:t>
            </a:r>
            <a:r>
              <a:rPr lang="en-US" sz="3600" dirty="0" err="1">
                <a:cs typeface="Times New Roman" pitchFamily="18" charset="0"/>
              </a:rPr>
              <a:t>dụng</a:t>
            </a:r>
            <a:r>
              <a:rPr lang="en-US" sz="3600" dirty="0">
                <a:cs typeface="Times New Roman" pitchFamily="18" charset="0"/>
              </a:rPr>
              <a:t> </a:t>
            </a:r>
            <a:r>
              <a:rPr lang="en-US" sz="3600" dirty="0" err="1">
                <a:cs typeface="Times New Roman" pitchFamily="18" charset="0"/>
              </a:rPr>
              <a:t>phân</a:t>
            </a:r>
            <a:r>
              <a:rPr lang="en-US" sz="3600" dirty="0">
                <a:cs typeface="Times New Roman" pitchFamily="18" charset="0"/>
              </a:rPr>
              <a:t> </a:t>
            </a:r>
            <a:r>
              <a:rPr lang="en-US" sz="3600" dirty="0" err="1">
                <a:cs typeface="Times New Roman" pitchFamily="18" charset="0"/>
              </a:rPr>
              <a:t>tán</a:t>
            </a:r>
            <a:r>
              <a:rPr lang="en-US" sz="3600" dirty="0">
                <a:cs typeface="Times New Roman" pitchFamily="18" charset="0"/>
              </a:rPr>
              <a:t> </a:t>
            </a:r>
            <a:r>
              <a:rPr lang="en-US" sz="3600" dirty="0" err="1">
                <a:cs typeface="Times New Roman" pitchFamily="18" charset="0"/>
              </a:rPr>
              <a:t>với</a:t>
            </a:r>
            <a:r>
              <a:rPr lang="en-US" sz="3600" dirty="0">
                <a:cs typeface="Times New Roman" pitchFamily="18" charset="0"/>
              </a:rPr>
              <a:t> Java </a:t>
            </a:r>
            <a:r>
              <a:rPr lang="en-US" sz="3600" dirty="0" err="1">
                <a:cs typeface="Times New Roman" pitchFamily="18" charset="0"/>
              </a:rPr>
              <a:t>RMI</a:t>
            </a:r>
            <a:endParaRPr lang="en-US" sz="3600" dirty="0">
              <a:cs typeface="Times New Roman" pitchFamily="18" charset="0"/>
            </a:endParaRPr>
          </a:p>
          <a:p>
            <a:pPr marL="742950" indent="-742950" algn="just">
              <a:buFont typeface="+mj-lt"/>
              <a:buAutoNum type="arabicPeriod"/>
              <a:defRPr/>
            </a:pPr>
            <a:r>
              <a:rPr lang="en-US" sz="3600" dirty="0">
                <a:cs typeface="Times New Roman" pitchFamily="18" charset="0"/>
              </a:rPr>
              <a:t> </a:t>
            </a:r>
            <a:r>
              <a:rPr lang="en-US" sz="3600" dirty="0" err="1">
                <a:cs typeface="Times New Roman" pitchFamily="18" charset="0"/>
              </a:rPr>
              <a:t>Các</a:t>
            </a:r>
            <a:r>
              <a:rPr lang="en-US" sz="3600" dirty="0">
                <a:cs typeface="Times New Roman" pitchFamily="18" charset="0"/>
              </a:rPr>
              <a:t> </a:t>
            </a:r>
            <a:r>
              <a:rPr lang="en-US" sz="3600" dirty="0" err="1">
                <a:cs typeface="Times New Roman" pitchFamily="18" charset="0"/>
              </a:rPr>
              <a:t>ví</a:t>
            </a:r>
            <a:r>
              <a:rPr lang="en-US" sz="3600" dirty="0">
                <a:cs typeface="Times New Roman" pitchFamily="18" charset="0"/>
              </a:rPr>
              <a:t> </a:t>
            </a:r>
            <a:r>
              <a:rPr lang="en-US" sz="3600" dirty="0" err="1">
                <a:cs typeface="Times New Roman" pitchFamily="18" charset="0"/>
              </a:rPr>
              <a:t>dụ</a:t>
            </a:r>
            <a:endParaRPr lang="en-US" sz="3600" dirty="0">
              <a:cs typeface="Times New Roman" pitchFamily="18" charset="0"/>
            </a:endParaRPr>
          </a:p>
          <a:p>
            <a:pPr marL="742950" indent="-742950" algn="just">
              <a:buFont typeface="+mj-lt"/>
              <a:buAutoNum type="arabicPeriod"/>
              <a:defRPr/>
            </a:pPr>
            <a:endParaRPr lang="en-US" sz="3600" dirty="0">
              <a:cs typeface="Times New Roman" pitchFamily="18" charset="0"/>
            </a:endParaRPr>
          </a:p>
          <a:p>
            <a:pPr marL="742950" indent="-742950" algn="just">
              <a:buFont typeface="+mj-lt"/>
              <a:buAutoNum type="arabicPeriod"/>
              <a:defRPr/>
            </a:pPr>
            <a:endParaRPr lang="en-US" sz="3600" b="1" dirty="0">
              <a:cs typeface="Times New Roman" pitchFamily="18" charset="0"/>
            </a:endParaRPr>
          </a:p>
          <a:p>
            <a:pPr marL="742950" indent="-742950" algn="just">
              <a:buFont typeface="+mj-lt"/>
              <a:buAutoNum type="arabicPeriod"/>
              <a:defRPr/>
            </a:pPr>
            <a:endParaRPr lang="en-US" sz="3600" b="1" dirty="0">
              <a:cs typeface="Times New Roman" pitchFamily="18" charset="0"/>
            </a:endParaRPr>
          </a:p>
          <a:p>
            <a:pPr marL="742950" indent="-742950" algn="just">
              <a:buFont typeface="+mj-lt"/>
              <a:buAutoNum type="arabicPeriod"/>
              <a:defRPr/>
            </a:pPr>
            <a:endParaRPr lang="en-US" sz="3600" dirty="0">
              <a:cs typeface="Times New Roman" pitchFamily="18" charset="0"/>
            </a:endParaRPr>
          </a:p>
          <a:p>
            <a:pPr marL="742950" indent="-742950" algn="just">
              <a:buFont typeface="+mj-lt"/>
              <a:buAutoNum type="arabicPeriod"/>
              <a:defRPr/>
            </a:pPr>
            <a:endParaRPr lang="en-US" sz="3600" dirty="0">
              <a:cs typeface="Times New Roman" pitchFamily="18" charset="0"/>
            </a:endParaRPr>
          </a:p>
        </p:txBody>
      </p:sp>
      <p:sp>
        <p:nvSpPr>
          <p:cNvPr id="2052" name="Text Box 11">
            <a:extLst>
              <a:ext uri="{FF2B5EF4-FFF2-40B4-BE49-F238E27FC236}">
                <a16:creationId xmlns:a16="http://schemas.microsoft.com/office/drawing/2014/main" id="{7327A4BB-3470-0043-78FE-01ACDF96C6C8}"/>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E20FA5F-7D67-0107-7B4B-5F1C65734C9C}"/>
              </a:ext>
            </a:extLst>
          </p:cNvPr>
          <p:cNvSpPr>
            <a:spLocks noChangeArrowheads="1"/>
          </p:cNvSpPr>
          <p:nvPr/>
        </p:nvSpPr>
        <p:spPr bwMode="auto">
          <a:xfrm>
            <a:off x="-5334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3076" name="Text Box 11">
            <a:extLst>
              <a:ext uri="{FF2B5EF4-FFF2-40B4-BE49-F238E27FC236}">
                <a16:creationId xmlns:a16="http://schemas.microsoft.com/office/drawing/2014/main" id="{C6151B8A-976F-A374-EBE6-6E707E26632F}"/>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 name="Title 1">
            <a:extLst>
              <a:ext uri="{FF2B5EF4-FFF2-40B4-BE49-F238E27FC236}">
                <a16:creationId xmlns:a16="http://schemas.microsoft.com/office/drawing/2014/main" id="{A2E9608C-C858-406E-0A1E-7FCF026451C5}"/>
              </a:ext>
            </a:extLst>
          </p:cNvPr>
          <p:cNvSpPr>
            <a:spLocks noGrp="1"/>
          </p:cNvSpPr>
          <p:nvPr>
            <p:ph type="title"/>
          </p:nvPr>
        </p:nvSpPr>
        <p:spPr/>
        <p:txBody>
          <a:bodyPr>
            <a:normAutofit/>
          </a:bodyPr>
          <a:lstStyle/>
          <a:p>
            <a:r>
              <a:rPr lang="en-US" dirty="0"/>
              <a:t>GIỚI THIỆU</a:t>
            </a:r>
          </a:p>
        </p:txBody>
      </p:sp>
      <p:sp>
        <p:nvSpPr>
          <p:cNvPr id="3" name="Content Placeholder 2">
            <a:extLst>
              <a:ext uri="{FF2B5EF4-FFF2-40B4-BE49-F238E27FC236}">
                <a16:creationId xmlns:a16="http://schemas.microsoft.com/office/drawing/2014/main" id="{89EC3347-7EE4-272B-CE1C-00D3B3A2053A}"/>
              </a:ext>
            </a:extLst>
          </p:cNvPr>
          <p:cNvSpPr>
            <a:spLocks noGrp="1"/>
          </p:cNvSpPr>
          <p:nvPr>
            <p:ph idx="1"/>
          </p:nvPr>
        </p:nvSpPr>
        <p:spPr/>
        <p:txBody>
          <a:bodyPr/>
          <a:lstStyle/>
          <a:p>
            <a:pPr algn="just">
              <a:buFontTx/>
              <a:buChar char="•"/>
            </a:pPr>
            <a:r>
              <a:rPr lang="en-US" altLang="en-US" sz="2800" dirty="0">
                <a:cs typeface="Times New Roman" panose="02020603050405020304" pitchFamily="18" charset="0"/>
              </a:rPr>
              <a:t> </a:t>
            </a:r>
            <a:r>
              <a:rPr lang="en-US" altLang="en-US" sz="2800" dirty="0" err="1">
                <a:cs typeface="Times New Roman" panose="02020603050405020304" pitchFamily="18" charset="0"/>
              </a:rPr>
              <a:t>Ngày</a:t>
            </a:r>
            <a:r>
              <a:rPr lang="en-US" altLang="en-US" sz="2800" dirty="0">
                <a:cs typeface="Times New Roman" panose="02020603050405020304" pitchFamily="18" charset="0"/>
              </a:rPr>
              <a:t> nay, Internet </a:t>
            </a:r>
            <a:r>
              <a:rPr lang="en-US" altLang="en-US" sz="2800" dirty="0" err="1">
                <a:cs typeface="Times New Roman" panose="02020603050405020304" pitchFamily="18" charset="0"/>
              </a:rPr>
              <a:t>đạt</a:t>
            </a:r>
            <a:r>
              <a:rPr lang="en-US" altLang="en-US" sz="2800" dirty="0">
                <a:cs typeface="Times New Roman" panose="02020603050405020304" pitchFamily="18" charset="0"/>
              </a:rPr>
              <a:t> </a:t>
            </a:r>
            <a:r>
              <a:rPr lang="en-US" altLang="en-US" sz="2800" dirty="0" err="1">
                <a:cs typeface="Times New Roman" panose="02020603050405020304" pitchFamily="18" charset="0"/>
              </a:rPr>
              <a:t>đến</a:t>
            </a:r>
            <a:r>
              <a:rPr lang="en-US" altLang="en-US" sz="2800" dirty="0">
                <a:cs typeface="Times New Roman" panose="02020603050405020304" pitchFamily="18" charset="0"/>
              </a:rPr>
              <a:t> </a:t>
            </a:r>
            <a:r>
              <a:rPr lang="en-US" altLang="en-US" sz="2800" dirty="0" err="1">
                <a:cs typeface="Times New Roman" panose="02020603050405020304" pitchFamily="18" charset="0"/>
              </a:rPr>
              <a:t>hàng</a:t>
            </a:r>
            <a:r>
              <a:rPr lang="en-US" altLang="en-US" sz="2800" dirty="0">
                <a:cs typeface="Times New Roman" panose="02020603050405020304" pitchFamily="18" charset="0"/>
              </a:rPr>
              <a:t> </a:t>
            </a:r>
            <a:r>
              <a:rPr lang="en-US" altLang="en-US" sz="2800" dirty="0" err="1">
                <a:cs typeface="Times New Roman" panose="02020603050405020304" pitchFamily="18" charset="0"/>
              </a:rPr>
              <a:t>triệu</a:t>
            </a:r>
            <a:r>
              <a:rPr lang="en-US" altLang="en-US" sz="2800" dirty="0">
                <a:cs typeface="Times New Roman" panose="02020603050405020304" pitchFamily="18" charset="0"/>
              </a:rPr>
              <a:t> </a:t>
            </a:r>
            <a:r>
              <a:rPr lang="en-US" altLang="en-US" sz="2800" dirty="0" err="1">
                <a:cs typeface="Times New Roman" panose="02020603050405020304" pitchFamily="18" charset="0"/>
              </a:rPr>
              <a:t>người</a:t>
            </a:r>
            <a:r>
              <a:rPr lang="en-US" altLang="en-US" sz="2800" dirty="0">
                <a:cs typeface="Times New Roman" panose="02020603050405020304" pitchFamily="18" charset="0"/>
              </a:rPr>
              <a:t> </a:t>
            </a:r>
            <a:r>
              <a:rPr lang="en-US" altLang="en-US" sz="2800" dirty="0" err="1">
                <a:cs typeface="Times New Roman" panose="02020603050405020304" pitchFamily="18" charset="0"/>
              </a:rPr>
              <a:t>trong</a:t>
            </a:r>
            <a:r>
              <a:rPr lang="en-US" altLang="en-US" sz="2800" dirty="0">
                <a:cs typeface="Times New Roman" panose="02020603050405020304" pitchFamily="18" charset="0"/>
              </a:rPr>
              <a:t> </a:t>
            </a:r>
            <a:r>
              <a:rPr lang="en-US" altLang="en-US" sz="2800" dirty="0" err="1">
                <a:cs typeface="Times New Roman" panose="02020603050405020304" pitchFamily="18" charset="0"/>
              </a:rPr>
              <a:t>gần</a:t>
            </a:r>
            <a:r>
              <a:rPr lang="en-US" altLang="en-US" sz="2800" dirty="0">
                <a:cs typeface="Times New Roman" panose="02020603050405020304" pitchFamily="18" charset="0"/>
              </a:rPr>
              <a:t> </a:t>
            </a:r>
            <a:r>
              <a:rPr lang="en-US" altLang="en-US" sz="2800" dirty="0" err="1">
                <a:cs typeface="Times New Roman" panose="02020603050405020304" pitchFamily="18" charset="0"/>
              </a:rPr>
              <a:t>một</a:t>
            </a:r>
            <a:r>
              <a:rPr lang="en-US" altLang="en-US" sz="2800" dirty="0">
                <a:cs typeface="Times New Roman" panose="02020603050405020304" pitchFamily="18" charset="0"/>
              </a:rPr>
              <a:t> </a:t>
            </a:r>
            <a:r>
              <a:rPr lang="en-US" altLang="en-US" sz="2800" dirty="0" err="1">
                <a:cs typeface="Times New Roman" panose="02020603050405020304" pitchFamily="18" charset="0"/>
              </a:rPr>
              <a:t>trăm</a:t>
            </a:r>
            <a:r>
              <a:rPr lang="en-US" altLang="en-US" sz="2800" dirty="0">
                <a:cs typeface="Times New Roman" panose="02020603050405020304" pitchFamily="18" charset="0"/>
              </a:rPr>
              <a:t> </a:t>
            </a:r>
            <a:r>
              <a:rPr lang="en-US" altLang="en-US" sz="2800" dirty="0" err="1">
                <a:cs typeface="Times New Roman" panose="02020603050405020304" pitchFamily="18" charset="0"/>
              </a:rPr>
              <a:t>quốc</a:t>
            </a:r>
            <a:r>
              <a:rPr lang="en-US" altLang="en-US" sz="2800" dirty="0">
                <a:cs typeface="Times New Roman" panose="02020603050405020304" pitchFamily="18" charset="0"/>
              </a:rPr>
              <a:t> </a:t>
            </a:r>
            <a:r>
              <a:rPr lang="en-US" altLang="en-US" sz="2800" dirty="0" err="1">
                <a:cs typeface="Times New Roman" panose="02020603050405020304" pitchFamily="18" charset="0"/>
              </a:rPr>
              <a:t>gia</a:t>
            </a:r>
            <a:r>
              <a:rPr lang="en-US" altLang="en-US" sz="2800" dirty="0">
                <a:cs typeface="Times New Roman" panose="02020603050405020304" pitchFamily="18" charset="0"/>
              </a:rPr>
              <a:t> </a:t>
            </a:r>
            <a:r>
              <a:rPr lang="en-US" altLang="en-US" sz="2800" dirty="0" err="1">
                <a:cs typeface="Times New Roman" panose="02020603050405020304" pitchFamily="18" charset="0"/>
              </a:rPr>
              <a:t>trên</a:t>
            </a:r>
            <a:r>
              <a:rPr lang="en-US" altLang="en-US" sz="2800" dirty="0">
                <a:cs typeface="Times New Roman" panose="02020603050405020304" pitchFamily="18" charset="0"/>
              </a:rPr>
              <a:t> </a:t>
            </a:r>
            <a:r>
              <a:rPr lang="en-US" altLang="en-US" sz="2800" dirty="0" err="1">
                <a:cs typeface="Times New Roman" panose="02020603050405020304" pitchFamily="18" charset="0"/>
              </a:rPr>
              <a:t>tất</a:t>
            </a:r>
            <a:r>
              <a:rPr lang="en-US" altLang="en-US" sz="2800" dirty="0">
                <a:cs typeface="Times New Roman" panose="02020603050405020304" pitchFamily="18" charset="0"/>
              </a:rPr>
              <a:t> </a:t>
            </a:r>
            <a:r>
              <a:rPr lang="en-US" altLang="en-US" sz="2800" dirty="0" err="1">
                <a:cs typeface="Times New Roman" panose="02020603050405020304" pitchFamily="18" charset="0"/>
              </a:rPr>
              <a:t>cả</a:t>
            </a:r>
            <a:r>
              <a:rPr lang="en-US" altLang="en-US" sz="2800" dirty="0">
                <a:cs typeface="Times New Roman" panose="02020603050405020304" pitchFamily="18" charset="0"/>
              </a:rPr>
              <a:t> </a:t>
            </a:r>
            <a:r>
              <a:rPr lang="en-US" altLang="en-US" sz="2800" dirty="0" err="1">
                <a:cs typeface="Times New Roman" panose="02020603050405020304" pitchFamily="18" charset="0"/>
              </a:rPr>
              <a:t>các</a:t>
            </a:r>
            <a:r>
              <a:rPr lang="en-US" altLang="en-US" sz="2800" dirty="0">
                <a:cs typeface="Times New Roman" panose="02020603050405020304" pitchFamily="18" charset="0"/>
              </a:rPr>
              <a:t> </a:t>
            </a:r>
            <a:r>
              <a:rPr lang="en-US" altLang="en-US" sz="2800" dirty="0" err="1">
                <a:cs typeface="Times New Roman" panose="02020603050405020304" pitchFamily="18" charset="0"/>
              </a:rPr>
              <a:t>châu</a:t>
            </a:r>
            <a:r>
              <a:rPr lang="en-US" altLang="en-US" sz="2800" dirty="0">
                <a:cs typeface="Times New Roman" panose="02020603050405020304" pitchFamily="18" charset="0"/>
              </a:rPr>
              <a:t> </a:t>
            </a:r>
            <a:r>
              <a:rPr lang="en-US" altLang="en-US" sz="2800" dirty="0" err="1">
                <a:cs typeface="Times New Roman" panose="02020603050405020304" pitchFamily="18" charset="0"/>
              </a:rPr>
              <a:t>lục</a:t>
            </a:r>
            <a:r>
              <a:rPr lang="en-US" altLang="en-US" sz="2800" dirty="0">
                <a:cs typeface="Times New Roman" panose="02020603050405020304" pitchFamily="18" charset="0"/>
              </a:rPr>
              <a:t> </a:t>
            </a:r>
            <a:r>
              <a:rPr lang="en-US" altLang="en-US" sz="2800" dirty="0" err="1">
                <a:cs typeface="Times New Roman" panose="02020603050405020304" pitchFamily="18" charset="0"/>
              </a:rPr>
              <a:t>trên</a:t>
            </a:r>
            <a:r>
              <a:rPr lang="en-US" altLang="en-US" sz="2800" dirty="0">
                <a:cs typeface="Times New Roman" panose="02020603050405020304" pitchFamily="18" charset="0"/>
              </a:rPr>
              <a:t> </a:t>
            </a:r>
            <a:r>
              <a:rPr lang="en-US" altLang="en-US" sz="2800" dirty="0" err="1">
                <a:cs typeface="Times New Roman" panose="02020603050405020304" pitchFamily="18" charset="0"/>
              </a:rPr>
              <a:t>thế</a:t>
            </a:r>
            <a:r>
              <a:rPr lang="en-US" altLang="en-US" sz="2800" dirty="0">
                <a:cs typeface="Times New Roman" panose="02020603050405020304" pitchFamily="18" charset="0"/>
              </a:rPr>
              <a:t> </a:t>
            </a:r>
            <a:r>
              <a:rPr lang="en-US" altLang="en-US" sz="2800" dirty="0" err="1">
                <a:cs typeface="Times New Roman" panose="02020603050405020304" pitchFamily="18" charset="0"/>
              </a:rPr>
              <a:t>giới</a:t>
            </a:r>
            <a:r>
              <a:rPr lang="en-US" altLang="en-US" sz="2800" dirty="0">
                <a:cs typeface="Times New Roman" panose="02020603050405020304" pitchFamily="18" charset="0"/>
              </a:rPr>
              <a:t> </a:t>
            </a:r>
          </a:p>
          <a:p>
            <a:pPr marL="750888" indent="-407988" algn="just">
              <a:buFont typeface="Symbol" panose="05050102010706020507" pitchFamily="18" charset="2"/>
              <a:buChar char="Þ"/>
            </a:pPr>
            <a:r>
              <a:rPr lang="en-US" altLang="en-US" sz="2800" dirty="0" err="1">
                <a:cs typeface="Times New Roman" panose="02020603050405020304" pitchFamily="18" charset="0"/>
              </a:rPr>
              <a:t>Ứng</a:t>
            </a:r>
            <a:r>
              <a:rPr lang="en-US" altLang="en-US" sz="2800" dirty="0">
                <a:cs typeface="Times New Roman" panose="02020603050405020304" pitchFamily="18" charset="0"/>
              </a:rPr>
              <a:t> </a:t>
            </a:r>
            <a:r>
              <a:rPr lang="en-US" altLang="en-US" sz="2800" dirty="0" err="1">
                <a:cs typeface="Times New Roman" panose="02020603050405020304" pitchFamily="18" charset="0"/>
              </a:rPr>
              <a:t>dụng</a:t>
            </a:r>
            <a:r>
              <a:rPr lang="en-US" altLang="en-US" sz="2800" dirty="0">
                <a:cs typeface="Times New Roman" panose="02020603050405020304" pitchFamily="18" charset="0"/>
              </a:rPr>
              <a:t> </a:t>
            </a:r>
            <a:r>
              <a:rPr lang="en-US" altLang="en-US" sz="2800" dirty="0" err="1">
                <a:cs typeface="Times New Roman" panose="02020603050405020304" pitchFamily="18" charset="0"/>
              </a:rPr>
              <a:t>thực</a:t>
            </a:r>
            <a:r>
              <a:rPr lang="en-US" altLang="en-US" sz="2800" dirty="0">
                <a:cs typeface="Times New Roman" panose="02020603050405020304" pitchFamily="18" charset="0"/>
              </a:rPr>
              <a:t> </a:t>
            </a:r>
            <a:r>
              <a:rPr lang="en-US" altLang="en-US" sz="2800" dirty="0" err="1">
                <a:cs typeface="Times New Roman" panose="02020603050405020304" pitchFamily="18" charset="0"/>
              </a:rPr>
              <a:t>tế</a:t>
            </a:r>
            <a:r>
              <a:rPr lang="en-US" altLang="en-US" sz="2800" dirty="0">
                <a:cs typeface="Times New Roman" panose="02020603050405020304" pitchFamily="18" charset="0"/>
              </a:rPr>
              <a:t> </a:t>
            </a:r>
            <a:r>
              <a:rPr lang="en-US" altLang="en-US" sz="2800" dirty="0" err="1">
                <a:cs typeface="Times New Roman" panose="02020603050405020304" pitchFamily="18" charset="0"/>
              </a:rPr>
              <a:t>đã</a:t>
            </a:r>
            <a:r>
              <a:rPr lang="en-US" altLang="en-US" sz="2800" dirty="0">
                <a:cs typeface="Times New Roman" panose="02020603050405020304" pitchFamily="18" charset="0"/>
              </a:rPr>
              <a:t> </a:t>
            </a:r>
            <a:r>
              <a:rPr lang="en-US" altLang="en-US" sz="2800" dirty="0" err="1">
                <a:cs typeface="Times New Roman" panose="02020603050405020304" pitchFamily="18" charset="0"/>
              </a:rPr>
              <a:t>chạy</a:t>
            </a:r>
            <a:r>
              <a:rPr lang="en-US" altLang="en-US" sz="2800" dirty="0">
                <a:cs typeface="Times New Roman" panose="02020603050405020304" pitchFamily="18" charset="0"/>
              </a:rPr>
              <a:t> </a:t>
            </a:r>
            <a:r>
              <a:rPr lang="en-US" altLang="en-US" sz="2800" dirty="0" err="1">
                <a:cs typeface="Times New Roman" panose="02020603050405020304" pitchFamily="18" charset="0"/>
              </a:rPr>
              <a:t>trên</a:t>
            </a:r>
            <a:r>
              <a:rPr lang="en-US" altLang="en-US" sz="2800" dirty="0">
                <a:cs typeface="Times New Roman" panose="02020603050405020304" pitchFamily="18" charset="0"/>
              </a:rPr>
              <a:t> </a:t>
            </a:r>
            <a:r>
              <a:rPr lang="en-US" altLang="en-US" sz="2800" dirty="0" err="1">
                <a:cs typeface="Times New Roman" panose="02020603050405020304" pitchFamily="18" charset="0"/>
              </a:rPr>
              <a:t>cả</a:t>
            </a:r>
            <a:r>
              <a:rPr lang="en-US" altLang="en-US" sz="2800" dirty="0">
                <a:cs typeface="Times New Roman" panose="02020603050405020304" pitchFamily="18" charset="0"/>
              </a:rPr>
              <a:t> </a:t>
            </a:r>
            <a:r>
              <a:rPr lang="en-US" altLang="en-US" sz="2800" dirty="0" err="1">
                <a:cs typeface="Times New Roman" panose="02020603050405020304" pitchFamily="18" charset="0"/>
              </a:rPr>
              <a:t>hai</a:t>
            </a:r>
            <a:r>
              <a:rPr lang="en-US" altLang="en-US" sz="2800" dirty="0">
                <a:cs typeface="Times New Roman" panose="02020603050405020304" pitchFamily="18" charset="0"/>
              </a:rPr>
              <a:t> </a:t>
            </a:r>
            <a:r>
              <a:rPr lang="en-US" altLang="en-US" sz="2800" dirty="0" err="1">
                <a:cs typeface="Times New Roman" panose="02020603050405020304" pitchFamily="18" charset="0"/>
              </a:rPr>
              <a:t>hệ</a:t>
            </a:r>
            <a:r>
              <a:rPr lang="en-US" altLang="en-US" sz="2800" dirty="0">
                <a:cs typeface="Times New Roman" panose="02020603050405020304" pitchFamily="18" charset="0"/>
              </a:rPr>
              <a:t> </a:t>
            </a:r>
            <a:r>
              <a:rPr lang="en-US" altLang="en-US" sz="2800" dirty="0" err="1">
                <a:cs typeface="Times New Roman" panose="02020603050405020304" pitchFamily="18" charset="0"/>
              </a:rPr>
              <a:t>thống</a:t>
            </a:r>
            <a:r>
              <a:rPr lang="en-US" altLang="en-US" sz="2800" dirty="0">
                <a:cs typeface="Times New Roman" panose="02020603050405020304" pitchFamily="18" charset="0"/>
              </a:rPr>
              <a:t> </a:t>
            </a:r>
            <a:r>
              <a:rPr lang="en-US" altLang="en-US" sz="2800" dirty="0" err="1">
                <a:cs typeface="Times New Roman" panose="02020603050405020304" pitchFamily="18" charset="0"/>
              </a:rPr>
              <a:t>tập</a:t>
            </a:r>
            <a:r>
              <a:rPr lang="en-US" altLang="en-US" sz="2800" dirty="0">
                <a:cs typeface="Times New Roman" panose="02020603050405020304" pitchFamily="18" charset="0"/>
              </a:rPr>
              <a:t> </a:t>
            </a:r>
            <a:r>
              <a:rPr lang="en-US" altLang="en-US" sz="2800" dirty="0" err="1">
                <a:cs typeface="Times New Roman" panose="02020603050405020304" pitchFamily="18" charset="0"/>
              </a:rPr>
              <a:t>trung</a:t>
            </a:r>
            <a:r>
              <a:rPr lang="en-US" altLang="en-US" sz="2800" dirty="0">
                <a:cs typeface="Times New Roman" panose="02020603050405020304" pitchFamily="18" charset="0"/>
              </a:rPr>
              <a:t> </a:t>
            </a:r>
            <a:r>
              <a:rPr lang="en-US" altLang="en-US" sz="2800" dirty="0" err="1">
                <a:cs typeface="Times New Roman" panose="02020603050405020304" pitchFamily="18" charset="0"/>
              </a:rPr>
              <a:t>và</a:t>
            </a:r>
            <a:r>
              <a:rPr lang="en-US" altLang="en-US" sz="2800" dirty="0">
                <a:cs typeface="Times New Roman" panose="02020603050405020304" pitchFamily="18" charset="0"/>
              </a:rPr>
              <a:t> </a:t>
            </a:r>
            <a:r>
              <a:rPr lang="en-US" altLang="en-US" sz="2800" dirty="0" err="1">
                <a:cs typeface="Times New Roman" panose="02020603050405020304" pitchFamily="18" charset="0"/>
              </a:rPr>
              <a:t>mạng</a:t>
            </a:r>
            <a:r>
              <a:rPr lang="en-US" altLang="en-US" sz="2800" dirty="0">
                <a:cs typeface="Times New Roman" panose="02020603050405020304" pitchFamily="18" charset="0"/>
              </a:rPr>
              <a:t> Internet.</a:t>
            </a:r>
          </a:p>
          <a:p>
            <a:pPr marL="750888" indent="-407988" algn="just">
              <a:buFont typeface="Symbol" panose="05050102010706020507" pitchFamily="18" charset="2"/>
              <a:buChar char="Þ"/>
            </a:pPr>
            <a:r>
              <a:rPr lang="en-US" altLang="en-US" sz="2800" dirty="0" err="1">
                <a:cs typeface="Times New Roman" panose="02020603050405020304" pitchFamily="18" charset="0"/>
              </a:rPr>
              <a:t>ra</a:t>
            </a:r>
            <a:r>
              <a:rPr lang="en-US" altLang="en-US" sz="2800" dirty="0">
                <a:cs typeface="Times New Roman" panose="02020603050405020304" pitchFamily="18" charset="0"/>
              </a:rPr>
              <a:t> </a:t>
            </a:r>
            <a:r>
              <a:rPr lang="en-US" altLang="en-US" sz="2800" dirty="0" err="1">
                <a:cs typeface="Times New Roman" panose="02020603050405020304" pitchFamily="18" charset="0"/>
              </a:rPr>
              <a:t>đời</a:t>
            </a:r>
            <a:r>
              <a:rPr lang="en-US" altLang="en-US" sz="2800" dirty="0">
                <a:cs typeface="Times New Roman" panose="02020603050405020304" pitchFamily="18" charset="0"/>
              </a:rPr>
              <a:t> </a:t>
            </a:r>
            <a:r>
              <a:rPr lang="en-US" altLang="en-US" sz="2800" dirty="0" err="1">
                <a:cs typeface="Times New Roman" panose="02020603050405020304" pitchFamily="18" charset="0"/>
              </a:rPr>
              <a:t>hệ</a:t>
            </a:r>
            <a:r>
              <a:rPr lang="en-US" altLang="en-US" sz="2800" dirty="0">
                <a:cs typeface="Times New Roman" panose="02020603050405020304" pitchFamily="18" charset="0"/>
              </a:rPr>
              <a:t> </a:t>
            </a:r>
            <a:r>
              <a:rPr lang="en-US" altLang="en-US" sz="2800" dirty="0" err="1">
                <a:cs typeface="Times New Roman" panose="02020603050405020304" pitchFamily="18" charset="0"/>
              </a:rPr>
              <a:t>thống</a:t>
            </a:r>
            <a:r>
              <a:rPr lang="en-US" altLang="en-US" sz="2800" dirty="0">
                <a:cs typeface="Times New Roman" panose="02020603050405020304" pitchFamily="18" charset="0"/>
              </a:rPr>
              <a:t> </a:t>
            </a:r>
            <a:r>
              <a:rPr lang="en-US" altLang="en-US" sz="2800" dirty="0" err="1">
                <a:cs typeface="Times New Roman" panose="02020603050405020304" pitchFamily="18" charset="0"/>
              </a:rPr>
              <a:t>phân</a:t>
            </a:r>
            <a:r>
              <a:rPr lang="en-US" altLang="en-US" sz="2800" dirty="0">
                <a:cs typeface="Times New Roman" panose="02020603050405020304" pitchFamily="18" charset="0"/>
              </a:rPr>
              <a:t> </a:t>
            </a:r>
            <a:r>
              <a:rPr lang="en-US" altLang="en-US" sz="2800" dirty="0" err="1">
                <a:cs typeface="Times New Roman" panose="02020603050405020304" pitchFamily="18" charset="0"/>
              </a:rPr>
              <a:t>tán</a:t>
            </a:r>
            <a:r>
              <a:rPr lang="en-US" altLang="en-US" sz="2800" dirty="0">
                <a:cs typeface="Times New Roman" panose="02020603050405020304" pitchFamily="18" charset="0"/>
              </a:rPr>
              <a:t> </a:t>
            </a:r>
            <a:r>
              <a:rPr lang="en-US" altLang="en-US" sz="2800" dirty="0" err="1">
                <a:cs typeface="Times New Roman" panose="02020603050405020304" pitchFamily="18" charset="0"/>
              </a:rPr>
              <a:t>là</a:t>
            </a:r>
            <a:r>
              <a:rPr lang="en-US" altLang="en-US" sz="2800" dirty="0">
                <a:cs typeface="Times New Roman" panose="02020603050405020304" pitchFamily="18" charset="0"/>
              </a:rPr>
              <a:t> </a:t>
            </a:r>
            <a:r>
              <a:rPr lang="en-US" altLang="en-US" sz="2800" dirty="0" err="1">
                <a:cs typeface="Times New Roman" panose="02020603050405020304" pitchFamily="18" charset="0"/>
              </a:rPr>
              <a:t>không</a:t>
            </a:r>
            <a:r>
              <a:rPr lang="en-US" altLang="en-US" sz="2800" dirty="0">
                <a:cs typeface="Times New Roman" panose="02020603050405020304" pitchFamily="18" charset="0"/>
              </a:rPr>
              <a:t> </a:t>
            </a:r>
            <a:r>
              <a:rPr lang="en-US" altLang="en-US" sz="2800" dirty="0" err="1">
                <a:cs typeface="Times New Roman" panose="02020603050405020304" pitchFamily="18" charset="0"/>
              </a:rPr>
              <a:t>thể</a:t>
            </a:r>
            <a:r>
              <a:rPr lang="en-US" altLang="en-US" sz="2800" dirty="0">
                <a:cs typeface="Times New Roman" panose="02020603050405020304" pitchFamily="18" charset="0"/>
              </a:rPr>
              <a:t> </a:t>
            </a:r>
            <a:r>
              <a:rPr lang="en-US" altLang="en-US" sz="2800" dirty="0" err="1">
                <a:cs typeface="Times New Roman" panose="02020603050405020304" pitchFamily="18" charset="0"/>
              </a:rPr>
              <a:t>tránh</a:t>
            </a:r>
            <a:r>
              <a:rPr lang="en-US" altLang="en-US" sz="2800" dirty="0">
                <a:cs typeface="Times New Roman" panose="02020603050405020304" pitchFamily="18" charset="0"/>
              </a:rPr>
              <a:t> </a:t>
            </a:r>
            <a:r>
              <a:rPr lang="en-US" altLang="en-US" sz="2800" dirty="0" err="1">
                <a:cs typeface="Times New Roman" panose="02020603050405020304" pitchFamily="18" charset="0"/>
              </a:rPr>
              <a:t>khỏi</a:t>
            </a:r>
            <a:endParaRPr lang="en-US" altLang="en-US" sz="2800" dirty="0">
              <a:cs typeface="Times New Roman" panose="02020603050405020304" pitchFamily="18" charset="0"/>
            </a:endParaRPr>
          </a:p>
          <a:p>
            <a:pPr algn="just">
              <a:buFontTx/>
              <a:buChar char="•"/>
            </a:pPr>
            <a:r>
              <a:rPr lang="en-US" altLang="en-US" sz="2800" dirty="0">
                <a:cs typeface="Times New Roman" panose="02020603050405020304" pitchFamily="18" charset="0"/>
              </a:rPr>
              <a:t> </a:t>
            </a:r>
            <a:r>
              <a:rPr lang="en-US" altLang="en-US" sz="2800" dirty="0" err="1">
                <a:cs typeface="Times New Roman" panose="02020603050405020304" pitchFamily="18" charset="0"/>
              </a:rPr>
              <a:t>Những</a:t>
            </a:r>
            <a:r>
              <a:rPr lang="en-US" altLang="en-US" sz="2800" dirty="0">
                <a:cs typeface="Times New Roman" panose="02020603050405020304" pitchFamily="18" charset="0"/>
              </a:rPr>
              <a:t> </a:t>
            </a:r>
            <a:r>
              <a:rPr lang="en-US" altLang="en-US" sz="2800" dirty="0" err="1">
                <a:cs typeface="Times New Roman" panose="02020603050405020304" pitchFamily="18" charset="0"/>
              </a:rPr>
              <a:t>lợi</a:t>
            </a:r>
            <a:r>
              <a:rPr lang="en-US" altLang="en-US" sz="2800" dirty="0">
                <a:cs typeface="Times New Roman" panose="02020603050405020304" pitchFamily="18" charset="0"/>
              </a:rPr>
              <a:t> </a:t>
            </a:r>
            <a:r>
              <a:rPr lang="en-US" altLang="en-US" sz="2800" dirty="0" err="1">
                <a:cs typeface="Times New Roman" panose="02020603050405020304" pitchFamily="18" charset="0"/>
              </a:rPr>
              <a:t>thế</a:t>
            </a:r>
            <a:r>
              <a:rPr lang="en-US" altLang="en-US" sz="2800" dirty="0">
                <a:cs typeface="Times New Roman" panose="02020603050405020304" pitchFamily="18" charset="0"/>
              </a:rPr>
              <a:t> </a:t>
            </a:r>
            <a:r>
              <a:rPr lang="en-US" altLang="en-US" sz="2800" dirty="0" err="1">
                <a:cs typeface="Times New Roman" panose="02020603050405020304" pitchFamily="18" charset="0"/>
              </a:rPr>
              <a:t>của</a:t>
            </a:r>
            <a:r>
              <a:rPr lang="en-US" altLang="en-US" sz="2800" dirty="0">
                <a:cs typeface="Times New Roman" panose="02020603050405020304" pitchFamily="18" charset="0"/>
              </a:rPr>
              <a:t> </a:t>
            </a:r>
            <a:r>
              <a:rPr lang="en-US" altLang="en-US" sz="2800" dirty="0" err="1">
                <a:cs typeface="Times New Roman" panose="02020603050405020304" pitchFamily="18" charset="0"/>
              </a:rPr>
              <a:t>hệ</a:t>
            </a:r>
            <a:r>
              <a:rPr lang="en-US" altLang="en-US" sz="2800" dirty="0">
                <a:cs typeface="Times New Roman" panose="02020603050405020304" pitchFamily="18" charset="0"/>
              </a:rPr>
              <a:t> </a:t>
            </a:r>
            <a:r>
              <a:rPr lang="en-US" altLang="en-US" sz="2800" dirty="0" err="1">
                <a:cs typeface="Times New Roman" panose="02020603050405020304" pitchFamily="18" charset="0"/>
              </a:rPr>
              <a:t>thống</a:t>
            </a:r>
            <a:r>
              <a:rPr lang="en-US" altLang="en-US" sz="2800" dirty="0">
                <a:cs typeface="Times New Roman" panose="02020603050405020304" pitchFamily="18" charset="0"/>
              </a:rPr>
              <a:t> </a:t>
            </a:r>
            <a:r>
              <a:rPr lang="en-US" altLang="en-US" sz="2800" dirty="0" err="1">
                <a:cs typeface="Times New Roman" panose="02020603050405020304" pitchFamily="18" charset="0"/>
              </a:rPr>
              <a:t>phân</a:t>
            </a:r>
            <a:r>
              <a:rPr lang="en-US" altLang="en-US" sz="2800" dirty="0">
                <a:cs typeface="Times New Roman" panose="02020603050405020304" pitchFamily="18" charset="0"/>
              </a:rPr>
              <a:t> </a:t>
            </a:r>
            <a:r>
              <a:rPr lang="en-US" altLang="en-US" sz="2800" dirty="0" err="1">
                <a:cs typeface="Times New Roman" panose="02020603050405020304" pitchFamily="18" charset="0"/>
              </a:rPr>
              <a:t>tán</a:t>
            </a:r>
            <a:r>
              <a:rPr lang="en-US" altLang="en-US" sz="2800" dirty="0">
                <a:cs typeface="Times New Roman" panose="02020603050405020304" pitchFamily="18" charset="0"/>
              </a:rPr>
              <a:t> </a:t>
            </a:r>
            <a:r>
              <a:rPr lang="en-US" altLang="en-US" sz="2800" dirty="0" err="1">
                <a:cs typeface="Times New Roman" panose="02020603050405020304" pitchFamily="18" charset="0"/>
              </a:rPr>
              <a:t>đã</a:t>
            </a:r>
            <a:r>
              <a:rPr lang="en-US" altLang="en-US" sz="2800" dirty="0">
                <a:cs typeface="Times New Roman" panose="02020603050405020304" pitchFamily="18" charset="0"/>
              </a:rPr>
              <a:t> </a:t>
            </a:r>
            <a:r>
              <a:rPr lang="en-US" altLang="en-US" sz="2800" dirty="0" err="1">
                <a:cs typeface="Times New Roman" panose="02020603050405020304" pitchFamily="18" charset="0"/>
              </a:rPr>
              <a:t>được</a:t>
            </a:r>
            <a:r>
              <a:rPr lang="en-US" altLang="en-US" sz="2800" dirty="0">
                <a:cs typeface="Times New Roman" panose="02020603050405020304" pitchFamily="18" charset="0"/>
              </a:rPr>
              <a:t> </a:t>
            </a:r>
            <a:r>
              <a:rPr lang="en-US" altLang="en-US" sz="2800" dirty="0" err="1">
                <a:cs typeface="Times New Roman" panose="02020603050405020304" pitchFamily="18" charset="0"/>
              </a:rPr>
              <a:t>đưa</a:t>
            </a:r>
            <a:r>
              <a:rPr lang="en-US" altLang="en-US" sz="2800" dirty="0">
                <a:cs typeface="Times New Roman" panose="02020603050405020304" pitchFamily="18" charset="0"/>
              </a:rPr>
              <a:t> </a:t>
            </a:r>
            <a:r>
              <a:rPr lang="en-US" altLang="en-US" sz="2800" dirty="0" err="1">
                <a:cs typeface="Times New Roman" panose="02020603050405020304" pitchFamily="18" charset="0"/>
              </a:rPr>
              <a:t>ra</a:t>
            </a:r>
            <a:r>
              <a:rPr lang="en-US" altLang="en-US" sz="2800" dirty="0">
                <a:cs typeface="Times New Roman" panose="02020603050405020304" pitchFamily="18" charset="0"/>
              </a:rPr>
              <a:t> </a:t>
            </a:r>
            <a:r>
              <a:rPr lang="en-US" altLang="en-US" sz="2800" dirty="0" err="1">
                <a:cs typeface="Times New Roman" panose="02020603050405020304" pitchFamily="18" charset="0"/>
              </a:rPr>
              <a:t>cho</a:t>
            </a:r>
            <a:r>
              <a:rPr lang="en-US" altLang="en-US" sz="2800" dirty="0">
                <a:cs typeface="Times New Roman" panose="02020603050405020304" pitchFamily="18" charset="0"/>
              </a:rPr>
              <a:t> </a:t>
            </a:r>
            <a:r>
              <a:rPr lang="en-US" altLang="en-US" sz="2800" dirty="0" err="1">
                <a:cs typeface="Times New Roman" panose="02020603050405020304" pitchFamily="18" charset="0"/>
              </a:rPr>
              <a:t>mục</a:t>
            </a:r>
            <a:r>
              <a:rPr lang="en-US" altLang="en-US" sz="2800" dirty="0">
                <a:cs typeface="Times New Roman" panose="02020603050405020304" pitchFamily="18" charset="0"/>
              </a:rPr>
              <a:t> </a:t>
            </a:r>
            <a:r>
              <a:rPr lang="en-US" altLang="en-US" sz="2800" dirty="0" err="1">
                <a:cs typeface="Times New Roman" panose="02020603050405020304" pitchFamily="18" charset="0"/>
              </a:rPr>
              <a:t>đích</a:t>
            </a:r>
            <a:r>
              <a:rPr lang="en-US" altLang="en-US" sz="2800" dirty="0">
                <a:cs typeface="Times New Roman" panose="02020603050405020304" pitchFamily="18" charset="0"/>
              </a:rPr>
              <a:t> </a:t>
            </a:r>
            <a:r>
              <a:rPr lang="en-US" altLang="en-US" sz="2800" dirty="0" err="1">
                <a:cs typeface="Times New Roman" panose="02020603050405020304" pitchFamily="18" charset="0"/>
              </a:rPr>
              <a:t>này</a:t>
            </a:r>
            <a:r>
              <a:rPr lang="en-US" altLang="en-US" sz="2800" dirty="0">
                <a:cs typeface="Times New Roman" panose="02020603050405020304" pitchFamily="18" charset="0"/>
              </a:rPr>
              <a:t> </a:t>
            </a:r>
            <a:r>
              <a:rPr lang="en-US" altLang="en-US" sz="2800" dirty="0">
                <a:cs typeface="Times New Roman" panose="02020603050405020304" pitchFamily="18" charset="0"/>
                <a:sym typeface="Wingdings" panose="05000000000000000000" pitchFamily="2" charset="2"/>
              </a:rPr>
              <a:t></a:t>
            </a:r>
            <a:r>
              <a:rPr lang="en-US" altLang="en-US" sz="2800" dirty="0">
                <a:cs typeface="Times New Roman" panose="02020603050405020304" pitchFamily="18" charset="0"/>
              </a:rPr>
              <a:t> </a:t>
            </a:r>
            <a:r>
              <a:rPr lang="en-US" altLang="en-US" sz="2800" dirty="0" err="1">
                <a:cs typeface="Times New Roman" panose="02020603050405020304" pitchFamily="18" charset="0"/>
              </a:rPr>
              <a:t>phù</a:t>
            </a:r>
            <a:r>
              <a:rPr lang="en-US" altLang="en-US" sz="2800" dirty="0">
                <a:cs typeface="Times New Roman" panose="02020603050405020304" pitchFamily="18" charset="0"/>
              </a:rPr>
              <a:t> </a:t>
            </a:r>
            <a:r>
              <a:rPr lang="en-US" altLang="en-US" sz="2800" dirty="0" err="1">
                <a:cs typeface="Times New Roman" panose="02020603050405020304" pitchFamily="18" charset="0"/>
              </a:rPr>
              <a:t>hợp</a:t>
            </a:r>
            <a:r>
              <a:rPr lang="en-US" altLang="en-US" sz="2800" dirty="0">
                <a:cs typeface="Times New Roman" panose="02020603050405020304" pitchFamily="18" charset="0"/>
              </a:rPr>
              <a:t> </a:t>
            </a:r>
            <a:r>
              <a:rPr lang="en-US" altLang="en-US" sz="2800" dirty="0" err="1">
                <a:cs typeface="Times New Roman" panose="02020603050405020304" pitchFamily="18" charset="0"/>
              </a:rPr>
              <a:t>cho</a:t>
            </a:r>
            <a:r>
              <a:rPr lang="en-US" altLang="en-US" sz="2800" dirty="0">
                <a:cs typeface="Times New Roman" panose="02020603050405020304" pitchFamily="18" charset="0"/>
              </a:rPr>
              <a:t> </a:t>
            </a:r>
            <a:r>
              <a:rPr lang="en-US" altLang="en-US" sz="2800" dirty="0" err="1">
                <a:cs typeface="Times New Roman" panose="02020603050405020304" pitchFamily="18" charset="0"/>
              </a:rPr>
              <a:t>việc</a:t>
            </a:r>
            <a:r>
              <a:rPr lang="en-US" altLang="en-US" sz="2800" dirty="0">
                <a:cs typeface="Times New Roman" panose="02020603050405020304" pitchFamily="18" charset="0"/>
              </a:rPr>
              <a:t> </a:t>
            </a:r>
            <a:r>
              <a:rPr lang="en-US" altLang="en-US" sz="2800" dirty="0" err="1">
                <a:cs typeface="Times New Roman" panose="02020603050405020304" pitchFamily="18" charset="0"/>
              </a:rPr>
              <a:t>phát</a:t>
            </a:r>
            <a:r>
              <a:rPr lang="en-US" altLang="en-US" sz="2800" dirty="0">
                <a:cs typeface="Times New Roman" panose="02020603050405020304" pitchFamily="18" charset="0"/>
              </a:rPr>
              <a:t> </a:t>
            </a:r>
            <a:r>
              <a:rPr lang="en-US" altLang="en-US" sz="2800" dirty="0" err="1">
                <a:cs typeface="Times New Roman" panose="02020603050405020304" pitchFamily="18" charset="0"/>
              </a:rPr>
              <a:t>triển</a:t>
            </a:r>
            <a:r>
              <a:rPr lang="en-US" altLang="en-US" sz="2800" dirty="0">
                <a:cs typeface="Times New Roman" panose="02020603050405020304" pitchFamily="18" charset="0"/>
              </a:rPr>
              <a:t> </a:t>
            </a:r>
            <a:r>
              <a:rPr lang="en-US" altLang="en-US" sz="2800" dirty="0" err="1">
                <a:cs typeface="Times New Roman" panose="02020603050405020304" pitchFamily="18" charset="0"/>
              </a:rPr>
              <a:t>các</a:t>
            </a:r>
            <a:r>
              <a:rPr lang="en-US" altLang="en-US" sz="2800" dirty="0">
                <a:cs typeface="Times New Roman" panose="02020603050405020304" pitchFamily="18" charset="0"/>
              </a:rPr>
              <a:t> </a:t>
            </a:r>
            <a:r>
              <a:rPr lang="en-US" altLang="en-US" sz="2800" dirty="0" err="1">
                <a:cs typeface="Times New Roman" panose="02020603050405020304" pitchFamily="18" charset="0"/>
              </a:rPr>
              <a:t>ứng</a:t>
            </a:r>
            <a:r>
              <a:rPr lang="en-US" altLang="en-US" sz="2800" dirty="0">
                <a:cs typeface="Times New Roman" panose="02020603050405020304" pitchFamily="18" charset="0"/>
              </a:rPr>
              <a:t> </a:t>
            </a:r>
            <a:r>
              <a:rPr lang="en-US" altLang="en-US" sz="2800" dirty="0" err="1">
                <a:cs typeface="Times New Roman" panose="02020603050405020304" pitchFamily="18" charset="0"/>
              </a:rPr>
              <a:t>dụng</a:t>
            </a:r>
            <a:r>
              <a:rPr lang="en-US" altLang="en-US" sz="2800" dirty="0">
                <a:cs typeface="Times New Roman" panose="02020603050405020304" pitchFamily="18" charset="0"/>
              </a:rPr>
              <a:t> </a:t>
            </a:r>
            <a:r>
              <a:rPr lang="en-US" altLang="en-US" sz="2800" dirty="0" err="1">
                <a:cs typeface="Times New Roman" panose="02020603050405020304" pitchFamily="18" charset="0"/>
              </a:rPr>
              <a:t>phân</a:t>
            </a:r>
            <a:r>
              <a:rPr lang="en-US" altLang="en-US" sz="2800" dirty="0">
                <a:cs typeface="Times New Roman" panose="02020603050405020304" pitchFamily="18" charset="0"/>
              </a:rPr>
              <a:t> </a:t>
            </a:r>
            <a:r>
              <a:rPr lang="en-US" altLang="en-US" sz="2800" dirty="0" err="1">
                <a:cs typeface="Times New Roman" panose="02020603050405020304" pitchFamily="18" charset="0"/>
              </a:rPr>
              <a:t>tán</a:t>
            </a:r>
            <a:r>
              <a:rPr lang="en-US" altLang="en-US" sz="2800" dirty="0">
                <a:cs typeface="Times New Roman" panose="02020603050405020304" pitchFamily="18" charset="0"/>
              </a:rPr>
              <a:t>.</a:t>
            </a:r>
          </a:p>
          <a:p>
            <a:pPr algn="just">
              <a:buFontTx/>
              <a:buChar char="•"/>
            </a:pPr>
            <a:endParaRPr lang="en-US" altLang="en-US" sz="2800" dirty="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11">
            <a:extLst>
              <a:ext uri="{FF2B5EF4-FFF2-40B4-BE49-F238E27FC236}">
                <a16:creationId xmlns:a16="http://schemas.microsoft.com/office/drawing/2014/main" id="{7D183C7B-2B10-8F9F-390B-129547A91B35}"/>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 name="Title 1">
            <a:extLst>
              <a:ext uri="{FF2B5EF4-FFF2-40B4-BE49-F238E27FC236}">
                <a16:creationId xmlns:a16="http://schemas.microsoft.com/office/drawing/2014/main" id="{EE48385C-1FC3-2325-4935-62618909657D}"/>
              </a:ext>
            </a:extLst>
          </p:cNvPr>
          <p:cNvSpPr>
            <a:spLocks noGrp="1"/>
          </p:cNvSpPr>
          <p:nvPr>
            <p:ph type="title"/>
          </p:nvPr>
        </p:nvSpPr>
        <p:spPr/>
        <p:txBody>
          <a:bodyPr>
            <a:normAutofit/>
          </a:bodyPr>
          <a:lstStyle/>
          <a:p>
            <a:r>
              <a:rPr lang="en-US" dirty="0" err="1"/>
              <a:t>Các</a:t>
            </a:r>
            <a:r>
              <a:rPr lang="en-US" dirty="0"/>
              <a:t> </a:t>
            </a:r>
            <a:r>
              <a:rPr lang="en-US" dirty="0" err="1"/>
              <a:t>yêu</a:t>
            </a:r>
            <a:r>
              <a:rPr lang="en-US" dirty="0"/>
              <a:t> </a:t>
            </a:r>
            <a:r>
              <a:rPr lang="en-US" dirty="0" err="1"/>
              <a:t>cầu</a:t>
            </a:r>
            <a:r>
              <a:rPr lang="en-US" dirty="0"/>
              <a:t> </a:t>
            </a:r>
            <a:r>
              <a:rPr lang="en-US" dirty="0" err="1"/>
              <a:t>đối</a:t>
            </a:r>
            <a:r>
              <a:rPr lang="en-US" dirty="0"/>
              <a:t> </a:t>
            </a:r>
            <a:r>
              <a:rPr lang="en-US" dirty="0" err="1"/>
              <a:t>với</a:t>
            </a:r>
            <a:r>
              <a:rPr lang="en-US" dirty="0"/>
              <a:t>  </a:t>
            </a:r>
            <a:r>
              <a:rPr lang="en-US" dirty="0" err="1"/>
              <a:t>các</a:t>
            </a:r>
            <a:r>
              <a:rPr lang="en-US" dirty="0"/>
              <a:t> </a:t>
            </a:r>
            <a:r>
              <a:rPr lang="en-US" dirty="0" err="1"/>
              <a:t>ứng</a:t>
            </a:r>
            <a:r>
              <a:rPr lang="en-US" dirty="0"/>
              <a:t> </a:t>
            </a:r>
            <a:r>
              <a:rPr lang="en-US" dirty="0" err="1"/>
              <a:t>dụng</a:t>
            </a:r>
            <a:r>
              <a:rPr lang="en-US" dirty="0"/>
              <a:t> </a:t>
            </a:r>
            <a:r>
              <a:rPr lang="en-US" dirty="0" err="1"/>
              <a:t>phân</a:t>
            </a:r>
            <a:r>
              <a:rPr lang="en-US" dirty="0"/>
              <a:t> </a:t>
            </a:r>
            <a:r>
              <a:rPr lang="en-US" dirty="0" err="1"/>
              <a:t>tán</a:t>
            </a:r>
            <a:endParaRPr lang="en-US" dirty="0"/>
          </a:p>
        </p:txBody>
      </p:sp>
      <p:sp>
        <p:nvSpPr>
          <p:cNvPr id="3" name="Content Placeholder 2">
            <a:extLst>
              <a:ext uri="{FF2B5EF4-FFF2-40B4-BE49-F238E27FC236}">
                <a16:creationId xmlns:a16="http://schemas.microsoft.com/office/drawing/2014/main" id="{1539E16A-F48D-900F-1133-2BFEDD0B28AF}"/>
              </a:ext>
            </a:extLst>
          </p:cNvPr>
          <p:cNvSpPr>
            <a:spLocks noGrp="1"/>
          </p:cNvSpPr>
          <p:nvPr>
            <p:ph idx="1"/>
          </p:nvPr>
        </p:nvSpPr>
        <p:spPr/>
        <p:txBody>
          <a:bodyPr>
            <a:normAutofit/>
          </a:bodyPr>
          <a:lstStyle/>
          <a:p>
            <a:pPr marL="0" indent="0" algn="just">
              <a:buNone/>
            </a:pPr>
            <a:r>
              <a:rPr lang="en-US" altLang="en-US" sz="3200" dirty="0" err="1">
                <a:cs typeface="Times New Roman" panose="02020603050405020304" pitchFamily="18" charset="0"/>
              </a:rPr>
              <a:t>Yêu</a:t>
            </a:r>
            <a:r>
              <a:rPr lang="en-US" altLang="en-US" sz="3200" dirty="0">
                <a:cs typeface="Times New Roman" panose="02020603050405020304" pitchFamily="18" charset="0"/>
              </a:rPr>
              <a:t> </a:t>
            </a:r>
            <a:r>
              <a:rPr lang="en-US" altLang="en-US" sz="3200" dirty="0" err="1">
                <a:cs typeface="Times New Roman" panose="02020603050405020304" pitchFamily="18" charset="0"/>
              </a:rPr>
              <a:t>cầu</a:t>
            </a:r>
            <a:r>
              <a:rPr lang="en-US" altLang="en-US" sz="3200" dirty="0">
                <a:cs typeface="Times New Roman" panose="02020603050405020304" pitchFamily="18" charset="0"/>
              </a:rPr>
              <a:t> </a:t>
            </a:r>
            <a:r>
              <a:rPr lang="en-US" altLang="en-US" sz="3200" dirty="0" err="1">
                <a:cs typeface="Times New Roman" panose="02020603050405020304" pitchFamily="18" charset="0"/>
              </a:rPr>
              <a:t>để</a:t>
            </a:r>
            <a:r>
              <a:rPr lang="en-US" altLang="en-US" sz="3200" dirty="0">
                <a:cs typeface="Times New Roman" panose="02020603050405020304" pitchFamily="18" charset="0"/>
              </a:rPr>
              <a:t> </a:t>
            </a:r>
            <a:r>
              <a:rPr lang="en-US" altLang="en-US" sz="3200" dirty="0" err="1">
                <a:cs typeface="Times New Roman" panose="02020603050405020304" pitchFamily="18" charset="0"/>
              </a:rPr>
              <a:t>xây</a:t>
            </a:r>
            <a:r>
              <a:rPr lang="en-US" altLang="en-US" sz="3200" dirty="0">
                <a:cs typeface="Times New Roman" panose="02020603050405020304" pitchFamily="18" charset="0"/>
              </a:rPr>
              <a:t> </a:t>
            </a:r>
            <a:r>
              <a:rPr lang="en-US" altLang="en-US" sz="3200" dirty="0" err="1">
                <a:cs typeface="Times New Roman" panose="02020603050405020304" pitchFamily="18" charset="0"/>
              </a:rPr>
              <a:t>dựng</a:t>
            </a:r>
            <a:r>
              <a:rPr lang="en-US" altLang="en-US" sz="3200" dirty="0">
                <a:cs typeface="Times New Roman" panose="02020603050405020304" pitchFamily="18" charset="0"/>
              </a:rPr>
              <a:t> 1 </a:t>
            </a:r>
            <a:r>
              <a:rPr lang="en-US" altLang="en-US" sz="3200" dirty="0" err="1">
                <a:cs typeface="Times New Roman" panose="02020603050405020304" pitchFamily="18" charset="0"/>
              </a:rPr>
              <a:t>ứng</a:t>
            </a:r>
            <a:r>
              <a:rPr lang="en-US" altLang="en-US" sz="3200" dirty="0">
                <a:cs typeface="Times New Roman" panose="02020603050405020304" pitchFamily="18" charset="0"/>
              </a:rPr>
              <a:t> </a:t>
            </a:r>
            <a:r>
              <a:rPr lang="en-US" altLang="en-US" sz="3200" dirty="0" err="1">
                <a:cs typeface="Times New Roman" panose="02020603050405020304" pitchFamily="18" charset="0"/>
              </a:rPr>
              <a:t>dụng</a:t>
            </a:r>
            <a:r>
              <a:rPr lang="en-US" altLang="en-US" sz="3200" dirty="0">
                <a:cs typeface="Times New Roman" panose="02020603050405020304" pitchFamily="18" charset="0"/>
              </a:rPr>
              <a:t> </a:t>
            </a:r>
            <a:r>
              <a:rPr lang="en-US" altLang="en-US" sz="3200" dirty="0" err="1">
                <a:cs typeface="Times New Roman" panose="02020603050405020304" pitchFamily="18" charset="0"/>
              </a:rPr>
              <a:t>phân</a:t>
            </a:r>
            <a:r>
              <a:rPr lang="en-US" altLang="en-US" sz="3200" dirty="0">
                <a:cs typeface="Times New Roman" panose="02020603050405020304" pitchFamily="18" charset="0"/>
              </a:rPr>
              <a:t> </a:t>
            </a:r>
            <a:r>
              <a:rPr lang="en-US" altLang="en-US" sz="3200" dirty="0" err="1">
                <a:cs typeface="Times New Roman" panose="02020603050405020304" pitchFamily="18" charset="0"/>
              </a:rPr>
              <a:t>tán</a:t>
            </a:r>
            <a:r>
              <a:rPr lang="en-US" altLang="en-US" sz="3200" dirty="0">
                <a:cs typeface="Times New Roman" panose="02020603050405020304" pitchFamily="18" charset="0"/>
              </a:rPr>
              <a:t> </a:t>
            </a:r>
            <a:r>
              <a:rPr lang="en-US" altLang="en-US" sz="3200" dirty="0" err="1">
                <a:cs typeface="Times New Roman" panose="02020603050405020304" pitchFamily="18" charset="0"/>
              </a:rPr>
              <a:t>đòi</a:t>
            </a:r>
            <a:r>
              <a:rPr lang="en-US" altLang="en-US" sz="3200" dirty="0">
                <a:cs typeface="Times New Roman" panose="02020603050405020304" pitchFamily="18" charset="0"/>
              </a:rPr>
              <a:t> </a:t>
            </a:r>
            <a:r>
              <a:rPr lang="en-US" altLang="en-US" sz="3200" dirty="0" err="1">
                <a:cs typeface="Times New Roman" panose="02020603050405020304" pitchFamily="18" charset="0"/>
              </a:rPr>
              <a:t>hỏi</a:t>
            </a:r>
            <a:r>
              <a:rPr lang="en-US" altLang="en-US" sz="3200" dirty="0">
                <a:cs typeface="Times New Roman" panose="02020603050405020304" pitchFamily="18" charset="0"/>
              </a:rPr>
              <a:t> </a:t>
            </a:r>
            <a:r>
              <a:rPr lang="en-US" altLang="en-US" sz="3200" dirty="0" err="1">
                <a:cs typeface="Times New Roman" panose="02020603050405020304" pitchFamily="18" charset="0"/>
              </a:rPr>
              <a:t>nhiều</a:t>
            </a:r>
            <a:r>
              <a:rPr lang="en-US" altLang="en-US" sz="3200" dirty="0">
                <a:cs typeface="Times New Roman" panose="02020603050405020304" pitchFamily="18" charset="0"/>
              </a:rPr>
              <a:t> </a:t>
            </a:r>
            <a:r>
              <a:rPr lang="en-US" altLang="en-US" sz="3200" dirty="0" err="1">
                <a:cs typeface="Times New Roman" panose="02020603050405020304" pitchFamily="18" charset="0"/>
              </a:rPr>
              <a:t>yếu</a:t>
            </a:r>
            <a:r>
              <a:rPr lang="en-US" altLang="en-US" sz="3200" dirty="0">
                <a:cs typeface="Times New Roman" panose="02020603050405020304" pitchFamily="18" charset="0"/>
              </a:rPr>
              <a:t> </a:t>
            </a:r>
            <a:r>
              <a:rPr lang="en-US" altLang="en-US" sz="3200" dirty="0" err="1">
                <a:cs typeface="Times New Roman" panose="02020603050405020304" pitchFamily="18" charset="0"/>
              </a:rPr>
              <a:t>tố</a:t>
            </a:r>
            <a:r>
              <a:rPr lang="en-US" altLang="en-US" sz="3200" dirty="0">
                <a:cs typeface="Times New Roman" panose="02020603050405020304" pitchFamily="18" charset="0"/>
              </a:rPr>
              <a:t> </a:t>
            </a:r>
            <a:r>
              <a:rPr lang="en-US" altLang="en-US" sz="3200" dirty="0" err="1">
                <a:cs typeface="Times New Roman" panose="02020603050405020304" pitchFamily="18" charset="0"/>
              </a:rPr>
              <a:t>khác</a:t>
            </a:r>
            <a:r>
              <a:rPr lang="en-US" altLang="en-US" sz="3200" dirty="0">
                <a:cs typeface="Times New Roman" panose="02020603050405020304" pitchFamily="18" charset="0"/>
              </a:rPr>
              <a:t> </a:t>
            </a:r>
            <a:r>
              <a:rPr lang="en-US" altLang="en-US" sz="3200" dirty="0" err="1">
                <a:cs typeface="Times New Roman" panose="02020603050405020304" pitchFamily="18" charset="0"/>
              </a:rPr>
              <a:t>nhau</a:t>
            </a:r>
            <a:r>
              <a:rPr lang="en-US" altLang="en-US" sz="3200" dirty="0">
                <a:cs typeface="Times New Roman" panose="02020603050405020304" pitchFamily="18" charset="0"/>
              </a:rPr>
              <a:t>, </a:t>
            </a:r>
            <a:r>
              <a:rPr lang="en-US" altLang="en-US" sz="3200" dirty="0" err="1">
                <a:cs typeface="Times New Roman" panose="02020603050405020304" pitchFamily="18" charset="0"/>
              </a:rPr>
              <a:t>và</a:t>
            </a:r>
            <a:r>
              <a:rPr lang="en-US" altLang="en-US" sz="3200" dirty="0">
                <a:cs typeface="Times New Roman" panose="02020603050405020304" pitchFamily="18" charset="0"/>
              </a:rPr>
              <a:t> </a:t>
            </a:r>
            <a:r>
              <a:rPr lang="en-US" altLang="en-US" sz="3200" dirty="0" err="1">
                <a:cs typeface="Times New Roman" panose="02020603050405020304" pitchFamily="18" charset="0"/>
              </a:rPr>
              <a:t>khá</a:t>
            </a:r>
            <a:r>
              <a:rPr lang="en-US" altLang="en-US" sz="3200" dirty="0">
                <a:cs typeface="Times New Roman" panose="02020603050405020304" pitchFamily="18" charset="0"/>
              </a:rPr>
              <a:t> </a:t>
            </a:r>
            <a:r>
              <a:rPr lang="en-US" altLang="en-US" sz="3200" dirty="0" err="1">
                <a:cs typeface="Times New Roman" panose="02020603050405020304" pitchFamily="18" charset="0"/>
              </a:rPr>
              <a:t>phức</a:t>
            </a:r>
            <a:r>
              <a:rPr lang="en-US" altLang="en-US" sz="3200" dirty="0">
                <a:cs typeface="Times New Roman" panose="02020603050405020304" pitchFamily="18" charset="0"/>
              </a:rPr>
              <a:t> </a:t>
            </a:r>
            <a:r>
              <a:rPr lang="en-US" altLang="en-US" sz="3200" dirty="0" err="1">
                <a:cs typeface="Times New Roman" panose="02020603050405020304" pitchFamily="18" charset="0"/>
              </a:rPr>
              <a:t>tạp</a:t>
            </a:r>
            <a:r>
              <a:rPr lang="en-US" altLang="en-US" sz="3200" dirty="0">
                <a:cs typeface="Times New Roman" panose="02020603050405020304" pitchFamily="18" charset="0"/>
              </a:rPr>
              <a:t>. </a:t>
            </a:r>
            <a:r>
              <a:rPr lang="en-US" altLang="en-US" sz="3200" dirty="0" err="1">
                <a:cs typeface="Times New Roman" panose="02020603050405020304" pitchFamily="18" charset="0"/>
              </a:rPr>
              <a:t>Tuy</a:t>
            </a:r>
            <a:r>
              <a:rPr lang="en-US" altLang="en-US" sz="3200" dirty="0">
                <a:cs typeface="Times New Roman" panose="02020603050405020304" pitchFamily="18" charset="0"/>
              </a:rPr>
              <a:t> </a:t>
            </a:r>
            <a:r>
              <a:rPr lang="en-US" altLang="en-US" sz="3200" dirty="0" err="1">
                <a:cs typeface="Times New Roman" panose="02020603050405020304" pitchFamily="18" charset="0"/>
              </a:rPr>
              <a:t>nhiên</a:t>
            </a:r>
            <a:r>
              <a:rPr lang="en-US" altLang="en-US" sz="3200" dirty="0">
                <a:cs typeface="Times New Roman" panose="02020603050405020304" pitchFamily="18" charset="0"/>
              </a:rPr>
              <a:t>, </a:t>
            </a:r>
            <a:r>
              <a:rPr lang="en-US" altLang="en-US" sz="3200" dirty="0" err="1">
                <a:cs typeface="Times New Roman" panose="02020603050405020304" pitchFamily="18" charset="0"/>
              </a:rPr>
              <a:t>về</a:t>
            </a:r>
            <a:r>
              <a:rPr lang="en-US" altLang="en-US" sz="3200" dirty="0">
                <a:cs typeface="Times New Roman" panose="02020603050405020304" pitchFamily="18" charset="0"/>
              </a:rPr>
              <a:t> </a:t>
            </a:r>
            <a:r>
              <a:rPr lang="en-US" altLang="en-US" sz="3200" dirty="0" err="1">
                <a:cs typeface="Times New Roman" panose="02020603050405020304" pitchFamily="18" charset="0"/>
              </a:rPr>
              <a:t>cơ</a:t>
            </a:r>
            <a:r>
              <a:rPr lang="en-US" altLang="en-US" sz="3200" dirty="0">
                <a:cs typeface="Times New Roman" panose="02020603050405020304" pitchFamily="18" charset="0"/>
              </a:rPr>
              <a:t> </a:t>
            </a:r>
            <a:r>
              <a:rPr lang="en-US" altLang="en-US" sz="3200" dirty="0" err="1">
                <a:cs typeface="Times New Roman" panose="02020603050405020304" pitchFamily="18" charset="0"/>
              </a:rPr>
              <a:t>bản</a:t>
            </a:r>
            <a:r>
              <a:rPr lang="en-US" altLang="en-US" sz="3200" dirty="0">
                <a:cs typeface="Times New Roman" panose="02020603050405020304" pitchFamily="18" charset="0"/>
              </a:rPr>
              <a:t> </a:t>
            </a:r>
            <a:r>
              <a:rPr lang="en-US" altLang="en-US" sz="3200" dirty="0" err="1">
                <a:cs typeface="Times New Roman" panose="02020603050405020304" pitchFamily="18" charset="0"/>
              </a:rPr>
              <a:t>để</a:t>
            </a:r>
            <a:r>
              <a:rPr lang="en-US" altLang="en-US" sz="3200" dirty="0">
                <a:cs typeface="Times New Roman" panose="02020603050405020304" pitchFamily="18" charset="0"/>
              </a:rPr>
              <a:t> </a:t>
            </a:r>
            <a:r>
              <a:rPr lang="en-US" altLang="en-US" sz="3200" dirty="0" err="1">
                <a:cs typeface="Times New Roman" panose="02020603050405020304" pitchFamily="18" charset="0"/>
              </a:rPr>
              <a:t>thiết</a:t>
            </a:r>
            <a:r>
              <a:rPr lang="en-US" altLang="en-US" sz="3200" dirty="0">
                <a:cs typeface="Times New Roman" panose="02020603050405020304" pitchFamily="18" charset="0"/>
              </a:rPr>
              <a:t> </a:t>
            </a:r>
            <a:r>
              <a:rPr lang="en-US" altLang="en-US" sz="3200" dirty="0" err="1">
                <a:cs typeface="Times New Roman" panose="02020603050405020304" pitchFamily="18" charset="0"/>
              </a:rPr>
              <a:t>kế</a:t>
            </a:r>
            <a:r>
              <a:rPr lang="en-US" altLang="en-US" sz="3200" dirty="0">
                <a:cs typeface="Times New Roman" panose="02020603050405020304" pitchFamily="18" charset="0"/>
              </a:rPr>
              <a:t> </a:t>
            </a:r>
            <a:r>
              <a:rPr lang="en-US" altLang="en-US" sz="3200" dirty="0" err="1">
                <a:cs typeface="Times New Roman" panose="02020603050405020304" pitchFamily="18" charset="0"/>
              </a:rPr>
              <a:t>và</a:t>
            </a:r>
            <a:r>
              <a:rPr lang="en-US" altLang="en-US" sz="3200" dirty="0">
                <a:cs typeface="Times New Roman" panose="02020603050405020304" pitchFamily="18" charset="0"/>
              </a:rPr>
              <a:t> </a:t>
            </a:r>
            <a:r>
              <a:rPr lang="en-US" altLang="en-US" sz="3200" dirty="0" err="1">
                <a:cs typeface="Times New Roman" panose="02020603050405020304" pitchFamily="18" charset="0"/>
              </a:rPr>
              <a:t>triển</a:t>
            </a:r>
            <a:r>
              <a:rPr lang="en-US" altLang="en-US" sz="3200" dirty="0">
                <a:cs typeface="Times New Roman" panose="02020603050405020304" pitchFamily="18" charset="0"/>
              </a:rPr>
              <a:t> </a:t>
            </a:r>
            <a:r>
              <a:rPr lang="en-US" altLang="en-US" sz="3200" dirty="0" err="1">
                <a:cs typeface="Times New Roman" panose="02020603050405020304" pitchFamily="18" charset="0"/>
              </a:rPr>
              <a:t>khai</a:t>
            </a:r>
            <a:r>
              <a:rPr lang="en-US" altLang="en-US" sz="3200" dirty="0">
                <a:cs typeface="Times New Roman" panose="02020603050405020304" pitchFamily="18" charset="0"/>
              </a:rPr>
              <a:t> </a:t>
            </a:r>
            <a:r>
              <a:rPr lang="en-US" altLang="en-US" sz="3200" dirty="0" err="1">
                <a:cs typeface="Times New Roman" panose="02020603050405020304" pitchFamily="18" charset="0"/>
              </a:rPr>
              <a:t>một</a:t>
            </a:r>
            <a:r>
              <a:rPr lang="en-US" altLang="en-US" sz="3200" dirty="0">
                <a:cs typeface="Times New Roman" panose="02020603050405020304" pitchFamily="18" charset="0"/>
              </a:rPr>
              <a:t> </a:t>
            </a:r>
            <a:r>
              <a:rPr lang="en-US" altLang="en-US" sz="3200" dirty="0" err="1">
                <a:cs typeface="Times New Roman" panose="02020603050405020304" pitchFamily="18" charset="0"/>
              </a:rPr>
              <a:t>ứng</a:t>
            </a:r>
            <a:r>
              <a:rPr lang="en-US" altLang="en-US" sz="3200" dirty="0">
                <a:cs typeface="Times New Roman" panose="02020603050405020304" pitchFamily="18" charset="0"/>
              </a:rPr>
              <a:t> </a:t>
            </a:r>
            <a:r>
              <a:rPr lang="en-US" altLang="en-US" sz="3200" dirty="0" err="1">
                <a:cs typeface="Times New Roman" panose="02020603050405020304" pitchFamily="18" charset="0"/>
              </a:rPr>
              <a:t>dụng</a:t>
            </a:r>
            <a:r>
              <a:rPr lang="en-US" altLang="en-US" sz="3200" dirty="0">
                <a:cs typeface="Times New Roman" panose="02020603050405020304" pitchFamily="18" charset="0"/>
              </a:rPr>
              <a:t> </a:t>
            </a:r>
            <a:r>
              <a:rPr lang="en-US" altLang="en-US" sz="3200" dirty="0" err="1">
                <a:cs typeface="Times New Roman" panose="02020603050405020304" pitchFamily="18" charset="0"/>
              </a:rPr>
              <a:t>phân</a:t>
            </a:r>
            <a:r>
              <a:rPr lang="en-US" altLang="en-US" sz="3200" dirty="0">
                <a:cs typeface="Times New Roman" panose="02020603050405020304" pitchFamily="18" charset="0"/>
              </a:rPr>
              <a:t> </a:t>
            </a:r>
            <a:r>
              <a:rPr lang="en-US" altLang="en-US" sz="3200" dirty="0" err="1">
                <a:cs typeface="Times New Roman" panose="02020603050405020304" pitchFamily="18" charset="0"/>
              </a:rPr>
              <a:t>tán</a:t>
            </a:r>
            <a:r>
              <a:rPr lang="en-US" altLang="en-US" sz="3200" dirty="0">
                <a:cs typeface="Times New Roman" panose="02020603050405020304" pitchFamily="18" charset="0"/>
              </a:rPr>
              <a:t> </a:t>
            </a:r>
            <a:r>
              <a:rPr lang="en-US" altLang="en-US" sz="3200" dirty="0" err="1">
                <a:cs typeface="Times New Roman" panose="02020603050405020304" pitchFamily="18" charset="0"/>
              </a:rPr>
              <a:t>cần</a:t>
            </a:r>
            <a:r>
              <a:rPr lang="en-US" altLang="en-US" sz="3200" dirty="0">
                <a:cs typeface="Times New Roman" panose="02020603050405020304" pitchFamily="18" charset="0"/>
              </a:rPr>
              <a:t> </a:t>
            </a:r>
            <a:r>
              <a:rPr lang="en-US" altLang="en-US" sz="3200" dirty="0" err="1">
                <a:cs typeface="Times New Roman" panose="02020603050405020304" pitchFamily="18" charset="0"/>
              </a:rPr>
              <a:t>lựa</a:t>
            </a:r>
            <a:r>
              <a:rPr lang="en-US" altLang="en-US" sz="3200" dirty="0">
                <a:cs typeface="Times New Roman" panose="02020603050405020304" pitchFamily="18" charset="0"/>
              </a:rPr>
              <a:t> </a:t>
            </a:r>
            <a:r>
              <a:rPr lang="en-US" altLang="en-US" sz="3200" dirty="0" err="1">
                <a:cs typeface="Times New Roman" panose="02020603050405020304" pitchFamily="18" charset="0"/>
              </a:rPr>
              <a:t>chọn</a:t>
            </a:r>
            <a:r>
              <a:rPr lang="en-US" altLang="en-US" sz="3200" dirty="0">
                <a:cs typeface="Times New Roman" panose="02020603050405020304" pitchFamily="18" charset="0"/>
              </a:rPr>
              <a:t> :</a:t>
            </a:r>
          </a:p>
          <a:p>
            <a:pPr lvl="1" algn="just"/>
            <a:r>
              <a:rPr lang="en-US" altLang="en-US" sz="2800" dirty="0" err="1">
                <a:cs typeface="Times New Roman" panose="02020603050405020304" pitchFamily="18" charset="0"/>
              </a:rPr>
              <a:t>Mô</a:t>
            </a:r>
            <a:r>
              <a:rPr lang="en-US" altLang="en-US" sz="2800" dirty="0">
                <a:cs typeface="Times New Roman" panose="02020603050405020304" pitchFamily="18" charset="0"/>
              </a:rPr>
              <a:t> </a:t>
            </a:r>
            <a:r>
              <a:rPr lang="en-US" altLang="en-US" sz="2800" dirty="0" err="1">
                <a:cs typeface="Times New Roman" panose="02020603050405020304" pitchFamily="18" charset="0"/>
              </a:rPr>
              <a:t>hình</a:t>
            </a:r>
            <a:r>
              <a:rPr lang="en-US" altLang="en-US" sz="2800" dirty="0">
                <a:cs typeface="Times New Roman" panose="02020603050405020304" pitchFamily="18" charset="0"/>
              </a:rPr>
              <a:t> </a:t>
            </a:r>
            <a:r>
              <a:rPr lang="en-US" altLang="en-US" sz="2800" dirty="0" err="1">
                <a:cs typeface="Times New Roman" panose="02020603050405020304" pitchFamily="18" charset="0"/>
              </a:rPr>
              <a:t>phát</a:t>
            </a:r>
            <a:r>
              <a:rPr lang="en-US" altLang="en-US" sz="2800" dirty="0">
                <a:cs typeface="Times New Roman" panose="02020603050405020304" pitchFamily="18" charset="0"/>
              </a:rPr>
              <a:t> </a:t>
            </a:r>
            <a:r>
              <a:rPr lang="en-US" altLang="en-US" sz="2800" dirty="0" err="1">
                <a:cs typeface="Times New Roman" panose="02020603050405020304" pitchFamily="18" charset="0"/>
              </a:rPr>
              <a:t>triển</a:t>
            </a:r>
            <a:r>
              <a:rPr lang="en-US" altLang="en-US" sz="2800" dirty="0">
                <a:cs typeface="Times New Roman" panose="02020603050405020304" pitchFamily="18" charset="0"/>
              </a:rPr>
              <a:t>                 </a:t>
            </a:r>
          </a:p>
          <a:p>
            <a:pPr lvl="1" algn="just"/>
            <a:r>
              <a:rPr lang="en-US" altLang="en-US" sz="2800" dirty="0" err="1">
                <a:cs typeface="Times New Roman" panose="02020603050405020304" pitchFamily="18" charset="0"/>
              </a:rPr>
              <a:t>Ngôn</a:t>
            </a:r>
            <a:r>
              <a:rPr lang="en-US" altLang="en-US" sz="2800" dirty="0">
                <a:cs typeface="Times New Roman" panose="02020603050405020304" pitchFamily="18" charset="0"/>
              </a:rPr>
              <a:t> </a:t>
            </a:r>
            <a:r>
              <a:rPr lang="en-US" altLang="en-US" sz="2800" dirty="0" err="1">
                <a:cs typeface="Times New Roman" panose="02020603050405020304" pitchFamily="18" charset="0"/>
              </a:rPr>
              <a:t>ngữ</a:t>
            </a:r>
            <a:r>
              <a:rPr lang="en-US" altLang="en-US" sz="2800" dirty="0">
                <a:cs typeface="Times New Roman" panose="02020603050405020304" pitchFamily="18" charset="0"/>
              </a:rPr>
              <a:t> </a:t>
            </a:r>
            <a:r>
              <a:rPr lang="en-US" altLang="en-US" sz="2800" dirty="0" err="1">
                <a:cs typeface="Times New Roman" panose="02020603050405020304" pitchFamily="18" charset="0"/>
              </a:rPr>
              <a:t>lập</a:t>
            </a:r>
            <a:r>
              <a:rPr lang="en-US" altLang="en-US" sz="2800" dirty="0">
                <a:cs typeface="Times New Roman" panose="02020603050405020304" pitchFamily="18" charset="0"/>
              </a:rPr>
              <a:t> </a:t>
            </a:r>
            <a:r>
              <a:rPr lang="en-US" altLang="en-US" sz="2800" dirty="0" err="1">
                <a:cs typeface="Times New Roman" panose="02020603050405020304" pitchFamily="18" charset="0"/>
              </a:rPr>
              <a:t>trình</a:t>
            </a:r>
            <a:endParaRPr lang="en-US" altLang="en-US" sz="2800" dirty="0">
              <a:cs typeface="Times New Roman" panose="02020603050405020304" pitchFamily="18" charset="0"/>
            </a:endParaRPr>
          </a:p>
          <a:p>
            <a:pPr lvl="1" algn="just"/>
            <a:r>
              <a:rPr lang="en-US" altLang="en-US" sz="2800" dirty="0" err="1">
                <a:cs typeface="Times New Roman" panose="02020603050405020304" pitchFamily="18" charset="0"/>
              </a:rPr>
              <a:t>Cơ</a:t>
            </a:r>
            <a:r>
              <a:rPr lang="en-US" altLang="en-US" sz="2800" dirty="0">
                <a:cs typeface="Times New Roman" panose="02020603050405020304" pitchFamily="18" charset="0"/>
              </a:rPr>
              <a:t> </a:t>
            </a:r>
            <a:r>
              <a:rPr lang="en-US" altLang="en-US" sz="2800" dirty="0" err="1">
                <a:cs typeface="Times New Roman" panose="02020603050405020304" pitchFamily="18" charset="0"/>
              </a:rPr>
              <a:t>sở</a:t>
            </a:r>
            <a:r>
              <a:rPr lang="en-US" altLang="en-US" sz="2800" dirty="0">
                <a:cs typeface="Times New Roman" panose="02020603050405020304" pitchFamily="18" charset="0"/>
              </a:rPr>
              <a:t> </a:t>
            </a:r>
            <a:r>
              <a:rPr lang="en-US" altLang="en-US" sz="2800" dirty="0" err="1">
                <a:cs typeface="Times New Roman" panose="02020603050405020304" pitchFamily="18" charset="0"/>
              </a:rPr>
              <a:t>dữ</a:t>
            </a:r>
            <a:r>
              <a:rPr lang="en-US" altLang="en-US" sz="2800" dirty="0">
                <a:cs typeface="Times New Roman" panose="02020603050405020304" pitchFamily="18" charset="0"/>
              </a:rPr>
              <a:t> </a:t>
            </a:r>
            <a:r>
              <a:rPr lang="en-US" altLang="en-US" sz="2800" dirty="0" err="1">
                <a:cs typeface="Times New Roman" panose="02020603050405020304" pitchFamily="18" charset="0"/>
              </a:rPr>
              <a:t>liệu</a:t>
            </a:r>
            <a:endParaRPr lang="en-US" altLang="en-US" sz="2800" dirty="0">
              <a:cs typeface="Times New Roman" panose="02020603050405020304" pitchFamily="18" charset="0"/>
            </a:endParaRPr>
          </a:p>
          <a:p>
            <a:pPr lvl="1" algn="just"/>
            <a:r>
              <a:rPr lang="en-US" altLang="en-US" sz="2800" dirty="0" err="1">
                <a:cs typeface="Times New Roman" panose="02020603050405020304" pitchFamily="18" charset="0"/>
              </a:rPr>
              <a:t>Kỹ</a:t>
            </a:r>
            <a:r>
              <a:rPr lang="en-US" altLang="en-US" sz="2800" dirty="0">
                <a:cs typeface="Times New Roman" panose="02020603050405020304" pitchFamily="18" charset="0"/>
              </a:rPr>
              <a:t> </a:t>
            </a:r>
            <a:r>
              <a:rPr lang="en-US" altLang="en-US" sz="2800" dirty="0" err="1">
                <a:cs typeface="Times New Roman" panose="02020603050405020304" pitchFamily="18" charset="0"/>
              </a:rPr>
              <a:t>thuật</a:t>
            </a:r>
            <a:r>
              <a:rPr lang="en-US" altLang="en-US" sz="2800" dirty="0">
                <a:cs typeface="Times New Roman" panose="02020603050405020304" pitchFamily="18" charset="0"/>
              </a:rPr>
              <a:t> </a:t>
            </a:r>
            <a:r>
              <a:rPr lang="en-US" altLang="en-US" sz="2800" dirty="0" err="1">
                <a:cs typeface="Times New Roman" panose="02020603050405020304" pitchFamily="18" charset="0"/>
              </a:rPr>
              <a:t>phát</a:t>
            </a:r>
            <a:r>
              <a:rPr lang="en-US" altLang="en-US" sz="2800" dirty="0">
                <a:cs typeface="Times New Roman" panose="02020603050405020304" pitchFamily="18" charset="0"/>
              </a:rPr>
              <a:t> </a:t>
            </a:r>
            <a:r>
              <a:rPr lang="en-US" altLang="en-US" sz="2800" dirty="0" err="1">
                <a:cs typeface="Times New Roman" panose="02020603050405020304" pitchFamily="18" charset="0"/>
              </a:rPr>
              <a:t>triển</a:t>
            </a:r>
            <a:r>
              <a:rPr lang="en-US" altLang="en-US" sz="2800" dirty="0">
                <a:cs typeface="Times New Roman" panose="02020603050405020304" pitchFamily="18" charset="0"/>
              </a:rPr>
              <a:t> </a:t>
            </a:r>
          </a:p>
          <a:p>
            <a:pPr lvl="1" algn="just"/>
            <a:r>
              <a:rPr lang="en-US" altLang="en-US" sz="2800" dirty="0" err="1">
                <a:cs typeface="Times New Roman" panose="02020603050405020304" pitchFamily="18" charset="0"/>
              </a:rPr>
              <a:t>Quản</a:t>
            </a:r>
            <a:r>
              <a:rPr lang="en-US" altLang="en-US" sz="2800" dirty="0">
                <a:cs typeface="Times New Roman" panose="02020603050405020304" pitchFamily="18" charset="0"/>
              </a:rPr>
              <a:t> </a:t>
            </a:r>
            <a:r>
              <a:rPr lang="en-US" altLang="en-US" sz="2800" dirty="0" err="1">
                <a:cs typeface="Times New Roman" panose="02020603050405020304" pitchFamily="18" charset="0"/>
              </a:rPr>
              <a:t>lý</a:t>
            </a:r>
            <a:r>
              <a:rPr lang="en-US" altLang="en-US" sz="2800" dirty="0">
                <a:cs typeface="Times New Roman" panose="02020603050405020304" pitchFamily="18" charset="0"/>
              </a:rPr>
              <a:t> </a:t>
            </a:r>
            <a:r>
              <a:rPr lang="en-US" altLang="en-US" sz="2800" dirty="0" err="1">
                <a:cs typeface="Times New Roman" panose="02020603050405020304" pitchFamily="18" charset="0"/>
              </a:rPr>
              <a:t>bộ</a:t>
            </a:r>
            <a:r>
              <a:rPr lang="en-US" altLang="en-US" sz="2800" dirty="0">
                <a:cs typeface="Times New Roman" panose="02020603050405020304" pitchFamily="18" charset="0"/>
              </a:rPr>
              <a:t> </a:t>
            </a:r>
            <a:r>
              <a:rPr lang="en-US" altLang="en-US" sz="2800" dirty="0" err="1">
                <a:cs typeface="Times New Roman" panose="02020603050405020304" pitchFamily="18" charset="0"/>
              </a:rPr>
              <a:t>nhớ</a:t>
            </a:r>
            <a:r>
              <a:rPr lang="en-US" altLang="en-US" sz="2800" dirty="0">
                <a:cs typeface="Times New Roman" panose="02020603050405020304" pitchFamily="18" charset="0"/>
              </a:rPr>
              <a:t> </a:t>
            </a:r>
          </a:p>
          <a:p>
            <a:pPr lvl="1" algn="just"/>
            <a:r>
              <a:rPr lang="en-US" altLang="en-US" sz="2800" dirty="0" err="1">
                <a:cs typeface="Times New Roman" panose="02020603050405020304" pitchFamily="18" charset="0"/>
              </a:rPr>
              <a:t>Quản</a:t>
            </a:r>
            <a:r>
              <a:rPr lang="en-US" altLang="en-US" sz="2800" dirty="0">
                <a:cs typeface="Times New Roman" panose="02020603050405020304" pitchFamily="18" charset="0"/>
              </a:rPr>
              <a:t> </a:t>
            </a:r>
            <a:r>
              <a:rPr lang="en-US" altLang="en-US" sz="2800" dirty="0" err="1">
                <a:cs typeface="Times New Roman" panose="02020603050405020304" pitchFamily="18" charset="0"/>
              </a:rPr>
              <a:t>lý</a:t>
            </a:r>
            <a:r>
              <a:rPr lang="en-US" altLang="en-US" sz="2800" dirty="0">
                <a:cs typeface="Times New Roman" panose="02020603050405020304" pitchFamily="18" charset="0"/>
              </a:rPr>
              <a:t> </a:t>
            </a:r>
            <a:r>
              <a:rPr lang="en-US" altLang="en-US" sz="2800" dirty="0" err="1">
                <a:cs typeface="Times New Roman" panose="02020603050405020304" pitchFamily="18" charset="0"/>
              </a:rPr>
              <a:t>bảo</a:t>
            </a:r>
            <a:r>
              <a:rPr lang="en-US" altLang="en-US" sz="2800" dirty="0">
                <a:cs typeface="Times New Roman" panose="02020603050405020304" pitchFamily="18" charset="0"/>
              </a:rPr>
              <a:t> </a:t>
            </a:r>
            <a:r>
              <a:rPr lang="en-US" altLang="en-US" sz="2800" dirty="0" err="1">
                <a:cs typeface="Times New Roman" panose="02020603050405020304" pitchFamily="18" charset="0"/>
              </a:rPr>
              <a:t>mật</a:t>
            </a:r>
            <a:endParaRPr lang="en-US" altLang="en-US" sz="2800" dirty="0">
              <a:cs typeface="Times New Roman" panose="02020603050405020304" pitchFamily="18" charset="0"/>
            </a:endParaRPr>
          </a:p>
          <a:p>
            <a:pPr lvl="1" algn="just"/>
            <a:r>
              <a:rPr lang="en-US" altLang="en-US" sz="2800" dirty="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9DE33FB-A233-6FAB-D584-B5B3C342D0FA}"/>
              </a:ext>
            </a:extLst>
          </p:cNvPr>
          <p:cNvSpPr>
            <a:spLocks noChangeArrowheads="1"/>
          </p:cNvSpPr>
          <p:nvPr/>
        </p:nvSpPr>
        <p:spPr bwMode="auto">
          <a:xfrm>
            <a:off x="14478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6147" name="Text Box 4">
            <a:extLst>
              <a:ext uri="{FF2B5EF4-FFF2-40B4-BE49-F238E27FC236}">
                <a16:creationId xmlns:a16="http://schemas.microsoft.com/office/drawing/2014/main" id="{A9D689C9-6CD9-23E1-99BC-4EA532CDE14D}"/>
              </a:ext>
            </a:extLst>
          </p:cNvPr>
          <p:cNvSpPr txBox="1">
            <a:spLocks noChangeArrowheads="1"/>
          </p:cNvSpPr>
          <p:nvPr/>
        </p:nvSpPr>
        <p:spPr bwMode="auto">
          <a:xfrm>
            <a:off x="2057400" y="1143001"/>
            <a:ext cx="845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a:buFontTx/>
              <a:buChar char="•"/>
            </a:pPr>
            <a:endParaRPr lang="en-US" altLang="en-US" sz="2800" dirty="0">
              <a:latin typeface="Times New Roman" panose="02020603050405020304" pitchFamily="18" charset="0"/>
              <a:cs typeface="Times New Roman" panose="02020603050405020304" pitchFamily="18" charset="0"/>
            </a:endParaRPr>
          </a:p>
        </p:txBody>
      </p:sp>
      <p:sp>
        <p:nvSpPr>
          <p:cNvPr id="6148" name="Text Box 11">
            <a:extLst>
              <a:ext uri="{FF2B5EF4-FFF2-40B4-BE49-F238E27FC236}">
                <a16:creationId xmlns:a16="http://schemas.microsoft.com/office/drawing/2014/main" id="{553EE33F-CB17-9A72-C893-B35B3F282657}"/>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4" name="Title 3">
            <a:extLst>
              <a:ext uri="{FF2B5EF4-FFF2-40B4-BE49-F238E27FC236}">
                <a16:creationId xmlns:a16="http://schemas.microsoft.com/office/drawing/2014/main" id="{CED0E130-4C1B-0A87-5987-398CD8E3C50B}"/>
              </a:ext>
            </a:extLst>
          </p:cNvPr>
          <p:cNvSpPr>
            <a:spLocks noGrp="1"/>
          </p:cNvSpPr>
          <p:nvPr>
            <p:ph type="title"/>
          </p:nvPr>
        </p:nvSpPr>
        <p:spPr/>
        <p:txBody>
          <a:bodyPr>
            <a:normAutofit/>
          </a:bodyPr>
          <a:lstStyle/>
          <a:p>
            <a:r>
              <a:rPr lang="en-US" dirty="0"/>
              <a:t>NGÔN NGỮ LẬP TRÌNH PHÂN TÁN</a:t>
            </a:r>
          </a:p>
        </p:txBody>
      </p:sp>
      <p:sp>
        <p:nvSpPr>
          <p:cNvPr id="5" name="Content Placeholder 4">
            <a:extLst>
              <a:ext uri="{FF2B5EF4-FFF2-40B4-BE49-F238E27FC236}">
                <a16:creationId xmlns:a16="http://schemas.microsoft.com/office/drawing/2014/main" id="{3C5801A6-CF02-02AF-C5FC-B225F1BDA0E3}"/>
              </a:ext>
            </a:extLst>
          </p:cNvPr>
          <p:cNvSpPr>
            <a:spLocks noGrp="1"/>
          </p:cNvSpPr>
          <p:nvPr>
            <p:ph idx="1"/>
          </p:nvPr>
        </p:nvSpPr>
        <p:spPr/>
        <p:txBody>
          <a:bodyPr/>
          <a:lstStyle/>
          <a:p>
            <a:pPr algn="just" defTabSz="457200">
              <a:lnSpc>
                <a:spcPct val="100000"/>
              </a:lnSpc>
              <a:spcBef>
                <a:spcPts val="0"/>
              </a:spcBef>
              <a:defRPr/>
            </a:pP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Các</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ngôn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ngữ</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lập</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trình</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cổ</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điển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chẳng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hạn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như</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Fortran, Pascal,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và</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C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là</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không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thích</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hợp</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cho</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các</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hệ</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thống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phân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tán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Những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loại</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ngôn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ngữ</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này</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không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hỗ</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trợ</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tốt</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cho</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các</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vấn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đề</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như</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p>
          <a:p>
            <a:pPr lvl="1" algn="just" defTabSz="457200">
              <a:lnSpc>
                <a:spcPct val="100000"/>
              </a:lnSpc>
              <a:spcBef>
                <a:spcPts val="0"/>
              </a:spcBef>
              <a:defRPr/>
            </a:pPr>
            <a:r>
              <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rPr>
              <a:t>Concurrency</a:t>
            </a:r>
          </a:p>
          <a:p>
            <a:pPr lvl="1" algn="just" defTabSz="457200">
              <a:lnSpc>
                <a:spcPct val="100000"/>
              </a:lnSpc>
              <a:spcBef>
                <a:spcPts val="0"/>
              </a:spcBef>
              <a:defRPr/>
            </a:pPr>
            <a:r>
              <a:rPr lang="en-US" altLang="en-US" dirty="0">
                <a:solidFill>
                  <a:prstClr val="black"/>
                </a:solidFill>
                <a:cs typeface="Times New Roman" panose="02020603050405020304" pitchFamily="18" charset="0"/>
              </a:rPr>
              <a:t>T</a:t>
            </a: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ruyền</a:t>
            </a:r>
            <a:r>
              <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thông</a:t>
            </a:r>
            <a:endParaRPr lang="en-US" altLang="en-US" dirty="0">
              <a:solidFill>
                <a:prstClr val="black"/>
              </a:solidFill>
              <a:cs typeface="Times New Roman" panose="02020603050405020304" pitchFamily="18" charset="0"/>
            </a:endParaRPr>
          </a:p>
          <a:p>
            <a:pPr lvl="1" algn="just" defTabSz="457200">
              <a:lnSpc>
                <a:spcPct val="100000"/>
              </a:lnSpc>
              <a:spcBef>
                <a:spcPts val="0"/>
              </a:spcBef>
              <a:defRPr/>
            </a:pP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Đồng</a:t>
            </a:r>
            <a:r>
              <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bộ</a:t>
            </a:r>
            <a:r>
              <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hóa</a:t>
            </a:r>
            <a:endPar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endParaRPr>
          </a:p>
          <a:p>
            <a:pPr lvl="1" algn="just" defTabSz="457200">
              <a:lnSpc>
                <a:spcPct val="100000"/>
              </a:lnSpc>
              <a:spcBef>
                <a:spcPts val="0"/>
              </a:spcBef>
              <a:defRPr/>
            </a:pP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Đáng</a:t>
            </a:r>
            <a:r>
              <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rPr>
              <a:t> tin </a:t>
            </a:r>
            <a:r>
              <a:rPr kumimoji="0" lang="en-US" altLang="en-US" b="0" i="0" u="none" strike="noStrike" kern="1200" cap="none" spc="0" normalizeH="0" baseline="0" noProof="0" dirty="0" err="1">
                <a:ln>
                  <a:noFill/>
                </a:ln>
                <a:solidFill>
                  <a:prstClr val="black"/>
                </a:solidFill>
                <a:effectLst/>
                <a:uLnTx/>
                <a:uFillTx/>
                <a:cs typeface="Times New Roman" panose="02020603050405020304" pitchFamily="18" charset="0"/>
              </a:rPr>
              <a:t>cậy</a:t>
            </a:r>
            <a:endPar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endParaRPr>
          </a:p>
          <a:p>
            <a:pPr lvl="1" algn="just" defTabSz="457200">
              <a:lnSpc>
                <a:spcPct val="100000"/>
              </a:lnSpc>
              <a:spcBef>
                <a:spcPts val="0"/>
              </a:spcBef>
              <a:defRPr/>
            </a:pPr>
            <a:r>
              <a:rPr kumimoji="0" lang="en-US" altLang="en-US" b="0" i="0" u="none" strike="noStrike" kern="1200" cap="none" spc="0" normalizeH="0" baseline="0" noProof="0" dirty="0">
                <a:ln>
                  <a:noFill/>
                </a:ln>
                <a:solidFill>
                  <a:prstClr val="black"/>
                </a:solidFill>
                <a:effectLst/>
                <a:uLnTx/>
                <a:uFillTx/>
                <a:cs typeface="Times New Roman" panose="02020603050405020304" pitchFamily="18" charset="0"/>
              </a:rPr>
              <a:t>...</a:t>
            </a:r>
          </a:p>
        </p:txBody>
      </p:sp>
    </p:spTree>
    <p:extLst>
      <p:ext uri="{BB962C8B-B14F-4D97-AF65-F5344CB8AC3E}">
        <p14:creationId xmlns:p14="http://schemas.microsoft.com/office/powerpoint/2010/main" val="246836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9DE33FB-A233-6FAB-D584-B5B3C342D0FA}"/>
              </a:ext>
            </a:extLst>
          </p:cNvPr>
          <p:cNvSpPr>
            <a:spLocks noChangeArrowheads="1"/>
          </p:cNvSpPr>
          <p:nvPr/>
        </p:nvSpPr>
        <p:spPr bwMode="auto">
          <a:xfrm>
            <a:off x="14478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6147" name="Text Box 4">
            <a:extLst>
              <a:ext uri="{FF2B5EF4-FFF2-40B4-BE49-F238E27FC236}">
                <a16:creationId xmlns:a16="http://schemas.microsoft.com/office/drawing/2014/main" id="{A9D689C9-6CD9-23E1-99BC-4EA532CDE14D}"/>
              </a:ext>
            </a:extLst>
          </p:cNvPr>
          <p:cNvSpPr txBox="1">
            <a:spLocks noChangeArrowheads="1"/>
          </p:cNvSpPr>
          <p:nvPr/>
        </p:nvSpPr>
        <p:spPr bwMode="auto">
          <a:xfrm>
            <a:off x="2057400" y="1143001"/>
            <a:ext cx="845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a:buFontTx/>
              <a:buChar char="•"/>
            </a:pPr>
            <a:endParaRPr lang="en-US" altLang="en-US" sz="2800" dirty="0">
              <a:latin typeface="Times New Roman" panose="02020603050405020304" pitchFamily="18" charset="0"/>
              <a:cs typeface="Times New Roman" panose="02020603050405020304" pitchFamily="18" charset="0"/>
            </a:endParaRPr>
          </a:p>
        </p:txBody>
      </p:sp>
      <p:sp>
        <p:nvSpPr>
          <p:cNvPr id="6148" name="Text Box 11">
            <a:extLst>
              <a:ext uri="{FF2B5EF4-FFF2-40B4-BE49-F238E27FC236}">
                <a16:creationId xmlns:a16="http://schemas.microsoft.com/office/drawing/2014/main" id="{553EE33F-CB17-9A72-C893-B35B3F282657}"/>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4" name="Title 3">
            <a:extLst>
              <a:ext uri="{FF2B5EF4-FFF2-40B4-BE49-F238E27FC236}">
                <a16:creationId xmlns:a16="http://schemas.microsoft.com/office/drawing/2014/main" id="{CED0E130-4C1B-0A87-5987-398CD8E3C50B}"/>
              </a:ext>
            </a:extLst>
          </p:cNvPr>
          <p:cNvSpPr>
            <a:spLocks noGrp="1"/>
          </p:cNvSpPr>
          <p:nvPr>
            <p:ph type="title"/>
          </p:nvPr>
        </p:nvSpPr>
        <p:spPr/>
        <p:txBody>
          <a:bodyPr>
            <a:normAutofit/>
          </a:bodyPr>
          <a:lstStyle/>
          <a:p>
            <a:r>
              <a:rPr lang="en-US" dirty="0"/>
              <a:t>NGÔN NGỮ LẬP TRÌNH PHÂN TÁN</a:t>
            </a:r>
          </a:p>
        </p:txBody>
      </p:sp>
      <p:sp>
        <p:nvSpPr>
          <p:cNvPr id="5" name="Content Placeholder 4">
            <a:extLst>
              <a:ext uri="{FF2B5EF4-FFF2-40B4-BE49-F238E27FC236}">
                <a16:creationId xmlns:a16="http://schemas.microsoft.com/office/drawing/2014/main" id="{3C5801A6-CF02-02AF-C5FC-B225F1BDA0E3}"/>
              </a:ext>
            </a:extLst>
          </p:cNvPr>
          <p:cNvSpPr>
            <a:spLocks noGrp="1"/>
          </p:cNvSpPr>
          <p:nvPr>
            <p:ph idx="1"/>
          </p:nvPr>
        </p:nvSpPr>
        <p:spPr/>
        <p:txBody>
          <a:bodyPr/>
          <a:lstStyle/>
          <a:p>
            <a:pPr algn="just" defTabSz="457200">
              <a:lnSpc>
                <a:spcPct val="100000"/>
              </a:lnSpc>
              <a:spcBef>
                <a:spcPts val="0"/>
              </a:spcBef>
              <a:defRPr/>
            </a:pP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Hiện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có</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ba</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vấn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đề</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cơ</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bản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mà</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phân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biệt</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được</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chương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trình</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phân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tán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từ</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chương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trình</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tuần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tự</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(sequential program)</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Sử</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dụng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xư</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ly</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nhiều</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yếu</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tố</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phân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tán</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(PES)</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Hợp</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tác</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giữa</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các</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PES</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Khả</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năng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chịu</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lỗi</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ứng</a:t>
            </a:r>
            <a:r>
              <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2800" b="0" i="0" u="none" strike="noStrike" kern="1200" cap="none" spc="0" normalizeH="0" baseline="0" noProof="0" dirty="0" err="1">
                <a:ln>
                  <a:noFill/>
                </a:ln>
                <a:solidFill>
                  <a:prstClr val="black"/>
                </a:solidFill>
                <a:effectLst/>
                <a:uLnTx/>
                <a:uFillTx/>
                <a:cs typeface="Times New Roman" panose="02020603050405020304" pitchFamily="18" charset="0"/>
              </a:rPr>
              <a:t>dụng</a:t>
            </a:r>
            <a:endParaRPr kumimoji="0" lang="en-US" altLang="en-US" sz="2800" b="0" i="0" u="none" strike="noStrike" kern="1200" cap="none" spc="0" normalizeH="0" baseline="0" noProof="0" dirty="0">
              <a:ln>
                <a:noFill/>
              </a:ln>
              <a:solidFill>
                <a:prstClr val="black"/>
              </a:solidFill>
              <a:effectLst/>
              <a:uLnTx/>
              <a:uFillTx/>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11">
            <a:extLst>
              <a:ext uri="{FF2B5EF4-FFF2-40B4-BE49-F238E27FC236}">
                <a16:creationId xmlns:a16="http://schemas.microsoft.com/office/drawing/2014/main" id="{80A9EA13-228C-3F16-EB06-CAF15CB0C032}"/>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7172" name="Rectangle 2">
            <a:extLst>
              <a:ext uri="{FF2B5EF4-FFF2-40B4-BE49-F238E27FC236}">
                <a16:creationId xmlns:a16="http://schemas.microsoft.com/office/drawing/2014/main" id="{D4E1D9CD-E73D-44A4-11A9-D857D64EF555}"/>
              </a:ext>
            </a:extLst>
          </p:cNvPr>
          <p:cNvSpPr>
            <a:spLocks noChangeArrowheads="1"/>
          </p:cNvSpPr>
          <p:nvPr/>
        </p:nvSpPr>
        <p:spPr bwMode="auto">
          <a:xfrm>
            <a:off x="14478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B4C2677E-FAF7-7613-69BA-450F192AEDE6}"/>
              </a:ext>
            </a:extLst>
          </p:cNvPr>
          <p:cNvSpPr>
            <a:spLocks noGrp="1"/>
          </p:cNvSpPr>
          <p:nvPr>
            <p:ph type="title"/>
          </p:nvPr>
        </p:nvSpPr>
        <p:spPr/>
        <p:txBody>
          <a:bodyPr>
            <a:normAutofit/>
          </a:bodyPr>
          <a:lstStyle/>
          <a:p>
            <a:r>
              <a:rPr lang="en-US" dirty="0"/>
              <a:t>NGÔN NGỮ LẬP TRÌNH PHÂN TÁN</a:t>
            </a:r>
          </a:p>
        </p:txBody>
      </p:sp>
      <p:sp>
        <p:nvSpPr>
          <p:cNvPr id="3" name="Content Placeholder 2">
            <a:extLst>
              <a:ext uri="{FF2B5EF4-FFF2-40B4-BE49-F238E27FC236}">
                <a16:creationId xmlns:a16="http://schemas.microsoft.com/office/drawing/2014/main" id="{8132BA8C-E10E-5BA5-06A5-832EFDA8AD2C}"/>
              </a:ext>
            </a:extLst>
          </p:cNvPr>
          <p:cNvSpPr>
            <a:spLocks noGrp="1"/>
          </p:cNvSpPr>
          <p:nvPr>
            <p:ph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Ngôn</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ngữ</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hỗ</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trợ</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lập</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trình</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phân</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tán</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có</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đặc</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sym typeface="Wingdings" panose="05000000000000000000" pitchFamily="2" charset="2"/>
              </a:rPr>
              <a:t>điểm</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sym typeface="Wingdings" panose="05000000000000000000" pitchFamily="2" charset="2"/>
              </a:rPr>
              <a:t>:</a:t>
            </a: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 Song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song</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tiến</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trinh</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đối</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tượng</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tường</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thuật</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mapping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 Giao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tiếp</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Thông</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điệp</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chia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sẻ</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dữ</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liệu</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đối</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tượng</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Chịu</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lỗi</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trong</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suốt</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giao</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dịch</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nguyên</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tố</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a:t>
            </a:r>
            <a:r>
              <a:rPr kumimoji="0" lang="en-US" altLang="en-US" sz="3200" b="0" i="0" u="none" strike="noStrike" kern="1200" cap="none" spc="0" normalizeH="0" baseline="0" noProof="0" dirty="0" err="1">
                <a:ln>
                  <a:noFill/>
                </a:ln>
                <a:solidFill>
                  <a:prstClr val="black"/>
                </a:solidFill>
                <a:effectLst/>
                <a:uLnTx/>
                <a:uFillTx/>
                <a:cs typeface="Times New Roman" panose="02020603050405020304" pitchFamily="18" charset="0"/>
              </a:rPr>
              <a:t>lỗi</a:t>
            </a:r>
            <a:r>
              <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rPr>
              <a:t> NIL ...</a:t>
            </a: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cs typeface="Times New Roman" panose="02020603050405020304" pitchFamily="18" charset="0"/>
            </a:endParaRPr>
          </a:p>
          <a:p>
            <a:endParaRPr lang="en-US" dirty="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78BBC9-0741-1ACE-AF5B-40E5617048E5}"/>
              </a:ext>
            </a:extLst>
          </p:cNvPr>
          <p:cNvSpPr>
            <a:spLocks noChangeArrowheads="1"/>
          </p:cNvSpPr>
          <p:nvPr/>
        </p:nvSpPr>
        <p:spPr bwMode="auto">
          <a:xfrm>
            <a:off x="1524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10244" name="Text Box 11">
            <a:extLst>
              <a:ext uri="{FF2B5EF4-FFF2-40B4-BE49-F238E27FC236}">
                <a16:creationId xmlns:a16="http://schemas.microsoft.com/office/drawing/2014/main" id="{92E82AA1-B4F0-5ED0-67AB-C4DF4BA60C72}"/>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pic>
        <p:nvPicPr>
          <p:cNvPr id="10246" name="Picture 2">
            <a:extLst>
              <a:ext uri="{FF2B5EF4-FFF2-40B4-BE49-F238E27FC236}">
                <a16:creationId xmlns:a16="http://schemas.microsoft.com/office/drawing/2014/main" id="{4AC4C0A9-A159-F948-B2D6-5F586E23D3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1808957"/>
            <a:ext cx="3611562"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pic>
      <p:sp>
        <p:nvSpPr>
          <p:cNvPr id="3" name="Content Placeholder 2">
            <a:extLst>
              <a:ext uri="{FF2B5EF4-FFF2-40B4-BE49-F238E27FC236}">
                <a16:creationId xmlns:a16="http://schemas.microsoft.com/office/drawing/2014/main" id="{66895E70-BA57-594F-10EC-CE46F86D34F7}"/>
              </a:ext>
            </a:extLst>
          </p:cNvPr>
          <p:cNvSpPr>
            <a:spLocks noGrp="1"/>
          </p:cNvSpPr>
          <p:nvPr>
            <p:ph idx="1"/>
          </p:nvPr>
        </p:nvSpPr>
        <p:spPr>
          <a:xfrm>
            <a:off x="838200" y="1600200"/>
            <a:ext cx="6248400" cy="4576763"/>
          </a:xfrm>
        </p:spPr>
        <p:txBody>
          <a:bodyPr/>
          <a:lstStyle/>
          <a:p>
            <a:pPr marL="0" indent="0">
              <a:buNone/>
            </a:pPr>
            <a:r>
              <a:rPr lang="en-US" altLang="en-US" dirty="0"/>
              <a:t>Client Server</a:t>
            </a:r>
          </a:p>
          <a:p>
            <a:r>
              <a:rPr lang="vi-VN" altLang="en-US" dirty="0">
                <a:latin typeface="Calibri" panose="020F0502020204030204" pitchFamily="34" charset="0"/>
                <a:cs typeface="Calibri" panose="020F0502020204030204" pitchFamily="34" charset="0"/>
              </a:rPr>
              <a:t> Là mô hình được áp dụng rất rộng rãi trong các ứng dụng hiện có. </a:t>
            </a:r>
          </a:p>
          <a:p>
            <a:r>
              <a:rPr lang="vi-VN" altLang="en-US" dirty="0">
                <a:latin typeface="Calibri" panose="020F0502020204030204" pitchFamily="34" charset="0"/>
                <a:cs typeface="Calibri" panose="020F0502020204030204" pitchFamily="34" charset="0"/>
              </a:rPr>
              <a:t> Trên thực tế thì một server có thể được nối tới nhiều server khác nhằm làm việc hiệu quả và nhanh hơn. </a:t>
            </a:r>
          </a:p>
          <a:p>
            <a:r>
              <a:rPr lang="vi-VN" altLang="en-US" dirty="0">
                <a:latin typeface="Calibri" panose="020F0502020204030204" pitchFamily="34" charset="0"/>
                <a:cs typeface="Calibri" panose="020F0502020204030204" pitchFamily="34" charset="0"/>
              </a:rPr>
              <a:t> Khi nhận được 1 yêu cầu từ client, server này có thể gửi tiếp yêu cầu vừa nhận được cho server khác (ví dụ như database server)</a:t>
            </a:r>
            <a:endParaRPr lang="en-US" altLang="en-US" dirty="0">
              <a:latin typeface="Calibri" panose="020F0502020204030204" pitchFamily="34" charset="0"/>
              <a:cs typeface="Calibri" panose="020F0502020204030204" pitchFamily="34" charset="0"/>
            </a:endParaRPr>
          </a:p>
          <a:p>
            <a:endParaRPr lang="en-US" dirty="0"/>
          </a:p>
        </p:txBody>
      </p:sp>
      <p:sp>
        <p:nvSpPr>
          <p:cNvPr id="2" name="Title 1">
            <a:extLst>
              <a:ext uri="{FF2B5EF4-FFF2-40B4-BE49-F238E27FC236}">
                <a16:creationId xmlns:a16="http://schemas.microsoft.com/office/drawing/2014/main" id="{B4CDBF90-481F-2C47-F618-02797B4347B0}"/>
              </a:ext>
            </a:extLst>
          </p:cNvPr>
          <p:cNvSpPr>
            <a:spLocks noGrp="1"/>
          </p:cNvSpPr>
          <p:nvPr>
            <p:ph type="title"/>
          </p:nvPr>
        </p:nvSpPr>
        <p:spPr/>
        <p:txBody>
          <a:bodyPr/>
          <a:lstStyle/>
          <a:p>
            <a:r>
              <a:rPr lang="en-US" dirty="0"/>
              <a:t>MÔ HÌNH THIẾT KẾ</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F39F7BB8-F045-1DDF-6DE6-A2F1C9BD8903}"/>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4" name="Content Placeholder 3">
            <a:extLst>
              <a:ext uri="{FF2B5EF4-FFF2-40B4-BE49-F238E27FC236}">
                <a16:creationId xmlns:a16="http://schemas.microsoft.com/office/drawing/2014/main" id="{B9CFCE15-2EF2-DB18-A9D8-1AE5D29B3FC9}"/>
              </a:ext>
            </a:extLst>
          </p:cNvPr>
          <p:cNvSpPr>
            <a:spLocks noGrp="1"/>
          </p:cNvSpPr>
          <p:nvPr>
            <p:ph idx="1"/>
          </p:nvPr>
        </p:nvSpPr>
        <p:spPr/>
        <p:txBody>
          <a:bodyPr/>
          <a:lstStyle/>
          <a:p>
            <a:pPr marL="0" lvl="0" indent="0">
              <a:buNone/>
            </a:pPr>
            <a:r>
              <a:rPr lang="en-US" noProof="0" dirty="0" err="1"/>
              <a:t>Thiết</a:t>
            </a:r>
            <a:r>
              <a:rPr lang="en-US" noProof="0" dirty="0"/>
              <a:t> </a:t>
            </a:r>
            <a:r>
              <a:rPr lang="en-US" noProof="0" dirty="0" err="1"/>
              <a:t>kế</a:t>
            </a:r>
            <a:r>
              <a:rPr lang="en-US" noProof="0" dirty="0"/>
              <a:t> </a:t>
            </a:r>
            <a:r>
              <a:rPr lang="en-US" noProof="0" dirty="0" err="1"/>
              <a:t>và</a:t>
            </a:r>
            <a:r>
              <a:rPr lang="en-US" noProof="0" dirty="0"/>
              <a:t> </a:t>
            </a:r>
            <a:r>
              <a:rPr lang="en-US" noProof="0" dirty="0" err="1"/>
              <a:t>triển</a:t>
            </a:r>
            <a:r>
              <a:rPr lang="en-US" noProof="0" dirty="0"/>
              <a:t> </a:t>
            </a:r>
            <a:r>
              <a:rPr lang="en-US" noProof="0" dirty="0" err="1"/>
              <a:t>khai</a:t>
            </a:r>
            <a:r>
              <a:rPr lang="en-US" noProof="0" dirty="0"/>
              <a:t> cluster </a:t>
            </a:r>
            <a:r>
              <a:rPr lang="en-US" noProof="0" dirty="0" err="1"/>
              <a:t>cần</a:t>
            </a:r>
            <a:r>
              <a:rPr lang="en-US" noProof="0" dirty="0"/>
              <a:t> </a:t>
            </a:r>
            <a:r>
              <a:rPr lang="en-US" noProof="0" dirty="0" err="1"/>
              <a:t>thoả</a:t>
            </a:r>
            <a:r>
              <a:rPr lang="en-US" noProof="0" dirty="0"/>
              <a:t> </a:t>
            </a:r>
            <a:r>
              <a:rPr lang="en-US" noProof="0" dirty="0" err="1"/>
              <a:t>mãn</a:t>
            </a:r>
            <a:r>
              <a:rPr lang="en-US" noProof="0" dirty="0"/>
              <a:t> </a:t>
            </a:r>
            <a:r>
              <a:rPr lang="en-US" noProof="0" dirty="0" err="1"/>
              <a:t>các</a:t>
            </a:r>
            <a:r>
              <a:rPr lang="en-US" noProof="0" dirty="0"/>
              <a:t> </a:t>
            </a:r>
            <a:r>
              <a:rPr lang="en-US" noProof="0" dirty="0" err="1"/>
              <a:t>yêu</a:t>
            </a:r>
            <a:r>
              <a:rPr lang="en-US" noProof="0" dirty="0"/>
              <a:t> </a:t>
            </a:r>
            <a:r>
              <a:rPr lang="en-US" noProof="0" dirty="0" err="1"/>
              <a:t>cầu</a:t>
            </a:r>
            <a:r>
              <a:rPr lang="en-US" noProof="0" dirty="0"/>
              <a:t>:</a:t>
            </a:r>
          </a:p>
          <a:p>
            <a:pPr lvl="0"/>
            <a:r>
              <a:rPr lang="en-US" noProof="0" dirty="0" err="1"/>
              <a:t>Tính</a:t>
            </a:r>
            <a:r>
              <a:rPr lang="en-US" noProof="0" dirty="0"/>
              <a:t> </a:t>
            </a:r>
            <a:r>
              <a:rPr lang="en-US" noProof="0" dirty="0" err="1"/>
              <a:t>sẵn</a:t>
            </a:r>
            <a:r>
              <a:rPr lang="en-US" noProof="0" dirty="0"/>
              <a:t> </a:t>
            </a:r>
            <a:r>
              <a:rPr lang="en-US" noProof="0" dirty="0" err="1"/>
              <a:t>sàng</a:t>
            </a:r>
            <a:r>
              <a:rPr lang="en-US" noProof="0" dirty="0"/>
              <a:t> </a:t>
            </a:r>
            <a:r>
              <a:rPr lang="en-US" noProof="0" dirty="0" err="1"/>
              <a:t>cao</a:t>
            </a:r>
            <a:r>
              <a:rPr lang="en-US" noProof="0" dirty="0"/>
              <a:t> (availability): </a:t>
            </a:r>
            <a:r>
              <a:rPr lang="en-US" noProof="0" dirty="0" err="1"/>
              <a:t>tài</a:t>
            </a:r>
            <a:r>
              <a:rPr lang="en-US" noProof="0" dirty="0"/>
              <a:t> </a:t>
            </a:r>
            <a:r>
              <a:rPr lang="en-US" noProof="0" dirty="0" err="1"/>
              <a:t>nguyên</a:t>
            </a:r>
            <a:r>
              <a:rPr lang="en-US" noProof="0" dirty="0"/>
              <a:t> </a:t>
            </a:r>
            <a:r>
              <a:rPr lang="en-US" noProof="0" dirty="0" err="1"/>
              <a:t>luôn</a:t>
            </a:r>
            <a:r>
              <a:rPr lang="en-US" noProof="0" dirty="0"/>
              <a:t> </a:t>
            </a:r>
            <a:r>
              <a:rPr lang="en-US" noProof="0" dirty="0" err="1"/>
              <a:t>sẵn</a:t>
            </a:r>
            <a:r>
              <a:rPr lang="en-US" noProof="0" dirty="0"/>
              <a:t> </a:t>
            </a:r>
            <a:r>
              <a:rPr lang="en-US" noProof="0" dirty="0" err="1"/>
              <a:t>sàng</a:t>
            </a:r>
            <a:r>
              <a:rPr lang="en-US" noProof="0" dirty="0"/>
              <a:t> </a:t>
            </a:r>
            <a:r>
              <a:rPr lang="en-US" noProof="0" dirty="0" err="1"/>
              <a:t>trong</a:t>
            </a:r>
            <a:r>
              <a:rPr lang="en-US" noProof="0" dirty="0"/>
              <a:t> </a:t>
            </a:r>
            <a:r>
              <a:rPr lang="en-US" noProof="0" dirty="0" err="1"/>
              <a:t>khả</a:t>
            </a:r>
            <a:r>
              <a:rPr lang="en-US" noProof="0" dirty="0"/>
              <a:t> </a:t>
            </a:r>
            <a:r>
              <a:rPr lang="en-US" noProof="0" dirty="0" err="1"/>
              <a:t>năng</a:t>
            </a:r>
            <a:r>
              <a:rPr lang="en-US" noProof="0" dirty="0"/>
              <a:t> </a:t>
            </a:r>
            <a:r>
              <a:rPr lang="en-US" noProof="0" dirty="0" err="1"/>
              <a:t>cao</a:t>
            </a:r>
            <a:r>
              <a:rPr lang="en-US" noProof="0" dirty="0"/>
              <a:t> </a:t>
            </a:r>
            <a:r>
              <a:rPr lang="en-US" noProof="0" dirty="0" err="1"/>
              <a:t>nhất</a:t>
            </a:r>
            <a:r>
              <a:rPr lang="en-US" noProof="0" dirty="0"/>
              <a:t> </a:t>
            </a:r>
            <a:r>
              <a:rPr lang="en-US" noProof="0" dirty="0" err="1"/>
              <a:t>để</a:t>
            </a:r>
            <a:r>
              <a:rPr lang="en-US" noProof="0" dirty="0"/>
              <a:t> </a:t>
            </a:r>
            <a:r>
              <a:rPr lang="en-US" noProof="0" dirty="0" err="1"/>
              <a:t>cung</a:t>
            </a:r>
            <a:r>
              <a:rPr lang="en-US" noProof="0" dirty="0"/>
              <a:t> </a:t>
            </a:r>
            <a:r>
              <a:rPr lang="en-US" noProof="0" dirty="0" err="1"/>
              <a:t>cấp</a:t>
            </a:r>
            <a:r>
              <a:rPr lang="en-US" noProof="0" dirty="0"/>
              <a:t>, </a:t>
            </a:r>
            <a:r>
              <a:rPr lang="en-US" noProof="0" dirty="0" err="1"/>
              <a:t>giảm</a:t>
            </a:r>
            <a:r>
              <a:rPr lang="en-US" noProof="0" dirty="0"/>
              <a:t> </a:t>
            </a:r>
            <a:r>
              <a:rPr lang="en-US" noProof="0" dirty="0" err="1"/>
              <a:t>thiểu</a:t>
            </a:r>
            <a:r>
              <a:rPr lang="en-US" noProof="0" dirty="0"/>
              <a:t> </a:t>
            </a:r>
            <a:r>
              <a:rPr lang="en-US" noProof="0" dirty="0" err="1"/>
              <a:t>sự</a:t>
            </a:r>
            <a:r>
              <a:rPr lang="en-US" noProof="0" dirty="0"/>
              <a:t> </a:t>
            </a:r>
            <a:r>
              <a:rPr lang="en-US" noProof="0" dirty="0" err="1"/>
              <a:t>ngưng</a:t>
            </a:r>
            <a:r>
              <a:rPr lang="en-US" noProof="0" dirty="0"/>
              <a:t> </a:t>
            </a:r>
            <a:r>
              <a:rPr lang="en-US" noProof="0" dirty="0" err="1"/>
              <a:t>hoạt</a:t>
            </a:r>
            <a:r>
              <a:rPr lang="en-US" noProof="0" dirty="0"/>
              <a:t> </a:t>
            </a:r>
            <a:r>
              <a:rPr lang="en-US" noProof="0" dirty="0" err="1"/>
              <a:t>động</a:t>
            </a:r>
            <a:r>
              <a:rPr lang="en-US" noProof="0" dirty="0"/>
              <a:t> </a:t>
            </a:r>
            <a:r>
              <a:rPr lang="en-US" noProof="0" dirty="0" err="1"/>
              <a:t>hệ</a:t>
            </a:r>
            <a:r>
              <a:rPr lang="en-US" noProof="0" dirty="0"/>
              <a:t> </a:t>
            </a:r>
            <a:r>
              <a:rPr lang="en-US" noProof="0" dirty="0" err="1"/>
              <a:t>thống</a:t>
            </a:r>
            <a:endParaRPr lang="en-US" noProof="0" dirty="0"/>
          </a:p>
          <a:p>
            <a:pPr lvl="0"/>
            <a:r>
              <a:rPr lang="en-US" noProof="0" dirty="0" err="1"/>
              <a:t>Độ</a:t>
            </a:r>
            <a:r>
              <a:rPr lang="en-US" noProof="0" dirty="0"/>
              <a:t> tin </a:t>
            </a:r>
            <a:r>
              <a:rPr lang="en-US" noProof="0" dirty="0" err="1"/>
              <a:t>cậy</a:t>
            </a:r>
            <a:r>
              <a:rPr lang="en-US" noProof="0" dirty="0"/>
              <a:t> </a:t>
            </a:r>
            <a:r>
              <a:rPr lang="en-US" noProof="0" dirty="0" err="1"/>
              <a:t>cao</a:t>
            </a:r>
            <a:r>
              <a:rPr lang="en-US" noProof="0" dirty="0"/>
              <a:t> (reliability): </a:t>
            </a:r>
            <a:r>
              <a:rPr lang="en-US" noProof="0" dirty="0" err="1"/>
              <a:t>giảm</a:t>
            </a:r>
            <a:r>
              <a:rPr lang="en-US" noProof="0" dirty="0"/>
              <a:t> </a:t>
            </a:r>
            <a:r>
              <a:rPr lang="en-US" noProof="0" dirty="0" err="1"/>
              <a:t>thiểu</a:t>
            </a:r>
            <a:r>
              <a:rPr lang="en-US" noProof="0" dirty="0"/>
              <a:t> </a:t>
            </a:r>
            <a:r>
              <a:rPr lang="en-US" noProof="0" dirty="0" err="1"/>
              <a:t>tần</a:t>
            </a:r>
            <a:r>
              <a:rPr lang="en-US" noProof="0" dirty="0"/>
              <a:t> </a:t>
            </a:r>
            <a:r>
              <a:rPr lang="en-US" noProof="0" dirty="0" err="1"/>
              <a:t>số</a:t>
            </a:r>
            <a:r>
              <a:rPr lang="en-US" noProof="0" dirty="0"/>
              <a:t> </a:t>
            </a:r>
            <a:r>
              <a:rPr lang="en-US" noProof="0" dirty="0" err="1"/>
              <a:t>xảy</a:t>
            </a:r>
            <a:r>
              <a:rPr lang="en-US" noProof="0" dirty="0"/>
              <a:t> </a:t>
            </a:r>
            <a:r>
              <a:rPr lang="en-US" noProof="0" dirty="0" err="1"/>
              <a:t>ra</a:t>
            </a:r>
            <a:r>
              <a:rPr lang="en-US" noProof="0" dirty="0"/>
              <a:t> </a:t>
            </a:r>
            <a:r>
              <a:rPr lang="en-US" noProof="0" dirty="0" err="1"/>
              <a:t>các</a:t>
            </a:r>
            <a:r>
              <a:rPr lang="en-US" noProof="0" dirty="0"/>
              <a:t> </a:t>
            </a:r>
            <a:r>
              <a:rPr lang="en-US" noProof="0" dirty="0" err="1"/>
              <a:t>sự</a:t>
            </a:r>
            <a:r>
              <a:rPr lang="en-US" noProof="0" dirty="0"/>
              <a:t> </a:t>
            </a:r>
            <a:r>
              <a:rPr lang="en-US" noProof="0" dirty="0" err="1"/>
              <a:t>cố</a:t>
            </a:r>
            <a:r>
              <a:rPr lang="en-US" noProof="0" dirty="0"/>
              <a:t>, </a:t>
            </a:r>
            <a:r>
              <a:rPr lang="en-US" noProof="0" dirty="0" err="1"/>
              <a:t>và</a:t>
            </a:r>
            <a:r>
              <a:rPr lang="en-US" noProof="0" dirty="0"/>
              <a:t> </a:t>
            </a:r>
            <a:r>
              <a:rPr lang="en-US" noProof="0" dirty="0" err="1"/>
              <a:t>nâng</a:t>
            </a:r>
            <a:r>
              <a:rPr lang="en-US" noProof="0" dirty="0"/>
              <a:t> </a:t>
            </a:r>
            <a:r>
              <a:rPr lang="en-US" noProof="0" dirty="0" err="1"/>
              <a:t>cao</a:t>
            </a:r>
            <a:r>
              <a:rPr lang="en-US" noProof="0" dirty="0"/>
              <a:t> </a:t>
            </a:r>
            <a:r>
              <a:rPr lang="en-US" noProof="0" dirty="0" err="1"/>
              <a:t>khả</a:t>
            </a:r>
            <a:r>
              <a:rPr lang="en-US" noProof="0" dirty="0"/>
              <a:t> </a:t>
            </a:r>
            <a:r>
              <a:rPr lang="en-US" noProof="0" dirty="0" err="1"/>
              <a:t>năng</a:t>
            </a:r>
            <a:r>
              <a:rPr lang="en-US" noProof="0" dirty="0"/>
              <a:t> </a:t>
            </a:r>
            <a:r>
              <a:rPr lang="en-US" noProof="0" dirty="0" err="1"/>
              <a:t>chịu</a:t>
            </a:r>
            <a:r>
              <a:rPr lang="en-US" noProof="0" dirty="0"/>
              <a:t> </a:t>
            </a:r>
            <a:r>
              <a:rPr lang="en-US" noProof="0" dirty="0" err="1"/>
              <a:t>đựng</a:t>
            </a:r>
            <a:r>
              <a:rPr lang="en-US" noProof="0" dirty="0"/>
              <a:t> </a:t>
            </a:r>
            <a:r>
              <a:rPr lang="en-US" noProof="0" dirty="0" err="1"/>
              <a:t>lỗi</a:t>
            </a:r>
            <a:r>
              <a:rPr lang="en-US" noProof="0" dirty="0"/>
              <a:t> </a:t>
            </a:r>
            <a:r>
              <a:rPr lang="en-US" noProof="0" dirty="0" err="1"/>
              <a:t>của</a:t>
            </a:r>
            <a:r>
              <a:rPr lang="en-US" noProof="0" dirty="0"/>
              <a:t> </a:t>
            </a:r>
            <a:r>
              <a:rPr lang="en-US" noProof="0" dirty="0" err="1"/>
              <a:t>hệ</a:t>
            </a:r>
            <a:r>
              <a:rPr lang="en-US" noProof="0" dirty="0"/>
              <a:t> </a:t>
            </a:r>
            <a:r>
              <a:rPr lang="en-US" noProof="0" dirty="0" err="1"/>
              <a:t>thống</a:t>
            </a:r>
            <a:r>
              <a:rPr lang="en-US" noProof="0" dirty="0"/>
              <a:t>.</a:t>
            </a:r>
          </a:p>
          <a:p>
            <a:pPr lvl="0"/>
            <a:r>
              <a:rPr lang="en-US" noProof="0" dirty="0" err="1"/>
              <a:t>Khả</a:t>
            </a:r>
            <a:r>
              <a:rPr lang="en-US" noProof="0" dirty="0"/>
              <a:t> </a:t>
            </a:r>
            <a:r>
              <a:rPr lang="en-US" noProof="0" dirty="0" err="1"/>
              <a:t>năng</a:t>
            </a:r>
            <a:r>
              <a:rPr lang="en-US" noProof="0" dirty="0"/>
              <a:t> </a:t>
            </a:r>
            <a:r>
              <a:rPr lang="en-US" noProof="0" dirty="0" err="1"/>
              <a:t>mở</a:t>
            </a:r>
            <a:r>
              <a:rPr lang="en-US" noProof="0" dirty="0"/>
              <a:t> </a:t>
            </a:r>
            <a:r>
              <a:rPr lang="en-US" noProof="0" dirty="0" err="1"/>
              <a:t>rộng</a:t>
            </a:r>
            <a:r>
              <a:rPr lang="en-US" noProof="0" dirty="0"/>
              <a:t> </a:t>
            </a:r>
            <a:r>
              <a:rPr lang="en-US" noProof="0" dirty="0" err="1"/>
              <a:t>được</a:t>
            </a:r>
            <a:r>
              <a:rPr lang="en-US" noProof="0" dirty="0"/>
              <a:t> (scalability): </a:t>
            </a:r>
            <a:r>
              <a:rPr lang="en-US" noProof="0" dirty="0" err="1"/>
              <a:t>dễ</a:t>
            </a:r>
            <a:r>
              <a:rPr lang="en-US" noProof="0" dirty="0"/>
              <a:t> </a:t>
            </a:r>
            <a:r>
              <a:rPr lang="en-US" noProof="0" dirty="0" err="1"/>
              <a:t>dàng</a:t>
            </a:r>
            <a:r>
              <a:rPr lang="en-US" noProof="0" dirty="0"/>
              <a:t> </a:t>
            </a:r>
            <a:r>
              <a:rPr lang="en-US" noProof="0" dirty="0" err="1"/>
              <a:t>cho</a:t>
            </a:r>
            <a:r>
              <a:rPr lang="en-US" noProof="0" dirty="0"/>
              <a:t> </a:t>
            </a:r>
            <a:r>
              <a:rPr lang="en-US" noProof="0" dirty="0" err="1"/>
              <a:t>việc</a:t>
            </a:r>
            <a:r>
              <a:rPr lang="en-US" noProof="0" dirty="0"/>
              <a:t> </a:t>
            </a:r>
            <a:r>
              <a:rPr lang="en-US" noProof="0" dirty="0" err="1"/>
              <a:t>nâng</a:t>
            </a:r>
            <a:r>
              <a:rPr lang="en-US" noProof="0" dirty="0"/>
              <a:t> </a:t>
            </a:r>
            <a:r>
              <a:rPr lang="en-US" noProof="0" dirty="0" err="1"/>
              <a:t>cấp</a:t>
            </a:r>
            <a:r>
              <a:rPr lang="en-US" noProof="0" dirty="0"/>
              <a:t>, </a:t>
            </a:r>
            <a:r>
              <a:rPr lang="en-US" noProof="0" dirty="0" err="1"/>
              <a:t>mở</a:t>
            </a:r>
            <a:r>
              <a:rPr lang="en-US" noProof="0" dirty="0"/>
              <a:t> </a:t>
            </a:r>
            <a:r>
              <a:rPr lang="en-US" noProof="0" dirty="0" err="1"/>
              <a:t>rộng</a:t>
            </a:r>
            <a:r>
              <a:rPr lang="en-US" noProof="0" dirty="0"/>
              <a:t> </a:t>
            </a:r>
            <a:r>
              <a:rPr lang="en-US" noProof="0" dirty="0" err="1"/>
              <a:t>trong</a:t>
            </a:r>
            <a:r>
              <a:rPr lang="en-US" noProof="0" dirty="0"/>
              <a:t> </a:t>
            </a:r>
            <a:r>
              <a:rPr lang="en-US" noProof="0" dirty="0" err="1"/>
              <a:t>tương</a:t>
            </a:r>
            <a:r>
              <a:rPr lang="en-US" noProof="0" dirty="0"/>
              <a:t> </a:t>
            </a:r>
            <a:r>
              <a:rPr lang="en-US" noProof="0" dirty="0" err="1"/>
              <a:t>lai</a:t>
            </a:r>
            <a:r>
              <a:rPr lang="en-US" noProof="0" dirty="0"/>
              <a:t>.</a:t>
            </a:r>
          </a:p>
          <a:p>
            <a:endParaRPr lang="en-US" dirty="0"/>
          </a:p>
        </p:txBody>
      </p:sp>
      <p:sp>
        <p:nvSpPr>
          <p:cNvPr id="3" name="Title 2">
            <a:extLst>
              <a:ext uri="{FF2B5EF4-FFF2-40B4-BE49-F238E27FC236}">
                <a16:creationId xmlns:a16="http://schemas.microsoft.com/office/drawing/2014/main" id="{96395937-5B7D-5AFC-D747-F8D0BBCF98E4}"/>
              </a:ext>
            </a:extLst>
          </p:cNvPr>
          <p:cNvSpPr>
            <a:spLocks noGrp="1"/>
          </p:cNvSpPr>
          <p:nvPr>
            <p:ph type="title"/>
          </p:nvPr>
        </p:nvSpPr>
        <p:spPr/>
        <p:txBody>
          <a:bodyPr>
            <a:normAutofit/>
          </a:bodyPr>
          <a:lstStyle/>
          <a:p>
            <a:r>
              <a:rPr lang="en-US" dirty="0" err="1"/>
              <a:t>Phân</a:t>
            </a:r>
            <a:r>
              <a:rPr lang="en-US" dirty="0"/>
              <a:t> </a:t>
            </a:r>
            <a:r>
              <a:rPr lang="en-US" dirty="0" err="1"/>
              <a:t>theo</a:t>
            </a:r>
            <a:r>
              <a:rPr lang="en-US" dirty="0"/>
              <a:t> </a:t>
            </a:r>
            <a:r>
              <a:rPr lang="en-US" dirty="0" err="1"/>
              <a:t>cụm</a:t>
            </a:r>
            <a:r>
              <a:rPr lang="en-US" dirty="0"/>
              <a:t>/</a:t>
            </a:r>
            <a:r>
              <a:rPr lang="en-US" dirty="0" err="1"/>
              <a:t>đám</a:t>
            </a:r>
            <a:r>
              <a:rPr lang="en-US" dirty="0"/>
              <a:t> (Clustering)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1">
            <a:extLst>
              <a:ext uri="{FF2B5EF4-FFF2-40B4-BE49-F238E27FC236}">
                <a16:creationId xmlns:a16="http://schemas.microsoft.com/office/drawing/2014/main" id="{24A7EA87-EAC7-DA5A-DE2B-EABBF34A23A6}"/>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pic>
        <p:nvPicPr>
          <p:cNvPr id="12292" name="Picture 2">
            <a:extLst>
              <a:ext uri="{FF2B5EF4-FFF2-40B4-BE49-F238E27FC236}">
                <a16:creationId xmlns:a16="http://schemas.microsoft.com/office/drawing/2014/main" id="{73DE6232-5AAD-F657-FE81-159BA78B8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1" y="1752600"/>
            <a:ext cx="5165725" cy="36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1">
            <a:extLst>
              <a:ext uri="{FF2B5EF4-FFF2-40B4-BE49-F238E27FC236}">
                <a16:creationId xmlns:a16="http://schemas.microsoft.com/office/drawing/2014/main" id="{C2155C03-52FD-EE47-2108-E938AABD9C4C}"/>
              </a:ext>
            </a:extLst>
          </p:cNvPr>
          <p:cNvSpPr>
            <a:spLocks noChangeArrowheads="1"/>
          </p:cNvSpPr>
          <p:nvPr/>
        </p:nvSpPr>
        <p:spPr bwMode="auto">
          <a:xfrm>
            <a:off x="3903664" y="5573714"/>
            <a:ext cx="417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Mô hình triển khai ứng dụng Clustering</a:t>
            </a:r>
          </a:p>
        </p:txBody>
      </p:sp>
      <p:sp>
        <p:nvSpPr>
          <p:cNvPr id="2" name="Title 1">
            <a:extLst>
              <a:ext uri="{FF2B5EF4-FFF2-40B4-BE49-F238E27FC236}">
                <a16:creationId xmlns:a16="http://schemas.microsoft.com/office/drawing/2014/main" id="{ACCB3B74-EFA3-AF0A-F07C-D3B9B6BD25A4}"/>
              </a:ext>
            </a:extLst>
          </p:cNvPr>
          <p:cNvSpPr>
            <a:spLocks noGrp="1"/>
          </p:cNvSpPr>
          <p:nvPr>
            <p:ph type="title"/>
          </p:nvPr>
        </p:nvSpPr>
        <p:spPr/>
        <p:txBody>
          <a:bodyPr>
            <a:normAutofit/>
          </a:bodyPr>
          <a:lstStyle/>
          <a:p>
            <a:r>
              <a:rPr lang="en-US" dirty="0" err="1"/>
              <a:t>Phân</a:t>
            </a:r>
            <a:r>
              <a:rPr lang="en-US" dirty="0"/>
              <a:t> </a:t>
            </a:r>
            <a:r>
              <a:rPr lang="en-US" dirty="0" err="1"/>
              <a:t>theo</a:t>
            </a:r>
            <a:r>
              <a:rPr lang="en-US" dirty="0"/>
              <a:t> </a:t>
            </a:r>
            <a:r>
              <a:rPr lang="en-US" dirty="0" err="1"/>
              <a:t>cụm</a:t>
            </a:r>
            <a:r>
              <a:rPr lang="en-US" dirty="0"/>
              <a:t>/</a:t>
            </a:r>
            <a:r>
              <a:rPr lang="en-US" dirty="0" err="1"/>
              <a:t>đám</a:t>
            </a:r>
            <a:r>
              <a:rPr lang="en-US" dirty="0"/>
              <a:t> (Clustering) </a:t>
            </a:r>
          </a:p>
        </p:txBody>
      </p:sp>
      <p:sp>
        <p:nvSpPr>
          <p:cNvPr id="3" name="Content Placeholder 2">
            <a:extLst>
              <a:ext uri="{FF2B5EF4-FFF2-40B4-BE49-F238E27FC236}">
                <a16:creationId xmlns:a16="http://schemas.microsoft.com/office/drawing/2014/main" id="{86595E58-61B5-02F7-045C-07F1FC93F054}"/>
              </a:ext>
            </a:extLst>
          </p:cNvPr>
          <p:cNvSpPr>
            <a:spLocks noGrp="1"/>
          </p:cNvSpPr>
          <p:nvPr>
            <p:ph idx="1"/>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1">
            <a:extLst>
              <a:ext uri="{FF2B5EF4-FFF2-40B4-BE49-F238E27FC236}">
                <a16:creationId xmlns:a16="http://schemas.microsoft.com/office/drawing/2014/main" id="{C368A793-4F15-E203-6A9A-24D5CC257B37}"/>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 name="Content Placeholder 2">
            <a:extLst>
              <a:ext uri="{FF2B5EF4-FFF2-40B4-BE49-F238E27FC236}">
                <a16:creationId xmlns:a16="http://schemas.microsoft.com/office/drawing/2014/main" id="{10E71E10-CE54-8551-DADA-DF62ABC0B114}"/>
              </a:ext>
            </a:extLst>
          </p:cNvPr>
          <p:cNvSpPr>
            <a:spLocks noGrp="1"/>
          </p:cNvSpPr>
          <p:nvPr>
            <p:ph idx="1"/>
          </p:nvPr>
        </p:nvSpPr>
        <p:spPr/>
        <p:txBody>
          <a:bodyPr/>
          <a:lstStyle/>
          <a:p>
            <a:pPr lvl="0"/>
            <a:r>
              <a:rPr lang="en-US" noProof="0" dirty="0" err="1"/>
              <a:t>Đối</a:t>
            </a:r>
            <a:r>
              <a:rPr lang="en-US" noProof="0" dirty="0"/>
              <a:t> </a:t>
            </a:r>
            <a:r>
              <a:rPr lang="en-US" noProof="0" dirty="0" err="1"/>
              <a:t>với</a:t>
            </a:r>
            <a:r>
              <a:rPr lang="en-US" noProof="0" dirty="0"/>
              <a:t> </a:t>
            </a:r>
            <a:r>
              <a:rPr lang="en-US" noProof="0" dirty="0" err="1"/>
              <a:t>các</a:t>
            </a:r>
            <a:r>
              <a:rPr lang="en-US" noProof="0" dirty="0"/>
              <a:t> </a:t>
            </a:r>
            <a:r>
              <a:rPr lang="en-US" noProof="0" dirty="0" err="1"/>
              <a:t>ứng</a:t>
            </a:r>
            <a:r>
              <a:rPr lang="en-US" noProof="0" dirty="0"/>
              <a:t> </a:t>
            </a:r>
            <a:r>
              <a:rPr lang="en-US" noProof="0" dirty="0" err="1"/>
              <a:t>dụng</a:t>
            </a:r>
            <a:r>
              <a:rPr lang="en-US" noProof="0" dirty="0"/>
              <a:t> </a:t>
            </a:r>
            <a:r>
              <a:rPr lang="en-US" noProof="0" dirty="0" err="1"/>
              <a:t>đòi</a:t>
            </a:r>
            <a:r>
              <a:rPr lang="en-US" noProof="0" dirty="0"/>
              <a:t> </a:t>
            </a:r>
            <a:r>
              <a:rPr lang="en-US" noProof="0" dirty="0" err="1"/>
              <a:t>hỏi</a:t>
            </a:r>
            <a:r>
              <a:rPr lang="en-US" noProof="0" dirty="0"/>
              <a:t>: </a:t>
            </a:r>
            <a:r>
              <a:rPr lang="en-US" noProof="0" dirty="0" err="1"/>
              <a:t>xử</a:t>
            </a:r>
            <a:r>
              <a:rPr lang="en-US" noProof="0" dirty="0"/>
              <a:t> </a:t>
            </a:r>
            <a:r>
              <a:rPr lang="en-US" noProof="0" dirty="0" err="1"/>
              <a:t>lý</a:t>
            </a:r>
            <a:r>
              <a:rPr lang="en-US" noProof="0" dirty="0"/>
              <a:t> </a:t>
            </a:r>
            <a:r>
              <a:rPr lang="en-US" noProof="0" dirty="0" err="1"/>
              <a:t>với</a:t>
            </a:r>
            <a:r>
              <a:rPr lang="en-US" noProof="0" dirty="0"/>
              <a:t> </a:t>
            </a:r>
            <a:r>
              <a:rPr lang="en-US" noProof="0" dirty="0" err="1"/>
              <a:t>số</a:t>
            </a:r>
            <a:r>
              <a:rPr lang="en-US" noProof="0" dirty="0"/>
              <a:t> </a:t>
            </a:r>
            <a:r>
              <a:rPr lang="en-US" noProof="0" dirty="0" err="1"/>
              <a:t>lượng</a:t>
            </a:r>
            <a:r>
              <a:rPr lang="en-US" noProof="0" dirty="0"/>
              <a:t> </a:t>
            </a:r>
            <a:r>
              <a:rPr lang="en-US" noProof="0" dirty="0" err="1"/>
              <a:t>dữ</a:t>
            </a:r>
            <a:r>
              <a:rPr lang="en-US" noProof="0" dirty="0"/>
              <a:t> </a:t>
            </a:r>
            <a:r>
              <a:rPr lang="en-US" noProof="0" dirty="0" err="1"/>
              <a:t>liệu</a:t>
            </a:r>
            <a:r>
              <a:rPr lang="en-US" noProof="0" dirty="0"/>
              <a:t> </a:t>
            </a:r>
            <a:r>
              <a:rPr lang="en-US" noProof="0" dirty="0" err="1"/>
              <a:t>lớn</a:t>
            </a:r>
            <a:r>
              <a:rPr lang="en-US" noProof="0" dirty="0"/>
              <a:t>, </a:t>
            </a:r>
            <a:r>
              <a:rPr lang="en-US" noProof="0" dirty="0" err="1"/>
              <a:t>yêu</a:t>
            </a:r>
            <a:r>
              <a:rPr lang="en-US" noProof="0" dirty="0"/>
              <a:t> </a:t>
            </a:r>
            <a:r>
              <a:rPr lang="en-US" noProof="0" dirty="0" err="1"/>
              <a:t>cầu</a:t>
            </a:r>
            <a:r>
              <a:rPr lang="en-US" noProof="0" dirty="0"/>
              <a:t> </a:t>
            </a:r>
            <a:r>
              <a:rPr lang="en-US" noProof="0" dirty="0" err="1"/>
              <a:t>tìm</a:t>
            </a:r>
            <a:r>
              <a:rPr lang="en-US" noProof="0" dirty="0"/>
              <a:t> </a:t>
            </a:r>
            <a:r>
              <a:rPr lang="en-US" noProof="0" dirty="0" err="1"/>
              <a:t>kiếm</a:t>
            </a:r>
            <a:r>
              <a:rPr lang="en-US" noProof="0" dirty="0"/>
              <a:t>, </a:t>
            </a:r>
            <a:r>
              <a:rPr lang="en-US" noProof="0" dirty="0" err="1"/>
              <a:t>sắp</a:t>
            </a:r>
            <a:r>
              <a:rPr lang="en-US" noProof="0" dirty="0"/>
              <a:t> </a:t>
            </a:r>
            <a:r>
              <a:rPr lang="en-US" noProof="0" dirty="0" err="1"/>
              <a:t>xếp</a:t>
            </a:r>
            <a:r>
              <a:rPr lang="en-US" noProof="0" dirty="0"/>
              <a:t>, </a:t>
            </a:r>
            <a:r>
              <a:rPr lang="en-US" noProof="0" dirty="0" err="1"/>
              <a:t>trích</a:t>
            </a:r>
            <a:r>
              <a:rPr lang="en-US" noProof="0" dirty="0"/>
              <a:t> </a:t>
            </a:r>
            <a:r>
              <a:rPr lang="en-US" noProof="0" dirty="0" err="1"/>
              <a:t>lọc</a:t>
            </a:r>
            <a:r>
              <a:rPr lang="en-US" noProof="0" dirty="0"/>
              <a:t>, chia </a:t>
            </a:r>
            <a:r>
              <a:rPr lang="en-US" noProof="0" dirty="0" err="1"/>
              <a:t>sẻ</a:t>
            </a:r>
            <a:r>
              <a:rPr lang="en-US" noProof="0" dirty="0"/>
              <a:t> </a:t>
            </a:r>
            <a:r>
              <a:rPr lang="en-US" noProof="0" dirty="0" err="1"/>
              <a:t>tài</a:t>
            </a:r>
            <a:r>
              <a:rPr lang="en-US" noProof="0" dirty="0"/>
              <a:t> </a:t>
            </a:r>
            <a:r>
              <a:rPr lang="en-US" noProof="0" dirty="0" err="1"/>
              <a:t>nguyên</a:t>
            </a:r>
            <a:r>
              <a:rPr lang="en-US" noProof="0" dirty="0"/>
              <a:t> v.v.. </a:t>
            </a:r>
            <a:r>
              <a:rPr lang="en-US" noProof="0" dirty="0" err="1"/>
              <a:t>trên</a:t>
            </a:r>
            <a:r>
              <a:rPr lang="en-US" noProof="0" dirty="0"/>
              <a:t> </a:t>
            </a:r>
            <a:r>
              <a:rPr lang="en-US" noProof="0" dirty="0" err="1"/>
              <a:t>môi</a:t>
            </a:r>
            <a:r>
              <a:rPr lang="en-US" noProof="0" dirty="0"/>
              <a:t> </a:t>
            </a:r>
            <a:r>
              <a:rPr lang="en-US" noProof="0" dirty="0" err="1"/>
              <a:t>trường</a:t>
            </a:r>
            <a:r>
              <a:rPr lang="en-US" noProof="0" dirty="0"/>
              <a:t> </a:t>
            </a:r>
            <a:r>
              <a:rPr lang="en-US" noProof="0" dirty="0" err="1"/>
              <a:t>phân</a:t>
            </a:r>
            <a:r>
              <a:rPr lang="en-US" noProof="0" dirty="0"/>
              <a:t> </a:t>
            </a:r>
            <a:r>
              <a:rPr lang="en-US" noProof="0" dirty="0" err="1"/>
              <a:t>tán</a:t>
            </a:r>
            <a:r>
              <a:rPr lang="en-US" noProof="0" dirty="0"/>
              <a:t> (</a:t>
            </a:r>
            <a:r>
              <a:rPr lang="en-US" noProof="0" dirty="0" err="1"/>
              <a:t>chẳng</a:t>
            </a:r>
            <a:r>
              <a:rPr lang="en-US" noProof="0" dirty="0"/>
              <a:t> </a:t>
            </a:r>
            <a:r>
              <a:rPr lang="en-US" noProof="0" dirty="0" err="1"/>
              <a:t>hạn</a:t>
            </a:r>
            <a:r>
              <a:rPr lang="en-US" noProof="0" dirty="0"/>
              <a:t> Internet </a:t>
            </a:r>
            <a:r>
              <a:rPr lang="en-US" noProof="0" dirty="0" err="1"/>
              <a:t>chứa</a:t>
            </a:r>
            <a:r>
              <a:rPr lang="en-US" noProof="0" dirty="0"/>
              <a:t> </a:t>
            </a:r>
            <a:r>
              <a:rPr lang="en-US" noProof="0" dirty="0" err="1"/>
              <a:t>hàng</a:t>
            </a:r>
            <a:r>
              <a:rPr lang="en-US" noProof="0" dirty="0"/>
              <a:t> </a:t>
            </a:r>
            <a:r>
              <a:rPr lang="en-US" noProof="0" dirty="0" err="1"/>
              <a:t>tỷ</a:t>
            </a:r>
            <a:r>
              <a:rPr lang="en-US" noProof="0" dirty="0"/>
              <a:t> </a:t>
            </a:r>
            <a:r>
              <a:rPr lang="en-US" noProof="0" dirty="0" err="1"/>
              <a:t>trang</a:t>
            </a:r>
            <a:r>
              <a:rPr lang="en-US" noProof="0" dirty="0"/>
              <a:t> Web) </a:t>
            </a:r>
            <a:r>
              <a:rPr lang="en-US" noProof="0" dirty="0">
                <a:sym typeface="Wingdings" pitchFamily="2" charset="2"/>
              </a:rPr>
              <a:t></a:t>
            </a:r>
            <a:r>
              <a:rPr lang="en-US" noProof="0" dirty="0"/>
              <a:t> </a:t>
            </a:r>
            <a:r>
              <a:rPr lang="en-US" noProof="0" dirty="0" err="1"/>
              <a:t>triển</a:t>
            </a:r>
            <a:r>
              <a:rPr lang="en-US" noProof="0" dirty="0"/>
              <a:t> </a:t>
            </a:r>
            <a:r>
              <a:rPr lang="en-US" noProof="0" dirty="0" err="1"/>
              <a:t>khai</a:t>
            </a:r>
            <a:r>
              <a:rPr lang="en-US" noProof="0" dirty="0"/>
              <a:t> Grid Computing. </a:t>
            </a:r>
          </a:p>
          <a:p>
            <a:pPr lvl="0"/>
            <a:r>
              <a:rPr lang="en-US" noProof="0" dirty="0" err="1"/>
              <a:t>Triển</a:t>
            </a:r>
            <a:r>
              <a:rPr lang="en-US" noProof="0" dirty="0"/>
              <a:t> </a:t>
            </a:r>
            <a:r>
              <a:rPr lang="en-US" noProof="0" dirty="0" err="1"/>
              <a:t>khai</a:t>
            </a:r>
            <a:r>
              <a:rPr lang="en-US" noProof="0" dirty="0"/>
              <a:t> </a:t>
            </a:r>
            <a:r>
              <a:rPr lang="en-US" noProof="0" dirty="0" err="1"/>
              <a:t>ứng</a:t>
            </a:r>
            <a:r>
              <a:rPr lang="en-US" noProof="0" dirty="0"/>
              <a:t> </a:t>
            </a:r>
            <a:r>
              <a:rPr lang="en-US" noProof="0" dirty="0" err="1"/>
              <a:t>dụng</a:t>
            </a:r>
            <a:r>
              <a:rPr lang="en-US" noProof="0" dirty="0"/>
              <a:t> Grid </a:t>
            </a:r>
            <a:r>
              <a:rPr lang="en-US" noProof="0" dirty="0" err="1"/>
              <a:t>khác</a:t>
            </a:r>
            <a:r>
              <a:rPr lang="en-US" noProof="0" dirty="0"/>
              <a:t> </a:t>
            </a:r>
            <a:r>
              <a:rPr lang="en-US" noProof="0" dirty="0" err="1"/>
              <a:t>ứng</a:t>
            </a:r>
            <a:r>
              <a:rPr lang="en-US" noProof="0" dirty="0"/>
              <a:t> </a:t>
            </a:r>
            <a:r>
              <a:rPr lang="en-US" noProof="0" dirty="0" err="1"/>
              <a:t>dụng</a:t>
            </a:r>
            <a:r>
              <a:rPr lang="en-US" noProof="0" dirty="0"/>
              <a:t> Web.</a:t>
            </a:r>
          </a:p>
          <a:p>
            <a:pPr lvl="0"/>
            <a:r>
              <a:rPr lang="en-US" noProof="0" dirty="0"/>
              <a:t>Google, Bing, </a:t>
            </a:r>
            <a:r>
              <a:rPr lang="en-US" noProof="0" dirty="0" err="1"/>
              <a:t>Youtube</a:t>
            </a:r>
            <a:r>
              <a:rPr lang="en-US" noProof="0" dirty="0"/>
              <a:t> v.v... </a:t>
            </a:r>
            <a:r>
              <a:rPr lang="en-US" noProof="0" dirty="0" err="1"/>
              <a:t>sử</a:t>
            </a:r>
            <a:r>
              <a:rPr lang="en-US" noProof="0" dirty="0"/>
              <a:t> </a:t>
            </a:r>
            <a:r>
              <a:rPr lang="en-US" noProof="0" dirty="0" err="1"/>
              <a:t>dụng</a:t>
            </a:r>
            <a:r>
              <a:rPr lang="en-US" noProof="0" dirty="0"/>
              <a:t> </a:t>
            </a:r>
            <a:r>
              <a:rPr lang="en-US" noProof="0" dirty="0" err="1"/>
              <a:t>mô</a:t>
            </a:r>
            <a:r>
              <a:rPr lang="en-US" noProof="0" dirty="0"/>
              <a:t> </a:t>
            </a:r>
            <a:r>
              <a:rPr lang="en-US" noProof="0" dirty="0" err="1"/>
              <a:t>hình</a:t>
            </a:r>
            <a:r>
              <a:rPr lang="en-US" noProof="0" dirty="0"/>
              <a:t> </a:t>
            </a:r>
            <a:r>
              <a:rPr lang="en-US" noProof="0" dirty="0" err="1"/>
              <a:t>này</a:t>
            </a:r>
            <a:r>
              <a:rPr lang="en-US" noProof="0" dirty="0"/>
              <a:t>.</a:t>
            </a:r>
          </a:p>
          <a:p>
            <a:endParaRPr lang="en-US" dirty="0"/>
          </a:p>
        </p:txBody>
      </p:sp>
      <p:sp>
        <p:nvSpPr>
          <p:cNvPr id="2" name="Title 1">
            <a:extLst>
              <a:ext uri="{FF2B5EF4-FFF2-40B4-BE49-F238E27FC236}">
                <a16:creationId xmlns:a16="http://schemas.microsoft.com/office/drawing/2014/main" id="{E11E6A93-0B8C-DF62-A48B-72AC62AC51D1}"/>
              </a:ext>
            </a:extLst>
          </p:cNvPr>
          <p:cNvSpPr>
            <a:spLocks noGrp="1"/>
          </p:cNvSpPr>
          <p:nvPr>
            <p:ph type="title"/>
          </p:nvPr>
        </p:nvSpPr>
        <p:spPr/>
        <p:txBody>
          <a:bodyPr/>
          <a:lstStyle/>
          <a:p>
            <a:r>
              <a:rPr lang="vi-VN" dirty="0"/>
              <a:t>Phân theo tính toán lưới (Grid Computing)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11">
            <a:extLst>
              <a:ext uri="{FF2B5EF4-FFF2-40B4-BE49-F238E27FC236}">
                <a16:creationId xmlns:a16="http://schemas.microsoft.com/office/drawing/2014/main" id="{58F1BC7D-62EB-966F-224C-DFE8D7ED7816}"/>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 name="Content Placeholder 2">
            <a:extLst>
              <a:ext uri="{FF2B5EF4-FFF2-40B4-BE49-F238E27FC236}">
                <a16:creationId xmlns:a16="http://schemas.microsoft.com/office/drawing/2014/main" id="{19B52E2E-4172-95D2-73EB-4AAA11384FA1}"/>
              </a:ext>
            </a:extLst>
          </p:cNvPr>
          <p:cNvSpPr>
            <a:spLocks noGrp="1"/>
          </p:cNvSpPr>
          <p:nvPr>
            <p:ph idx="1"/>
          </p:nvPr>
        </p:nvSpPr>
        <p:spPr/>
        <p:txBody>
          <a:bodyPr/>
          <a:lstStyle/>
          <a:p>
            <a:pPr lvl="0"/>
            <a:r>
              <a:rPr lang="en-US" altLang="en-US" noProof="0" dirty="0"/>
              <a:t> </a:t>
            </a:r>
            <a:r>
              <a:rPr lang="en-US" altLang="en-US" noProof="0" dirty="0" err="1"/>
              <a:t>Điện</a:t>
            </a:r>
            <a:r>
              <a:rPr lang="en-US" altLang="en-US" noProof="0" dirty="0"/>
              <a:t> </a:t>
            </a:r>
            <a:r>
              <a:rPr lang="en-US" altLang="en-US" noProof="0" dirty="0" err="1"/>
              <a:t>toán</a:t>
            </a:r>
            <a:r>
              <a:rPr lang="en-US" altLang="en-US" noProof="0" dirty="0"/>
              <a:t> </a:t>
            </a:r>
            <a:r>
              <a:rPr lang="en-US" altLang="en-US" noProof="0" dirty="0" err="1"/>
              <a:t>đám</a:t>
            </a:r>
            <a:r>
              <a:rPr lang="en-US" altLang="en-US" noProof="0" dirty="0"/>
              <a:t> </a:t>
            </a:r>
            <a:r>
              <a:rPr lang="en-US" altLang="en-US" noProof="0" dirty="0" err="1"/>
              <a:t>mây</a:t>
            </a:r>
            <a:r>
              <a:rPr lang="en-US" altLang="en-US" noProof="0" dirty="0"/>
              <a:t> (cloud computing): </a:t>
            </a:r>
            <a:r>
              <a:rPr lang="en-US" altLang="en-US" noProof="0" dirty="0" err="1"/>
              <a:t>mô</a:t>
            </a:r>
            <a:r>
              <a:rPr lang="en-US" altLang="en-US" noProof="0" dirty="0"/>
              <a:t> </a:t>
            </a:r>
            <a:r>
              <a:rPr lang="en-US" altLang="en-US" noProof="0" dirty="0" err="1"/>
              <a:t>hình</a:t>
            </a:r>
            <a:r>
              <a:rPr lang="en-US" altLang="en-US" noProof="0" dirty="0"/>
              <a:t> </a:t>
            </a:r>
            <a:r>
              <a:rPr lang="en-US" altLang="en-US" noProof="0" dirty="0" err="1"/>
              <a:t>điện</a:t>
            </a:r>
            <a:r>
              <a:rPr lang="en-US" altLang="en-US" noProof="0" dirty="0"/>
              <a:t> </a:t>
            </a:r>
            <a:r>
              <a:rPr lang="en-US" altLang="en-US" noProof="0" dirty="0" err="1"/>
              <a:t>toán</a:t>
            </a:r>
            <a:r>
              <a:rPr lang="en-US" altLang="en-US" noProof="0" dirty="0"/>
              <a:t> </a:t>
            </a:r>
            <a:r>
              <a:rPr lang="en-US" altLang="en-US" noProof="0" dirty="0" err="1"/>
              <a:t>có</a:t>
            </a:r>
            <a:r>
              <a:rPr lang="en-US" altLang="en-US" noProof="0" dirty="0"/>
              <a:t> </a:t>
            </a:r>
            <a:r>
              <a:rPr lang="en-US" altLang="en-US" noProof="0" dirty="0" err="1"/>
              <a:t>khả</a:t>
            </a:r>
            <a:r>
              <a:rPr lang="en-US" altLang="en-US" noProof="0" dirty="0"/>
              <a:t> </a:t>
            </a:r>
            <a:r>
              <a:rPr lang="en-US" altLang="en-US" noProof="0" dirty="0" err="1"/>
              <a:t>năng</a:t>
            </a:r>
            <a:r>
              <a:rPr lang="en-US" altLang="en-US" noProof="0" dirty="0"/>
              <a:t> co </a:t>
            </a:r>
            <a:r>
              <a:rPr lang="en-US" altLang="en-US" noProof="0" dirty="0" err="1"/>
              <a:t>giãn</a:t>
            </a:r>
            <a:r>
              <a:rPr lang="en-US" altLang="en-US" noProof="0" dirty="0"/>
              <a:t> (scalable) </a:t>
            </a:r>
            <a:r>
              <a:rPr lang="en-US" altLang="en-US" noProof="0" dirty="0" err="1"/>
              <a:t>linh</a:t>
            </a:r>
            <a:r>
              <a:rPr lang="en-US" altLang="en-US" noProof="0" dirty="0"/>
              <a:t> </a:t>
            </a:r>
            <a:r>
              <a:rPr lang="en-US" altLang="en-US" noProof="0" dirty="0" err="1"/>
              <a:t>động</a:t>
            </a:r>
            <a:r>
              <a:rPr lang="en-US" altLang="en-US" noProof="0" dirty="0"/>
              <a:t> </a:t>
            </a:r>
            <a:r>
              <a:rPr lang="en-US" altLang="en-US" noProof="0" dirty="0" err="1"/>
              <a:t>và</a:t>
            </a:r>
            <a:r>
              <a:rPr lang="en-US" altLang="en-US" noProof="0" dirty="0"/>
              <a:t> </a:t>
            </a:r>
            <a:r>
              <a:rPr lang="en-US" altLang="en-US" noProof="0" dirty="0" err="1"/>
              <a:t>các</a:t>
            </a:r>
            <a:r>
              <a:rPr lang="en-US" altLang="en-US" noProof="0" dirty="0"/>
              <a:t> </a:t>
            </a:r>
            <a:r>
              <a:rPr lang="en-US" altLang="en-US" noProof="0" dirty="0" err="1"/>
              <a:t>tài</a:t>
            </a:r>
            <a:r>
              <a:rPr lang="en-US" altLang="en-US" noProof="0" dirty="0"/>
              <a:t> </a:t>
            </a:r>
            <a:r>
              <a:rPr lang="en-US" altLang="en-US" noProof="0" dirty="0" err="1"/>
              <a:t>nguyên</a:t>
            </a:r>
            <a:r>
              <a:rPr lang="en-US" altLang="en-US" noProof="0" dirty="0"/>
              <a:t> </a:t>
            </a:r>
            <a:r>
              <a:rPr lang="en-US" altLang="en-US" noProof="0" dirty="0" err="1"/>
              <a:t>thường</a:t>
            </a:r>
            <a:r>
              <a:rPr lang="en-US" altLang="en-US" noProof="0" dirty="0"/>
              <a:t> </a:t>
            </a:r>
            <a:r>
              <a:rPr lang="en-US" altLang="en-US" noProof="0" dirty="0" err="1"/>
              <a:t>được</a:t>
            </a:r>
            <a:r>
              <a:rPr lang="en-US" altLang="en-US" noProof="0" dirty="0"/>
              <a:t> </a:t>
            </a:r>
            <a:r>
              <a:rPr lang="en-US" altLang="en-US" noProof="0" dirty="0" err="1"/>
              <a:t>ảo</a:t>
            </a:r>
            <a:r>
              <a:rPr lang="en-US" altLang="en-US" noProof="0" dirty="0"/>
              <a:t> </a:t>
            </a:r>
            <a:r>
              <a:rPr lang="en-US" altLang="en-US" noProof="0" dirty="0" err="1"/>
              <a:t>hóa</a:t>
            </a:r>
            <a:r>
              <a:rPr lang="en-US" altLang="en-US" noProof="0" dirty="0"/>
              <a:t> </a:t>
            </a:r>
            <a:r>
              <a:rPr lang="en-US" altLang="en-US" noProof="0" dirty="0" err="1"/>
              <a:t>được</a:t>
            </a:r>
            <a:r>
              <a:rPr lang="en-US" altLang="en-US" noProof="0" dirty="0"/>
              <a:t> </a:t>
            </a:r>
            <a:r>
              <a:rPr lang="en-US" altLang="en-US" noProof="0" dirty="0" err="1"/>
              <a:t>cung</a:t>
            </a:r>
            <a:r>
              <a:rPr lang="en-US" altLang="en-US" noProof="0" dirty="0"/>
              <a:t> </a:t>
            </a:r>
            <a:r>
              <a:rPr lang="en-US" altLang="en-US" noProof="0" dirty="0" err="1"/>
              <a:t>cấp</a:t>
            </a:r>
            <a:r>
              <a:rPr lang="en-US" altLang="en-US" noProof="0" dirty="0"/>
              <a:t> </a:t>
            </a:r>
            <a:r>
              <a:rPr lang="en-US" altLang="en-US" noProof="0" dirty="0" err="1"/>
              <a:t>như</a:t>
            </a:r>
            <a:r>
              <a:rPr lang="en-US" altLang="en-US" noProof="0" dirty="0"/>
              <a:t> </a:t>
            </a:r>
            <a:r>
              <a:rPr lang="en-US" altLang="en-US" noProof="0" dirty="0" err="1"/>
              <a:t>một</a:t>
            </a:r>
            <a:r>
              <a:rPr lang="en-US" altLang="en-US" noProof="0" dirty="0"/>
              <a:t> </a:t>
            </a:r>
            <a:r>
              <a:rPr lang="en-US" altLang="en-US" noProof="0" dirty="0" err="1"/>
              <a:t>dịch</a:t>
            </a:r>
            <a:r>
              <a:rPr lang="en-US" altLang="en-US" noProof="0" dirty="0"/>
              <a:t> </a:t>
            </a:r>
            <a:r>
              <a:rPr lang="en-US" altLang="en-US" noProof="0" dirty="0" err="1"/>
              <a:t>vụ</a:t>
            </a:r>
            <a:r>
              <a:rPr lang="en-US" altLang="en-US" noProof="0" dirty="0"/>
              <a:t> </a:t>
            </a:r>
            <a:r>
              <a:rPr lang="en-US" altLang="en-US" noProof="0" dirty="0" err="1"/>
              <a:t>trên</a:t>
            </a:r>
            <a:r>
              <a:rPr lang="en-US" altLang="en-US" noProof="0" dirty="0"/>
              <a:t> </a:t>
            </a:r>
            <a:r>
              <a:rPr lang="en-US" altLang="en-US" noProof="0" dirty="0" err="1"/>
              <a:t>mạng</a:t>
            </a:r>
            <a:r>
              <a:rPr lang="en-US" altLang="en-US" noProof="0" dirty="0"/>
              <a:t> Internet</a:t>
            </a:r>
          </a:p>
          <a:p>
            <a:pPr lvl="0"/>
            <a:r>
              <a:rPr lang="en-US" altLang="en-US" noProof="0" dirty="0"/>
              <a:t> - </a:t>
            </a:r>
            <a:r>
              <a:rPr lang="en-US" altLang="en-US" noProof="0" dirty="0" err="1"/>
              <a:t>Như</a:t>
            </a:r>
            <a:r>
              <a:rPr lang="en-US" altLang="en-US" noProof="0" dirty="0"/>
              <a:t> </a:t>
            </a:r>
            <a:r>
              <a:rPr lang="en-US" altLang="en-US" noProof="0" dirty="0" err="1"/>
              <a:t>vây</a:t>
            </a:r>
            <a:r>
              <a:rPr lang="en-US" altLang="en-US" noProof="0" dirty="0"/>
              <a:t>, </a:t>
            </a:r>
            <a:r>
              <a:rPr lang="en-US" altLang="en-US" noProof="0" dirty="0" err="1"/>
              <a:t>các</a:t>
            </a:r>
            <a:r>
              <a:rPr lang="en-US" altLang="en-US" noProof="0" dirty="0"/>
              <a:t> </a:t>
            </a:r>
            <a:r>
              <a:rPr lang="en-US" altLang="en-US" noProof="0" dirty="0" err="1"/>
              <a:t>nguồn</a:t>
            </a:r>
            <a:r>
              <a:rPr lang="en-US" altLang="en-US" noProof="0" dirty="0"/>
              <a:t> </a:t>
            </a:r>
            <a:r>
              <a:rPr lang="en-US" altLang="en-US" noProof="0" dirty="0" err="1"/>
              <a:t>điện</a:t>
            </a:r>
            <a:r>
              <a:rPr lang="en-US" altLang="en-US" noProof="0" dirty="0"/>
              <a:t> </a:t>
            </a:r>
            <a:r>
              <a:rPr lang="en-US" altLang="en-US" noProof="0" dirty="0" err="1"/>
              <a:t>toán</a:t>
            </a:r>
            <a:r>
              <a:rPr lang="en-US" altLang="en-US" noProof="0" dirty="0"/>
              <a:t> </a:t>
            </a:r>
            <a:r>
              <a:rPr lang="en-US" altLang="en-US" noProof="0" dirty="0" err="1"/>
              <a:t>khổng</a:t>
            </a:r>
            <a:r>
              <a:rPr lang="en-US" altLang="en-US" noProof="0" dirty="0"/>
              <a:t> </a:t>
            </a:r>
            <a:r>
              <a:rPr lang="en-US" altLang="en-US" noProof="0" dirty="0" err="1"/>
              <a:t>lồ</a:t>
            </a:r>
            <a:r>
              <a:rPr lang="en-US" altLang="en-US" noProof="0" dirty="0"/>
              <a:t> </a:t>
            </a:r>
            <a:r>
              <a:rPr lang="en-US" altLang="en-US" noProof="0" dirty="0" err="1"/>
              <a:t>như</a:t>
            </a:r>
            <a:r>
              <a:rPr lang="en-US" altLang="en-US" noProof="0" dirty="0"/>
              <a:t> </a:t>
            </a:r>
            <a:r>
              <a:rPr lang="en-US" altLang="en-US" noProof="0" dirty="0" err="1"/>
              <a:t>phần</a:t>
            </a:r>
            <a:r>
              <a:rPr lang="en-US" altLang="en-US" noProof="0" dirty="0"/>
              <a:t> </a:t>
            </a:r>
            <a:r>
              <a:rPr lang="en-US" altLang="en-US" noProof="0" dirty="0" err="1"/>
              <a:t>mềm</a:t>
            </a:r>
            <a:r>
              <a:rPr lang="en-US" altLang="en-US" noProof="0" dirty="0"/>
              <a:t>, </a:t>
            </a:r>
            <a:r>
              <a:rPr lang="en-US" altLang="en-US" noProof="0" dirty="0" err="1"/>
              <a:t>dịch</a:t>
            </a:r>
            <a:r>
              <a:rPr lang="en-US" altLang="en-US" noProof="0" dirty="0"/>
              <a:t> </a:t>
            </a:r>
            <a:r>
              <a:rPr lang="en-US" altLang="en-US" noProof="0" dirty="0" err="1"/>
              <a:t>vụ</a:t>
            </a:r>
            <a:r>
              <a:rPr lang="en-US" altLang="en-US" noProof="0" dirty="0"/>
              <a:t> ... </a:t>
            </a:r>
            <a:r>
              <a:rPr lang="en-US" altLang="en-US" noProof="0" dirty="0" err="1"/>
              <a:t>sẽ</a:t>
            </a:r>
            <a:r>
              <a:rPr lang="en-US" altLang="en-US" noProof="0" dirty="0"/>
              <a:t> </a:t>
            </a:r>
            <a:r>
              <a:rPr lang="en-US" altLang="en-US" noProof="0" dirty="0" err="1"/>
              <a:t>nằm</a:t>
            </a:r>
            <a:r>
              <a:rPr lang="en-US" altLang="en-US" noProof="0" dirty="0"/>
              <a:t> </a:t>
            </a:r>
            <a:r>
              <a:rPr lang="en-US" altLang="en-US" noProof="0" dirty="0" err="1"/>
              <a:t>tại</a:t>
            </a:r>
            <a:r>
              <a:rPr lang="en-US" altLang="en-US" noProof="0" dirty="0"/>
              <a:t> </a:t>
            </a:r>
            <a:r>
              <a:rPr lang="en-US" altLang="en-US" noProof="0" dirty="0" err="1"/>
              <a:t>các</a:t>
            </a:r>
            <a:r>
              <a:rPr lang="en-US" altLang="en-US" noProof="0" dirty="0"/>
              <a:t> </a:t>
            </a:r>
            <a:r>
              <a:rPr lang="en-US" altLang="en-US" noProof="0" dirty="0" err="1"/>
              <a:t>máy</a:t>
            </a:r>
            <a:r>
              <a:rPr lang="en-US" altLang="en-US" noProof="0" dirty="0"/>
              <a:t> </a:t>
            </a:r>
            <a:r>
              <a:rPr lang="en-US" altLang="en-US" noProof="0" dirty="0" err="1"/>
              <a:t>chủ</a:t>
            </a:r>
            <a:r>
              <a:rPr lang="en-US" altLang="en-US" noProof="0" dirty="0"/>
              <a:t> </a:t>
            </a:r>
            <a:r>
              <a:rPr lang="en-US" altLang="en-US" noProof="0" dirty="0" err="1"/>
              <a:t>ảo</a:t>
            </a:r>
            <a:r>
              <a:rPr lang="en-US" altLang="en-US" noProof="0" dirty="0"/>
              <a:t> (</a:t>
            </a:r>
            <a:r>
              <a:rPr lang="en-US" altLang="en-US" noProof="0" dirty="0" err="1"/>
              <a:t>đám</a:t>
            </a:r>
            <a:r>
              <a:rPr lang="en-US" altLang="en-US" noProof="0" dirty="0"/>
              <a:t> </a:t>
            </a:r>
            <a:r>
              <a:rPr lang="en-US" altLang="en-US" noProof="0" dirty="0" err="1"/>
              <a:t>mây</a:t>
            </a:r>
            <a:r>
              <a:rPr lang="en-US" altLang="en-US" noProof="0" dirty="0"/>
              <a:t>) </a:t>
            </a:r>
            <a:r>
              <a:rPr lang="en-US" altLang="en-US" noProof="0" dirty="0" err="1"/>
              <a:t>trên</a:t>
            </a:r>
            <a:r>
              <a:rPr lang="en-US" altLang="en-US" noProof="0" dirty="0"/>
              <a:t> Internet. </a:t>
            </a:r>
            <a:r>
              <a:rPr lang="en-US" altLang="en-US" noProof="0" dirty="0" err="1"/>
              <a:t>thay</a:t>
            </a:r>
            <a:r>
              <a:rPr lang="en-US" altLang="en-US" noProof="0" dirty="0"/>
              <a:t> </a:t>
            </a:r>
            <a:r>
              <a:rPr lang="en-US" altLang="en-US" noProof="0" dirty="0" err="1"/>
              <a:t>vì</a:t>
            </a:r>
            <a:r>
              <a:rPr lang="en-US" altLang="en-US" noProof="0" dirty="0"/>
              <a:t> </a:t>
            </a:r>
            <a:r>
              <a:rPr lang="en-US" altLang="en-US" noProof="0" dirty="0" err="1"/>
              <a:t>trong</a:t>
            </a:r>
            <a:r>
              <a:rPr lang="en-US" altLang="en-US" noProof="0" dirty="0"/>
              <a:t> </a:t>
            </a:r>
            <a:r>
              <a:rPr lang="en-US" altLang="en-US" noProof="0" dirty="0" err="1"/>
              <a:t>máy</a:t>
            </a:r>
            <a:r>
              <a:rPr lang="en-US" altLang="en-US" noProof="0" dirty="0"/>
              <a:t> </a:t>
            </a:r>
            <a:r>
              <a:rPr lang="en-US" altLang="en-US" noProof="0" dirty="0" err="1"/>
              <a:t>tính</a:t>
            </a:r>
            <a:r>
              <a:rPr lang="en-US" altLang="en-US" noProof="0" dirty="0"/>
              <a:t> </a:t>
            </a:r>
            <a:r>
              <a:rPr lang="en-US" altLang="en-US" noProof="0" dirty="0" err="1"/>
              <a:t>gia</a:t>
            </a:r>
            <a:r>
              <a:rPr lang="en-US" altLang="en-US" noProof="0" dirty="0"/>
              <a:t> </a:t>
            </a:r>
            <a:r>
              <a:rPr lang="en-US" altLang="en-US" noProof="0" dirty="0" err="1"/>
              <a:t>đình</a:t>
            </a:r>
            <a:r>
              <a:rPr lang="en-US" altLang="en-US" noProof="0" dirty="0"/>
              <a:t> </a:t>
            </a:r>
            <a:r>
              <a:rPr lang="en-US" altLang="en-US" noProof="0" dirty="0" err="1"/>
              <a:t>và</a:t>
            </a:r>
            <a:r>
              <a:rPr lang="en-US" altLang="en-US" noProof="0" dirty="0"/>
              <a:t> </a:t>
            </a:r>
            <a:r>
              <a:rPr lang="en-US" altLang="en-US" noProof="0" dirty="0" err="1"/>
              <a:t>văn</a:t>
            </a:r>
            <a:r>
              <a:rPr lang="en-US" altLang="en-US" noProof="0" dirty="0"/>
              <a:t> </a:t>
            </a:r>
            <a:r>
              <a:rPr lang="en-US" altLang="en-US" noProof="0" dirty="0" err="1"/>
              <a:t>phòng</a:t>
            </a:r>
            <a:r>
              <a:rPr lang="en-US" altLang="en-US" noProof="0" dirty="0"/>
              <a:t> (</a:t>
            </a:r>
            <a:r>
              <a:rPr lang="en-US" altLang="en-US" noProof="0" dirty="0" err="1"/>
              <a:t>trên</a:t>
            </a:r>
            <a:r>
              <a:rPr lang="en-US" altLang="en-US" noProof="0" dirty="0"/>
              <a:t> </a:t>
            </a:r>
            <a:r>
              <a:rPr lang="en-US" altLang="en-US" noProof="0" dirty="0" err="1"/>
              <a:t>mặt</a:t>
            </a:r>
            <a:r>
              <a:rPr lang="en-US" altLang="en-US" noProof="0" dirty="0"/>
              <a:t> </a:t>
            </a:r>
            <a:r>
              <a:rPr lang="en-US" altLang="en-US" noProof="0" dirty="0" err="1"/>
              <a:t>đất</a:t>
            </a:r>
            <a:r>
              <a:rPr lang="en-US" altLang="en-US" noProof="0" dirty="0"/>
              <a:t>) </a:t>
            </a:r>
            <a:r>
              <a:rPr lang="en-US" altLang="en-US" noProof="0" dirty="0" err="1"/>
              <a:t>để</a:t>
            </a:r>
            <a:r>
              <a:rPr lang="en-US" altLang="en-US" noProof="0" dirty="0"/>
              <a:t> </a:t>
            </a:r>
            <a:r>
              <a:rPr lang="en-US" altLang="en-US" noProof="0" dirty="0" err="1"/>
              <a:t>mọi</a:t>
            </a:r>
            <a:r>
              <a:rPr lang="en-US" altLang="en-US" noProof="0" dirty="0"/>
              <a:t> </a:t>
            </a:r>
            <a:r>
              <a:rPr lang="en-US" altLang="en-US" noProof="0" dirty="0" err="1"/>
              <a:t>người</a:t>
            </a:r>
            <a:r>
              <a:rPr lang="en-US" altLang="en-US" noProof="0" dirty="0"/>
              <a:t> </a:t>
            </a:r>
            <a:r>
              <a:rPr lang="en-US" altLang="en-US" noProof="0" dirty="0" err="1"/>
              <a:t>kết</a:t>
            </a:r>
            <a:r>
              <a:rPr lang="en-US" altLang="en-US" noProof="0" dirty="0"/>
              <a:t> </a:t>
            </a:r>
            <a:r>
              <a:rPr lang="en-US" altLang="en-US" noProof="0" dirty="0" err="1"/>
              <a:t>nối</a:t>
            </a:r>
            <a:r>
              <a:rPr lang="en-US" altLang="en-US" noProof="0" dirty="0"/>
              <a:t> </a:t>
            </a:r>
            <a:r>
              <a:rPr lang="en-US" altLang="en-US" noProof="0" dirty="0" err="1"/>
              <a:t>và</a:t>
            </a:r>
            <a:r>
              <a:rPr lang="en-US" altLang="en-US" noProof="0" dirty="0"/>
              <a:t> </a:t>
            </a:r>
            <a:r>
              <a:rPr lang="en-US" altLang="en-US" noProof="0" dirty="0" err="1"/>
              <a:t>sử</a:t>
            </a:r>
            <a:r>
              <a:rPr lang="en-US" altLang="en-US" noProof="0" dirty="0"/>
              <a:t> </a:t>
            </a:r>
            <a:r>
              <a:rPr lang="en-US" altLang="en-US" noProof="0" dirty="0" err="1"/>
              <a:t>dụng</a:t>
            </a:r>
            <a:r>
              <a:rPr lang="en-US" altLang="en-US" noProof="0" dirty="0"/>
              <a:t> </a:t>
            </a:r>
            <a:r>
              <a:rPr lang="en-US" altLang="en-US" noProof="0" dirty="0" err="1"/>
              <a:t>mỗi</a:t>
            </a:r>
            <a:r>
              <a:rPr lang="en-US" altLang="en-US" noProof="0" dirty="0"/>
              <a:t> </a:t>
            </a:r>
            <a:r>
              <a:rPr lang="en-US" altLang="en-US" noProof="0" dirty="0" err="1"/>
              <a:t>khi</a:t>
            </a:r>
            <a:r>
              <a:rPr lang="en-US" altLang="en-US" noProof="0" dirty="0"/>
              <a:t> </a:t>
            </a:r>
            <a:r>
              <a:rPr lang="en-US" altLang="en-US" noProof="0" dirty="0" err="1"/>
              <a:t>họ</a:t>
            </a:r>
            <a:r>
              <a:rPr lang="en-US" altLang="en-US" noProof="0" dirty="0"/>
              <a:t> </a:t>
            </a:r>
            <a:r>
              <a:rPr lang="en-US" altLang="en-US" noProof="0" dirty="0" err="1"/>
              <a:t>cần</a:t>
            </a:r>
            <a:r>
              <a:rPr lang="en-US" altLang="en-US" noProof="0" dirty="0"/>
              <a:t>.</a:t>
            </a:r>
          </a:p>
          <a:p>
            <a:endParaRPr lang="en-US" dirty="0"/>
          </a:p>
        </p:txBody>
      </p:sp>
      <p:sp>
        <p:nvSpPr>
          <p:cNvPr id="2" name="Title 1">
            <a:extLst>
              <a:ext uri="{FF2B5EF4-FFF2-40B4-BE49-F238E27FC236}">
                <a16:creationId xmlns:a16="http://schemas.microsoft.com/office/drawing/2014/main" id="{9073E359-792D-581D-0B3A-C21F5C160AC9}"/>
              </a:ext>
            </a:extLst>
          </p:cNvPr>
          <p:cNvSpPr>
            <a:spLocks noGrp="1"/>
          </p:cNvSpPr>
          <p:nvPr>
            <p:ph type="title"/>
          </p:nvPr>
        </p:nvSpPr>
        <p:spPr/>
        <p:txBody>
          <a:bodyPr/>
          <a:lstStyle/>
          <a:p>
            <a:r>
              <a:rPr lang="en-US" dirty="0" err="1"/>
              <a:t>Điện</a:t>
            </a:r>
            <a:r>
              <a:rPr lang="en-US" dirty="0"/>
              <a:t> </a:t>
            </a:r>
            <a:r>
              <a:rPr lang="en-US" dirty="0" err="1"/>
              <a:t>toán</a:t>
            </a:r>
            <a:r>
              <a:rPr lang="en-US" dirty="0"/>
              <a:t> </a:t>
            </a:r>
            <a:r>
              <a:rPr lang="en-US" dirty="0" err="1"/>
              <a:t>đám</a:t>
            </a:r>
            <a:r>
              <a:rPr lang="en-US" dirty="0"/>
              <a:t> </a:t>
            </a:r>
            <a:r>
              <a:rPr lang="en-US" dirty="0" err="1"/>
              <a:t>mây</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11">
            <a:extLst>
              <a:ext uri="{FF2B5EF4-FFF2-40B4-BE49-F238E27FC236}">
                <a16:creationId xmlns:a16="http://schemas.microsoft.com/office/drawing/2014/main" id="{5E858C44-831D-86A7-D33C-EA66FCA32294}"/>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pic>
        <p:nvPicPr>
          <p:cNvPr id="15365" name="Picture 2">
            <a:extLst>
              <a:ext uri="{FF2B5EF4-FFF2-40B4-BE49-F238E27FC236}">
                <a16:creationId xmlns:a16="http://schemas.microsoft.com/office/drawing/2014/main" id="{E6DD1437-3E36-0B4D-C3BC-EE1F83607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7026" y="3038475"/>
            <a:ext cx="3406775"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1">
            <a:extLst>
              <a:ext uri="{FF2B5EF4-FFF2-40B4-BE49-F238E27FC236}">
                <a16:creationId xmlns:a16="http://schemas.microsoft.com/office/drawing/2014/main" id="{F7485D31-CF14-9E9B-3CE2-B46085C7D9B9}"/>
              </a:ext>
            </a:extLst>
          </p:cNvPr>
          <p:cNvSpPr>
            <a:spLocks noChangeArrowheads="1"/>
          </p:cNvSpPr>
          <p:nvPr/>
        </p:nvSpPr>
        <p:spPr bwMode="auto">
          <a:xfrm>
            <a:off x="3827464" y="6183314"/>
            <a:ext cx="417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Mô hinh minh họa về Cloud Computing</a:t>
            </a:r>
          </a:p>
        </p:txBody>
      </p:sp>
      <p:sp>
        <p:nvSpPr>
          <p:cNvPr id="2" name="Title 1">
            <a:extLst>
              <a:ext uri="{FF2B5EF4-FFF2-40B4-BE49-F238E27FC236}">
                <a16:creationId xmlns:a16="http://schemas.microsoft.com/office/drawing/2014/main" id="{97D8D11B-6072-A299-5FC2-BE90C47BD69C}"/>
              </a:ext>
            </a:extLst>
          </p:cNvPr>
          <p:cNvSpPr>
            <a:spLocks noGrp="1"/>
          </p:cNvSpPr>
          <p:nvPr>
            <p:ph type="title"/>
          </p:nvPr>
        </p:nvSpPr>
        <p:spPr/>
        <p:txBody>
          <a:bodyPr>
            <a:normAutofit/>
          </a:bodyPr>
          <a:lstStyle/>
          <a:p>
            <a:r>
              <a:rPr lang="en-US" dirty="0" err="1"/>
              <a:t>Điện</a:t>
            </a:r>
            <a:r>
              <a:rPr lang="en-US" dirty="0"/>
              <a:t> </a:t>
            </a:r>
            <a:r>
              <a:rPr lang="en-US" dirty="0" err="1"/>
              <a:t>toán</a:t>
            </a:r>
            <a:r>
              <a:rPr lang="en-US" dirty="0"/>
              <a:t> </a:t>
            </a:r>
            <a:r>
              <a:rPr lang="en-US" dirty="0" err="1"/>
              <a:t>đám</a:t>
            </a:r>
            <a:r>
              <a:rPr lang="en-US" dirty="0"/>
              <a:t> </a:t>
            </a:r>
            <a:r>
              <a:rPr lang="en-US" dirty="0" err="1"/>
              <a:t>mây</a:t>
            </a:r>
            <a:endParaRPr lang="en-US" dirty="0"/>
          </a:p>
        </p:txBody>
      </p:sp>
      <p:sp>
        <p:nvSpPr>
          <p:cNvPr id="3" name="Content Placeholder 2">
            <a:extLst>
              <a:ext uri="{FF2B5EF4-FFF2-40B4-BE49-F238E27FC236}">
                <a16:creationId xmlns:a16="http://schemas.microsoft.com/office/drawing/2014/main" id="{823E6408-053C-B068-0D30-B7EF9BE66D0E}"/>
              </a:ext>
            </a:extLst>
          </p:cNvPr>
          <p:cNvSpPr>
            <a:spLocks noGrp="1"/>
          </p:cNvSpPr>
          <p:nvPr>
            <p:ph idx="1"/>
          </p:nvPr>
        </p:nvSpPr>
        <p:spPr/>
        <p:txBody>
          <a:bodyPr/>
          <a:lstStyle/>
          <a:p>
            <a:r>
              <a:rPr lang="vi-VN" dirty="0"/>
              <a:t> Ra đời từ giữa năm 2007, cho đến nay đã không ngừng phát triển mạnh mẽ và được hiện thực bởi nhiều công ty lớn trên thế giới như IBM, Sun, Amazon, Google, Microsoft, Yahoo, Sales Force,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11">
            <a:extLst>
              <a:ext uri="{FF2B5EF4-FFF2-40B4-BE49-F238E27FC236}">
                <a16:creationId xmlns:a16="http://schemas.microsoft.com/office/drawing/2014/main" id="{407F3B91-0546-986E-DB31-100C1BF48BE9}"/>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 name="Title 1">
            <a:extLst>
              <a:ext uri="{FF2B5EF4-FFF2-40B4-BE49-F238E27FC236}">
                <a16:creationId xmlns:a16="http://schemas.microsoft.com/office/drawing/2014/main" id="{1DFDA7F0-FCCB-2049-1A17-9C0264504FFC}"/>
              </a:ext>
            </a:extLst>
          </p:cNvPr>
          <p:cNvSpPr>
            <a:spLocks noGrp="1"/>
          </p:cNvSpPr>
          <p:nvPr>
            <p:ph type="title"/>
          </p:nvPr>
        </p:nvSpPr>
        <p:spPr/>
        <p:txBody>
          <a:bodyPr>
            <a:normAutofit/>
          </a:bodyPr>
          <a:lstStyle/>
          <a:p>
            <a:r>
              <a:rPr lang="vi-VN" dirty="0"/>
              <a:t>Cơ sở dữ liệu</a:t>
            </a:r>
            <a:endParaRPr lang="en-US" dirty="0"/>
          </a:p>
        </p:txBody>
      </p:sp>
      <p:sp>
        <p:nvSpPr>
          <p:cNvPr id="3" name="Content Placeholder 2">
            <a:extLst>
              <a:ext uri="{FF2B5EF4-FFF2-40B4-BE49-F238E27FC236}">
                <a16:creationId xmlns:a16="http://schemas.microsoft.com/office/drawing/2014/main" id="{EECCB31E-8FF4-79DB-421F-79CC21A17A80}"/>
              </a:ext>
            </a:extLst>
          </p:cNvPr>
          <p:cNvSpPr>
            <a:spLocks noGrp="1"/>
          </p:cNvSpPr>
          <p:nvPr>
            <p:ph idx="1"/>
          </p:nvPr>
        </p:nvSpPr>
        <p:spPr/>
        <p:txBody>
          <a:bodyPr/>
          <a:lstStyle/>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Việc</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lựa</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chọn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CSDL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cũng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như</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thiết</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kê</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CSDL có 1 ý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nghia</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quan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trọng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trong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vận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hành</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mơ</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rộng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cũng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như</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duy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trì,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phát</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triển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ứng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dụng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va</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xư</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xư</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đồng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thời</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tái</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tạo</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v.v...)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sau</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này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Hiện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có 2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mô</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hình</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CSDL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được</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triển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khai</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trong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các</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ứng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dụng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phân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tán</a:t>
            </a:r>
            <a:endPar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a:t>
            </a:r>
            <a:r>
              <a:rPr kumimoji="0" lang="en-US" altLang="en-US" sz="28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rPr>
              <a:t>CSDL </a:t>
            </a:r>
            <a:r>
              <a:rPr kumimoji="0" lang="en-US" altLang="en-US" sz="2800" b="1" i="0" u="none" strike="noStrike" kern="1200" cap="none" spc="0" normalizeH="0" baseline="0" noProof="0" dirty="0" err="1">
                <a:ln>
                  <a:noFill/>
                </a:ln>
                <a:solidFill>
                  <a:srgbClr val="0000CC"/>
                </a:solidFill>
                <a:effectLst/>
                <a:uLnTx/>
                <a:uFillTx/>
                <a:latin typeface="Calibri" panose="020F0502020204030204" pitchFamily="34" charset="0"/>
                <a:cs typeface="Calibri" panose="020F0502020204030204" pitchFamily="34" charset="0"/>
              </a:rPr>
              <a:t>tập</a:t>
            </a:r>
            <a:r>
              <a:rPr kumimoji="0" lang="en-US" altLang="en-US" sz="28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rPr>
              <a:t> </a:t>
            </a:r>
            <a:r>
              <a:rPr kumimoji="0" lang="en-US" altLang="en-US" sz="2800" b="1" i="0" u="none" strike="noStrike" kern="1200" cap="none" spc="0" normalizeH="0" baseline="0" noProof="0" dirty="0" err="1">
                <a:ln>
                  <a:noFill/>
                </a:ln>
                <a:solidFill>
                  <a:srgbClr val="0000CC"/>
                </a:solidFill>
                <a:effectLst/>
                <a:uLnTx/>
                <a:uFillTx/>
                <a:latin typeface="Calibri" panose="020F0502020204030204" pitchFamily="34" charset="0"/>
                <a:cs typeface="Calibri" panose="020F0502020204030204" pitchFamily="34" charset="0"/>
              </a:rPr>
              <a:t>trung</a:t>
            </a:r>
            <a:endParaRPr kumimoji="0" lang="en-US" altLang="en-US" sz="28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a:t>
            </a:r>
            <a:r>
              <a:rPr kumimoji="0" lang="en-US" altLang="en-US" sz="28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rPr>
              <a:t>CSDL </a:t>
            </a:r>
            <a:r>
              <a:rPr kumimoji="0" lang="en-US" altLang="en-US" sz="2800" b="1" i="0" u="none" strike="noStrike" kern="1200" cap="none" spc="0" normalizeH="0" baseline="0" noProof="0" dirty="0" err="1">
                <a:ln>
                  <a:noFill/>
                </a:ln>
                <a:solidFill>
                  <a:srgbClr val="0000CC"/>
                </a:solidFill>
                <a:effectLst/>
                <a:uLnTx/>
                <a:uFillTx/>
                <a:latin typeface="Calibri" panose="020F0502020204030204" pitchFamily="34" charset="0"/>
                <a:cs typeface="Calibri" panose="020F0502020204030204" pitchFamily="34" charset="0"/>
              </a:rPr>
              <a:t>phân</a:t>
            </a:r>
            <a:r>
              <a:rPr kumimoji="0" lang="en-US" altLang="en-US" sz="28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rPr>
              <a:t> </a:t>
            </a:r>
            <a:r>
              <a:rPr kumimoji="0" lang="en-US" altLang="en-US" sz="2800" b="1" i="0" u="none" strike="noStrike" kern="1200" cap="none" spc="0" normalizeH="0" baseline="0" noProof="0" dirty="0" err="1">
                <a:ln>
                  <a:noFill/>
                </a:ln>
                <a:solidFill>
                  <a:srgbClr val="0000CC"/>
                </a:solidFill>
                <a:effectLst/>
                <a:uLnTx/>
                <a:uFillTx/>
                <a:latin typeface="Calibri" panose="020F0502020204030204" pitchFamily="34" charset="0"/>
                <a:cs typeface="Calibri" panose="020F0502020204030204" pitchFamily="34" charset="0"/>
              </a:rPr>
              <a:t>tán</a:t>
            </a:r>
            <a:endParaRPr kumimoji="0" lang="en-US" altLang="en-US" sz="28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Tùy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thuộc</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vào</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quy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mô</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của</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ứng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dụng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tính</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tin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cậy</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sẵn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sàng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hiệu</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quả v.v... mà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chúng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ta có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thê</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lựa</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chọn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1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trong</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2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mô</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hình</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alt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trên</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endParaRPr kumimoji="0" lang="en-US" altLang="en-US"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11">
            <a:extLst>
              <a:ext uri="{FF2B5EF4-FFF2-40B4-BE49-F238E27FC236}">
                <a16:creationId xmlns:a16="http://schemas.microsoft.com/office/drawing/2014/main" id="{9E330FEE-57E6-09CC-014B-8048073508BC}"/>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18436" name="Rectangle 2">
            <a:extLst>
              <a:ext uri="{FF2B5EF4-FFF2-40B4-BE49-F238E27FC236}">
                <a16:creationId xmlns:a16="http://schemas.microsoft.com/office/drawing/2014/main" id="{05AD8E3D-1EC7-9B71-3D63-1B2E8F812063}"/>
              </a:ext>
            </a:extLst>
          </p:cNvPr>
          <p:cNvSpPr>
            <a:spLocks noChangeArrowheads="1"/>
          </p:cNvSpPr>
          <p:nvPr/>
        </p:nvSpPr>
        <p:spPr bwMode="auto">
          <a:xfrm>
            <a:off x="1905000" y="762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C27F6C5A-E67A-4C7A-4338-649D41155328}"/>
              </a:ext>
            </a:extLst>
          </p:cNvPr>
          <p:cNvSpPr>
            <a:spLocks noGrp="1"/>
          </p:cNvSpPr>
          <p:nvPr>
            <p:ph type="title"/>
          </p:nvPr>
        </p:nvSpPr>
        <p:spPr/>
        <p:txBody>
          <a:bodyPr>
            <a:normAutofit/>
          </a:bodyPr>
          <a:lstStyle/>
          <a:p>
            <a:r>
              <a:rPr lang="en-US" dirty="0"/>
              <a:t>PHÁT TRIỂN UD PHÂN TÁN VỚI JAVA RMI</a:t>
            </a:r>
          </a:p>
        </p:txBody>
      </p:sp>
      <p:sp>
        <p:nvSpPr>
          <p:cNvPr id="3" name="Content Placeholder 2">
            <a:extLst>
              <a:ext uri="{FF2B5EF4-FFF2-40B4-BE49-F238E27FC236}">
                <a16:creationId xmlns:a16="http://schemas.microsoft.com/office/drawing/2014/main" id="{72EB7BF3-AA31-CB76-FC77-1E247FF177AC}"/>
              </a:ext>
            </a:extLst>
          </p:cNvPr>
          <p:cNvSpPr>
            <a:spLocks noGrp="1"/>
          </p:cNvSpPr>
          <p:nvPr>
            <p:ph idx="1"/>
          </p:nvPr>
        </p:nvSpPr>
        <p:spPr/>
        <p:txBody>
          <a:bodyPr/>
          <a:lstStyle/>
          <a:p>
            <a:pPr marL="285750" marR="0" lvl="0" indent="-285750" algn="just"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Lập</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trình</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phân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tán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đối</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tượng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là</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một</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trong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những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vấn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đề</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nóng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bỏng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của</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công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nghệ</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phần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mềm</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hiện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nay. </a:t>
            </a:r>
          </a:p>
          <a:p>
            <a:pPr marL="285750" marR="0" lvl="0" indent="-285750" algn="just"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Làm</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thế</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nào</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để</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gọi</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hàm</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hay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đối</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tượng</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ở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một</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máy</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nào</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đó</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và</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gọi</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chúng</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từ</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một</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máy</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khác</a:t>
            </a:r>
            <a:r>
              <a:rPr kumimoji="0" lang="en-US" sz="28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 </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dirty="0">
              <a:solidFill>
                <a:srgbClr val="C00000"/>
              </a:solidFill>
              <a:latin typeface="Calibri" panose="020F0502020204030204" pitchFamily="34" charset="0"/>
              <a:cs typeface="Calibri" panose="020F050202020403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pitchFamily="34" charset="0"/>
                <a:cs typeface="Calibri" panose="020F0502020204030204" pitchFamily="34" charset="0"/>
              </a:rPr>
              <a:t>=&gt; Đ</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ể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phát</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triển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các</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ứng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dụng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phân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tán</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có</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thể</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sư</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dụng</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nhiều</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ky</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thuật</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khác</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nhau</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sym typeface="Wingdings" pitchFamily="2" charset="2"/>
              </a:rPr>
              <a:t>RPC, DCE RPC, DCOM, </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XML, SOAP, Web Service v.v...</a:t>
            </a:r>
          </a:p>
          <a:p>
            <a:pPr marL="0" indent="0">
              <a:buNone/>
            </a:pP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DD20DBD-64FA-EDDC-D7F5-95FBFCF05ECF}"/>
              </a:ext>
            </a:extLst>
          </p:cNvPr>
          <p:cNvSpPr>
            <a:spLocks noChangeArrowheads="1"/>
          </p:cNvSpPr>
          <p:nvPr/>
        </p:nvSpPr>
        <p:spPr bwMode="auto">
          <a:xfrm>
            <a:off x="15240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17412" name="Text Box 11">
            <a:extLst>
              <a:ext uri="{FF2B5EF4-FFF2-40B4-BE49-F238E27FC236}">
                <a16:creationId xmlns:a16="http://schemas.microsoft.com/office/drawing/2014/main" id="{3D15F8F4-5ED7-313B-F3E6-6C648B843462}"/>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 name="Content Placeholder 2">
            <a:extLst>
              <a:ext uri="{FF2B5EF4-FFF2-40B4-BE49-F238E27FC236}">
                <a16:creationId xmlns:a16="http://schemas.microsoft.com/office/drawing/2014/main" id="{D31CFBB0-DB7F-D0D0-2F3D-2699928E593F}"/>
              </a:ext>
            </a:extLst>
          </p:cNvPr>
          <p:cNvSpPr>
            <a:spLocks noGrp="1"/>
          </p:cNvSpPr>
          <p:nvPr>
            <p:ph idx="1"/>
          </p:nvPr>
        </p:nvSpPr>
        <p:spPr/>
        <p:txBody>
          <a:bodyPr>
            <a:normAutofit/>
          </a:bodyPr>
          <a:lstStyle/>
          <a:p>
            <a:pPr marL="0" indent="0">
              <a:buNone/>
            </a:pPr>
            <a:r>
              <a:rPr lang="en-US" altLang="en-US" dirty="0" err="1"/>
              <a:t>Nhóm</a:t>
            </a:r>
            <a:r>
              <a:rPr lang="en-US" altLang="en-US" dirty="0"/>
              <a:t> 1: </a:t>
            </a:r>
            <a:r>
              <a:rPr lang="en-US" altLang="en-US" dirty="0" err="1"/>
              <a:t>Hỗ</a:t>
            </a:r>
            <a:r>
              <a:rPr lang="en-US" altLang="en-US" dirty="0"/>
              <a:t> </a:t>
            </a:r>
            <a:r>
              <a:rPr lang="en-US" altLang="en-US" dirty="0" err="1"/>
              <a:t>trợ</a:t>
            </a:r>
            <a:r>
              <a:rPr lang="en-US" altLang="en-US" dirty="0"/>
              <a:t> </a:t>
            </a:r>
            <a:r>
              <a:rPr lang="en-US" altLang="en-US" dirty="0" err="1"/>
              <a:t>lập</a:t>
            </a:r>
            <a:r>
              <a:rPr lang="en-US" altLang="en-US" dirty="0"/>
              <a:t> </a:t>
            </a:r>
            <a:r>
              <a:rPr lang="en-US" altLang="en-US" dirty="0" err="1"/>
              <a:t>trình</a:t>
            </a:r>
            <a:r>
              <a:rPr lang="en-US" altLang="en-US" dirty="0"/>
              <a:t> </a:t>
            </a:r>
            <a:r>
              <a:rPr lang="en-US" altLang="en-US" dirty="0" err="1"/>
              <a:t>thủ</a:t>
            </a:r>
            <a:r>
              <a:rPr lang="en-US" altLang="en-US" dirty="0"/>
              <a:t> </a:t>
            </a:r>
            <a:r>
              <a:rPr lang="en-US" altLang="en-US" dirty="0" err="1"/>
              <a:t>tục</a:t>
            </a:r>
            <a:endParaRPr lang="en-US" altLang="en-US" dirty="0"/>
          </a:p>
          <a:p>
            <a:r>
              <a:rPr lang="en-US" altLang="en-US" dirty="0">
                <a:sym typeface="Wingdings" panose="05000000000000000000" pitchFamily="2" charset="2"/>
              </a:rPr>
              <a:t>RPC, DCE RPC,DCOM  </a:t>
            </a:r>
          </a:p>
          <a:p>
            <a:pPr marL="0" indent="0">
              <a:buNone/>
            </a:pPr>
            <a:r>
              <a:rPr lang="en-US" altLang="en-US" dirty="0" err="1"/>
              <a:t>Nhóm</a:t>
            </a:r>
            <a:r>
              <a:rPr lang="en-US" altLang="en-US" dirty="0"/>
              <a:t> 2:  </a:t>
            </a:r>
            <a:r>
              <a:rPr lang="en-US" altLang="en-US" dirty="0" err="1"/>
              <a:t>Hỗ</a:t>
            </a:r>
            <a:r>
              <a:rPr lang="en-US" altLang="en-US" dirty="0"/>
              <a:t> </a:t>
            </a:r>
            <a:r>
              <a:rPr lang="en-US" altLang="en-US" dirty="0" err="1"/>
              <a:t>trợ</a:t>
            </a:r>
            <a:r>
              <a:rPr lang="en-US" altLang="en-US" dirty="0"/>
              <a:t> </a:t>
            </a:r>
            <a:r>
              <a:rPr lang="en-US" altLang="en-US" dirty="0" err="1"/>
              <a:t>lập</a:t>
            </a:r>
            <a:r>
              <a:rPr lang="en-US" altLang="en-US" dirty="0"/>
              <a:t> </a:t>
            </a:r>
            <a:r>
              <a:rPr lang="en-US" altLang="en-US" dirty="0" err="1"/>
              <a:t>trình</a:t>
            </a:r>
            <a:r>
              <a:rPr lang="en-US" altLang="en-US" dirty="0"/>
              <a:t> </a:t>
            </a:r>
            <a:r>
              <a:rPr lang="en-US" altLang="en-US" dirty="0" err="1"/>
              <a:t>hướng</a:t>
            </a:r>
            <a:r>
              <a:rPr lang="en-US" altLang="en-US" dirty="0"/>
              <a:t> </a:t>
            </a:r>
            <a:r>
              <a:rPr lang="en-US" altLang="en-US" dirty="0" err="1"/>
              <a:t>đối</a:t>
            </a:r>
            <a:r>
              <a:rPr lang="en-US" altLang="en-US" dirty="0"/>
              <a:t> </a:t>
            </a:r>
            <a:r>
              <a:rPr lang="en-US" altLang="en-US" dirty="0" err="1"/>
              <a:t>tượng</a:t>
            </a:r>
            <a:endParaRPr lang="en-US" altLang="en-US" dirty="0"/>
          </a:p>
          <a:p>
            <a:r>
              <a:rPr lang="en-US" altLang="en-US" dirty="0">
                <a:sym typeface="Wingdings" panose="05000000000000000000" pitchFamily="2" charset="2"/>
              </a:rPr>
              <a:t>CORBA, </a:t>
            </a:r>
            <a:r>
              <a:rPr lang="en-US" altLang="en-US" dirty="0">
                <a:solidFill>
                  <a:srgbClr val="FF0000"/>
                </a:solidFill>
                <a:sym typeface="Wingdings" panose="05000000000000000000" pitchFamily="2" charset="2"/>
              </a:rPr>
              <a:t>RMI</a:t>
            </a:r>
          </a:p>
          <a:p>
            <a:pPr marL="0" indent="0">
              <a:buNone/>
            </a:pPr>
            <a:r>
              <a:rPr lang="en-US" altLang="en-US" dirty="0" err="1"/>
              <a:t>Nhóm</a:t>
            </a:r>
            <a:r>
              <a:rPr lang="en-US" altLang="en-US" dirty="0"/>
              <a:t> 3: </a:t>
            </a:r>
            <a:r>
              <a:rPr lang="en-US" altLang="en-US" dirty="0" err="1"/>
              <a:t>Hỗ</a:t>
            </a:r>
            <a:r>
              <a:rPr lang="en-US" altLang="en-US" dirty="0"/>
              <a:t> </a:t>
            </a:r>
            <a:r>
              <a:rPr lang="en-US" altLang="en-US" dirty="0" err="1"/>
              <a:t>trợ</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Web</a:t>
            </a:r>
          </a:p>
          <a:p>
            <a:r>
              <a:rPr lang="en-US" altLang="en-US" dirty="0"/>
              <a:t>XML, SOAP, Web Service, AJAX, </a:t>
            </a:r>
            <a:r>
              <a:rPr lang="en-US" altLang="en-US" dirty="0">
                <a:solidFill>
                  <a:srgbClr val="FF0000"/>
                </a:solidFill>
              </a:rPr>
              <a:t>REST</a:t>
            </a:r>
            <a:r>
              <a:rPr lang="en-US" altLang="en-US" dirty="0"/>
              <a:t> </a:t>
            </a:r>
          </a:p>
          <a:p>
            <a:endParaRPr lang="en-US" dirty="0"/>
          </a:p>
        </p:txBody>
      </p:sp>
      <p:sp>
        <p:nvSpPr>
          <p:cNvPr id="2" name="Title 1">
            <a:extLst>
              <a:ext uri="{FF2B5EF4-FFF2-40B4-BE49-F238E27FC236}">
                <a16:creationId xmlns:a16="http://schemas.microsoft.com/office/drawing/2014/main" id="{2B951F37-19BD-E4F3-B288-9F83C7099C7D}"/>
              </a:ext>
            </a:extLst>
          </p:cNvPr>
          <p:cNvSpPr>
            <a:spLocks noGrp="1"/>
          </p:cNvSpPr>
          <p:nvPr>
            <p:ph type="title"/>
          </p:nvPr>
        </p:nvSpPr>
        <p:spPr/>
        <p:txBody>
          <a:bodyPr/>
          <a:lstStyle/>
          <a:p>
            <a:r>
              <a:rPr lang="vi-VN" dirty="0">
                <a:latin typeface="Calibri" panose="020F0502020204030204" pitchFamily="34" charset="0"/>
                <a:cs typeface="Calibri" panose="020F0502020204030204" pitchFamily="34" charset="0"/>
              </a:rPr>
              <a:t>KỸ THUẬT PHÂN TÁN</a:t>
            </a: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11">
            <a:extLst>
              <a:ext uri="{FF2B5EF4-FFF2-40B4-BE49-F238E27FC236}">
                <a16:creationId xmlns:a16="http://schemas.microsoft.com/office/drawing/2014/main" id="{3A59C929-F401-89CE-C448-36ACAB1F9E10}"/>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19460" name="Rectangle 2">
            <a:extLst>
              <a:ext uri="{FF2B5EF4-FFF2-40B4-BE49-F238E27FC236}">
                <a16:creationId xmlns:a16="http://schemas.microsoft.com/office/drawing/2014/main" id="{6870BC27-77F8-4E23-5EC2-8334A2072570}"/>
              </a:ext>
            </a:extLst>
          </p:cNvPr>
          <p:cNvSpPr>
            <a:spLocks noChangeArrowheads="1"/>
          </p:cNvSpPr>
          <p:nvPr/>
        </p:nvSpPr>
        <p:spPr bwMode="auto">
          <a:xfrm>
            <a:off x="1905000" y="762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E66D860B-E472-8EF9-852B-FA8B3823165D}"/>
              </a:ext>
            </a:extLst>
          </p:cNvPr>
          <p:cNvSpPr>
            <a:spLocks noGrp="1"/>
          </p:cNvSpPr>
          <p:nvPr>
            <p:ph type="title"/>
          </p:nvPr>
        </p:nvSpPr>
        <p:spPr/>
        <p:txBody>
          <a:bodyPr>
            <a:normAutofit/>
          </a:bodyPr>
          <a:lstStyle/>
          <a:p>
            <a:r>
              <a:rPr lang="en-US" dirty="0"/>
              <a:t>PHÁT TRIỂN UD PHÂN TÁN VỚI REST</a:t>
            </a:r>
          </a:p>
        </p:txBody>
      </p:sp>
      <p:sp>
        <p:nvSpPr>
          <p:cNvPr id="3" name="Content Placeholder 2">
            <a:extLst>
              <a:ext uri="{FF2B5EF4-FFF2-40B4-BE49-F238E27FC236}">
                <a16:creationId xmlns:a16="http://schemas.microsoft.com/office/drawing/2014/main" id="{85DD2267-4291-44D1-7441-51B9CAAEBAFB}"/>
              </a:ext>
            </a:extLst>
          </p:cNvPr>
          <p:cNvSpPr>
            <a:spLocks noGrp="1"/>
          </p:cNvSpPr>
          <p:nvPr>
            <p:ph idx="1"/>
          </p:nvPr>
        </p:nvSpPr>
        <p:spPr>
          <a:xfrm>
            <a:off x="838200" y="1600200"/>
            <a:ext cx="3733800" cy="4576763"/>
          </a:xfrm>
        </p:spPr>
        <p:txBody>
          <a:bodyPr>
            <a:normAutofit/>
          </a:bodyPr>
          <a:lstStyle/>
          <a:p>
            <a:pPr algn="just"/>
            <a:r>
              <a:rPr lang="vi-VN" sz="2400" dirty="0">
                <a:latin typeface="Calibri" panose="020F0502020204030204" pitchFamily="34" charset="0"/>
                <a:cs typeface="Calibri" panose="020F0502020204030204" pitchFamily="34" charset="0"/>
              </a:rPr>
              <a:t>REST API (RESTful API)</a:t>
            </a:r>
            <a:r>
              <a:rPr lang="en-US" sz="2400" dirty="0">
                <a:latin typeface="Calibri" panose="020F0502020204030204" pitchFamily="34" charset="0"/>
                <a:cs typeface="Calibri" panose="020F0502020204030204" pitchFamily="34" charset="0"/>
              </a:rPr>
              <a:t>: </a:t>
            </a:r>
            <a:r>
              <a:rPr lang="vi-VN" sz="2400" dirty="0">
                <a:latin typeface="Calibri" panose="020F0502020204030204" pitchFamily="34" charset="0"/>
                <a:cs typeface="Calibri" panose="020F0502020204030204" pitchFamily="34" charset="0"/>
              </a:rPr>
              <a:t>giao diện lập trình ứng dụng (API) tuân thủ các ràng buộc và quy ước kiến trúc REST</a:t>
            </a:r>
            <a:r>
              <a:rPr lang="en-US" sz="2400" dirty="0">
                <a:latin typeface="Calibri" panose="020F0502020204030204" pitchFamily="34" charset="0"/>
                <a:cs typeface="Calibri" panose="020F0502020204030204" pitchFamily="34" charset="0"/>
              </a:rPr>
              <a:t>,</a:t>
            </a:r>
            <a:r>
              <a:rPr lang="vi-VN" sz="2400" dirty="0">
                <a:latin typeface="Calibri" panose="020F0502020204030204" pitchFamily="34" charset="0"/>
                <a:cs typeface="Calibri" panose="020F0502020204030204" pitchFamily="34" charset="0"/>
              </a:rPr>
              <a:t> được sử dụng trong việc giao tiếp giữa client và server. </a:t>
            </a:r>
            <a:endParaRPr lang="en-US" sz="2400" dirty="0">
              <a:latin typeface="Calibri" panose="020F0502020204030204" pitchFamily="34" charset="0"/>
              <a:cs typeface="Calibri" panose="020F0502020204030204" pitchFamily="34" charset="0"/>
            </a:endParaRPr>
          </a:p>
          <a:p>
            <a:pPr algn="just"/>
            <a:r>
              <a:rPr lang="vi-VN" sz="2400" dirty="0">
                <a:latin typeface="Calibri" panose="020F0502020204030204" pitchFamily="34" charset="0"/>
                <a:cs typeface="Calibri" panose="020F0502020204030204" pitchFamily="34" charset="0"/>
              </a:rPr>
              <a:t>REST</a:t>
            </a:r>
            <a:r>
              <a:rPr lang="en-US" sz="2400" dirty="0">
                <a:latin typeface="Calibri" panose="020F0502020204030204" pitchFamily="34" charset="0"/>
                <a:cs typeface="Calibri" panose="020F0502020204030204" pitchFamily="34" charset="0"/>
              </a:rPr>
              <a:t>: </a:t>
            </a:r>
            <a:r>
              <a:rPr lang="vi-VN" sz="2400" dirty="0">
                <a:latin typeface="Calibri" panose="020F0502020204030204" pitchFamily="34" charset="0"/>
                <a:cs typeface="Calibri" panose="020F0502020204030204" pitchFamily="34" charset="0"/>
              </a:rPr>
              <a:t>REpresentational State Transfer</a:t>
            </a:r>
            <a:endParaRPr lang="en-US" sz="2400" dirty="0">
              <a:latin typeface="Calibri" panose="020F0502020204030204" pitchFamily="34" charset="0"/>
              <a:cs typeface="Calibri" panose="020F0502020204030204" pitchFamily="34" charset="0"/>
            </a:endParaRPr>
          </a:p>
        </p:txBody>
      </p:sp>
      <p:pic>
        <p:nvPicPr>
          <p:cNvPr id="1026" name="Picture 2" descr="REST API là gì? Cách thiết kế REST API có thể bạn chưa biết">
            <a:extLst>
              <a:ext uri="{FF2B5EF4-FFF2-40B4-BE49-F238E27FC236}">
                <a16:creationId xmlns:a16="http://schemas.microsoft.com/office/drawing/2014/main" id="{4A866E8F-2C6D-7DC9-BD1B-C87A86992A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600200"/>
            <a:ext cx="7015162" cy="4442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158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11">
            <a:extLst>
              <a:ext uri="{FF2B5EF4-FFF2-40B4-BE49-F238E27FC236}">
                <a16:creationId xmlns:a16="http://schemas.microsoft.com/office/drawing/2014/main" id="{3A59C929-F401-89CE-C448-36ACAB1F9E10}"/>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19460" name="Rectangle 2">
            <a:extLst>
              <a:ext uri="{FF2B5EF4-FFF2-40B4-BE49-F238E27FC236}">
                <a16:creationId xmlns:a16="http://schemas.microsoft.com/office/drawing/2014/main" id="{6870BC27-77F8-4E23-5EC2-8334A2072570}"/>
              </a:ext>
            </a:extLst>
          </p:cNvPr>
          <p:cNvSpPr>
            <a:spLocks noChangeArrowheads="1"/>
          </p:cNvSpPr>
          <p:nvPr/>
        </p:nvSpPr>
        <p:spPr bwMode="auto">
          <a:xfrm>
            <a:off x="1905000" y="762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E66D860B-E472-8EF9-852B-FA8B3823165D}"/>
              </a:ext>
            </a:extLst>
          </p:cNvPr>
          <p:cNvSpPr>
            <a:spLocks noGrp="1"/>
          </p:cNvSpPr>
          <p:nvPr>
            <p:ph type="title"/>
          </p:nvPr>
        </p:nvSpPr>
        <p:spPr/>
        <p:txBody>
          <a:bodyPr>
            <a:normAutofit/>
          </a:bodyPr>
          <a:lstStyle/>
          <a:p>
            <a:r>
              <a:rPr lang="en-US" dirty="0"/>
              <a:t>PHÁT TRIỂN UD PHÂN TÁN VỚI JAVA RMI</a:t>
            </a:r>
          </a:p>
        </p:txBody>
      </p:sp>
      <p:sp>
        <p:nvSpPr>
          <p:cNvPr id="3" name="Content Placeholder 2">
            <a:extLst>
              <a:ext uri="{FF2B5EF4-FFF2-40B4-BE49-F238E27FC236}">
                <a16:creationId xmlns:a16="http://schemas.microsoft.com/office/drawing/2014/main" id="{85DD2267-4291-44D1-7441-51B9CAAEBAFB}"/>
              </a:ext>
            </a:extLst>
          </p:cNvPr>
          <p:cNvSpPr>
            <a:spLocks noGrp="1"/>
          </p:cNvSpPr>
          <p:nvPr>
            <p:ph idx="1"/>
          </p:nvPr>
        </p:nvSpPr>
        <p:spPr/>
        <p:txBody>
          <a:bodyPr/>
          <a:lstStyle/>
          <a:p>
            <a:pPr algn="l"/>
            <a:r>
              <a:rPr lang="en-US" altLang="en-US" sz="2800" dirty="0" err="1">
                <a:latin typeface="Calibri" panose="020F0502020204030204" pitchFamily="34" charset="0"/>
                <a:cs typeface="Calibri" panose="020F0502020204030204" pitchFamily="34" charset="0"/>
              </a:rPr>
              <a:t>Kỹ</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thuật</a:t>
            </a:r>
            <a:r>
              <a:rPr lang="en-US" altLang="en-US" sz="2800" dirty="0">
                <a:latin typeface="Calibri" panose="020F0502020204030204" pitchFamily="34" charset="0"/>
                <a:cs typeface="Calibri" panose="020F0502020204030204" pitchFamily="34" charset="0"/>
              </a:rPr>
              <a:t> RMI </a:t>
            </a:r>
          </a:p>
          <a:p>
            <a:pPr lvl="1" algn="l"/>
            <a:r>
              <a:rPr lang="en-US" altLang="en-US" sz="2800" dirty="0" err="1">
                <a:latin typeface="Calibri" panose="020F0502020204030204" pitchFamily="34" charset="0"/>
                <a:cs typeface="Calibri" panose="020F0502020204030204" pitchFamily="34" charset="0"/>
              </a:rPr>
              <a:t>java.rmi</a:t>
            </a:r>
            <a:r>
              <a:rPr lang="en-US" altLang="en-US" sz="2800" dirty="0">
                <a:latin typeface="Calibri" panose="020F0502020204030204" pitchFamily="34" charset="0"/>
                <a:cs typeface="Calibri" panose="020F0502020204030204" pitchFamily="34" charset="0"/>
              </a:rPr>
              <a:t>  </a:t>
            </a:r>
            <a:r>
              <a:rPr lang="en-US" altLang="en-US" sz="2400" dirty="0">
                <a:solidFill>
                  <a:srgbClr val="0000CC"/>
                </a:solidFill>
                <a:latin typeface="Calibri" panose="020F0502020204030204" pitchFamily="34" charset="0"/>
                <a:cs typeface="Calibri" panose="020F0502020204030204" pitchFamily="34" charset="0"/>
              </a:rPr>
              <a:t>(</a:t>
            </a:r>
            <a:r>
              <a:rPr lang="en-US" altLang="en-US" sz="2400" dirty="0" err="1">
                <a:solidFill>
                  <a:srgbClr val="0000CC"/>
                </a:solidFill>
                <a:latin typeface="Calibri" panose="020F0502020204030204" pitchFamily="34" charset="0"/>
                <a:cs typeface="Calibri" panose="020F0502020204030204" pitchFamily="34" charset="0"/>
              </a:rPr>
              <a:t>Tạo</a:t>
            </a:r>
            <a:r>
              <a:rPr lang="en-US" altLang="en-US" sz="2400" dirty="0">
                <a:solidFill>
                  <a:srgbClr val="0000CC"/>
                </a:solidFill>
                <a:latin typeface="Calibri" panose="020F0502020204030204" pitchFamily="34" charset="0"/>
                <a:cs typeface="Calibri" panose="020F0502020204030204" pitchFamily="34" charset="0"/>
              </a:rPr>
              <a:t> interfaces, classes, exceptions ở </a:t>
            </a:r>
            <a:r>
              <a:rPr lang="en-US" altLang="en-US" sz="2400" dirty="0" err="1">
                <a:solidFill>
                  <a:srgbClr val="0000CC"/>
                </a:solidFill>
                <a:latin typeface="Calibri" panose="020F0502020204030204" pitchFamily="34" charset="0"/>
                <a:cs typeface="Calibri" panose="020F0502020204030204" pitchFamily="34" charset="0"/>
              </a:rPr>
              <a:t>phía</a:t>
            </a:r>
            <a:r>
              <a:rPr lang="en-US" altLang="en-US" sz="2400" dirty="0">
                <a:solidFill>
                  <a:srgbClr val="0000CC"/>
                </a:solidFill>
                <a:latin typeface="Calibri" panose="020F0502020204030204" pitchFamily="34" charset="0"/>
                <a:cs typeface="Calibri" panose="020F0502020204030204" pitchFamily="34" charset="0"/>
              </a:rPr>
              <a:t> Client)</a:t>
            </a:r>
            <a:endParaRPr lang="en-US" altLang="en-US" sz="2800" dirty="0">
              <a:solidFill>
                <a:srgbClr val="0000CC"/>
              </a:solidFill>
              <a:latin typeface="Calibri" panose="020F0502020204030204" pitchFamily="34" charset="0"/>
              <a:cs typeface="Calibri" panose="020F0502020204030204" pitchFamily="34" charset="0"/>
            </a:endParaRPr>
          </a:p>
          <a:p>
            <a:pPr lvl="1" algn="l"/>
            <a:r>
              <a:rPr lang="en-US" altLang="en-US" sz="2800" dirty="0" err="1">
                <a:latin typeface="Calibri" panose="020F0502020204030204" pitchFamily="34" charset="0"/>
                <a:cs typeface="Calibri" panose="020F0502020204030204" pitchFamily="34" charset="0"/>
              </a:rPr>
              <a:t>java.rmi.registry</a:t>
            </a:r>
            <a:r>
              <a:rPr lang="en-US" altLang="en-US" sz="2800" dirty="0">
                <a:latin typeface="Calibri" panose="020F0502020204030204" pitchFamily="34" charset="0"/>
                <a:cs typeface="Calibri" panose="020F0502020204030204" pitchFamily="34" charset="0"/>
              </a:rPr>
              <a:t> </a:t>
            </a:r>
            <a:r>
              <a:rPr lang="en-US" altLang="en-US" sz="2400" dirty="0">
                <a:solidFill>
                  <a:srgbClr val="0000CC"/>
                </a:solidFill>
                <a:latin typeface="Calibri" panose="020F0502020204030204" pitchFamily="34" charset="0"/>
                <a:cs typeface="Calibri" panose="020F0502020204030204" pitchFamily="34" charset="0"/>
              </a:rPr>
              <a:t>(</a:t>
            </a:r>
            <a:r>
              <a:rPr lang="en-US" altLang="en-US" sz="2400" dirty="0" err="1">
                <a:solidFill>
                  <a:srgbClr val="0000CC"/>
                </a:solidFill>
                <a:latin typeface="Calibri" panose="020F0502020204030204" pitchFamily="34" charset="0"/>
                <a:cs typeface="Calibri" panose="020F0502020204030204" pitchFamily="34" charset="0"/>
              </a:rPr>
              <a:t>Dịch</a:t>
            </a:r>
            <a:r>
              <a:rPr lang="en-US" altLang="en-US" sz="2400" dirty="0">
                <a:solidFill>
                  <a:srgbClr val="0000CC"/>
                </a:solidFill>
                <a:latin typeface="Calibri" panose="020F0502020204030204" pitchFamily="34" charset="0"/>
                <a:cs typeface="Calibri" panose="020F0502020204030204" pitchFamily="34" charset="0"/>
              </a:rPr>
              <a:t> vụ RMI Naming)</a:t>
            </a:r>
            <a:endParaRPr lang="en-US" altLang="en-US" sz="2800" dirty="0">
              <a:solidFill>
                <a:srgbClr val="0000CC"/>
              </a:solidFill>
              <a:latin typeface="Calibri" panose="020F0502020204030204" pitchFamily="34" charset="0"/>
              <a:cs typeface="Calibri" panose="020F0502020204030204" pitchFamily="34" charset="0"/>
            </a:endParaRPr>
          </a:p>
          <a:p>
            <a:pPr lvl="1" algn="l"/>
            <a:r>
              <a:rPr lang="en-US" altLang="en-US" sz="2800" dirty="0" err="1">
                <a:latin typeface="Calibri" panose="020F0502020204030204" pitchFamily="34" charset="0"/>
                <a:cs typeface="Calibri" panose="020F0502020204030204" pitchFamily="34" charset="0"/>
              </a:rPr>
              <a:t>java.rmi.server</a:t>
            </a:r>
            <a:r>
              <a:rPr lang="en-US" altLang="en-US" sz="2800" dirty="0">
                <a:latin typeface="Calibri" panose="020F0502020204030204" pitchFamily="34" charset="0"/>
                <a:cs typeface="Calibri" panose="020F0502020204030204" pitchFamily="34" charset="0"/>
              </a:rPr>
              <a:t> </a:t>
            </a:r>
            <a:r>
              <a:rPr lang="en-US" altLang="en-US" sz="2400" dirty="0">
                <a:solidFill>
                  <a:srgbClr val="0000CC"/>
                </a:solidFill>
                <a:latin typeface="Calibri" panose="020F0502020204030204" pitchFamily="34" charset="0"/>
                <a:cs typeface="Calibri" panose="020F0502020204030204" pitchFamily="34" charset="0"/>
              </a:rPr>
              <a:t>(</a:t>
            </a:r>
            <a:r>
              <a:rPr lang="en-US" altLang="en-US" sz="2400" dirty="0" err="1">
                <a:solidFill>
                  <a:srgbClr val="0000CC"/>
                </a:solidFill>
                <a:latin typeface="Calibri" panose="020F0502020204030204" pitchFamily="34" charset="0"/>
                <a:cs typeface="Calibri" panose="020F0502020204030204" pitchFamily="34" charset="0"/>
              </a:rPr>
              <a:t>Tạo</a:t>
            </a:r>
            <a:r>
              <a:rPr lang="en-US" altLang="en-US" sz="2400" dirty="0">
                <a:solidFill>
                  <a:srgbClr val="0000CC"/>
                </a:solidFill>
                <a:latin typeface="Calibri" panose="020F0502020204030204" pitchFamily="34" charset="0"/>
                <a:cs typeface="Calibri" panose="020F0502020204030204" pitchFamily="34" charset="0"/>
              </a:rPr>
              <a:t> interfaces, classes, exceptions ở </a:t>
            </a:r>
            <a:r>
              <a:rPr lang="en-US" altLang="en-US" sz="2400" dirty="0" err="1">
                <a:solidFill>
                  <a:srgbClr val="0000CC"/>
                </a:solidFill>
                <a:latin typeface="Calibri" panose="020F0502020204030204" pitchFamily="34" charset="0"/>
                <a:cs typeface="Calibri" panose="020F0502020204030204" pitchFamily="34" charset="0"/>
              </a:rPr>
              <a:t>phía</a:t>
            </a:r>
            <a:r>
              <a:rPr lang="en-US" altLang="en-US" sz="2400" dirty="0">
                <a:solidFill>
                  <a:srgbClr val="0000CC"/>
                </a:solidFill>
                <a:latin typeface="Calibri" panose="020F0502020204030204" pitchFamily="34" charset="0"/>
                <a:cs typeface="Calibri" panose="020F0502020204030204" pitchFamily="34" charset="0"/>
              </a:rPr>
              <a:t> Server)</a:t>
            </a:r>
            <a:r>
              <a:rPr lang="en-US" altLang="en-US" sz="2800" dirty="0">
                <a:solidFill>
                  <a:srgbClr val="0000CC"/>
                </a:solidFill>
                <a:latin typeface="Calibri" panose="020F0502020204030204" pitchFamily="34" charset="0"/>
                <a:cs typeface="Calibri" panose="020F0502020204030204" pitchFamily="34" charset="0"/>
              </a:rPr>
              <a:t> </a:t>
            </a:r>
            <a:endParaRPr lang="en-US" altLang="en-US" sz="2800" dirty="0">
              <a:latin typeface="Calibri" panose="020F0502020204030204" pitchFamily="34" charset="0"/>
              <a:cs typeface="Calibri" panose="020F0502020204030204" pitchFamily="34" charset="0"/>
            </a:endParaRPr>
          </a:p>
          <a:p>
            <a:pPr lvl="1" algn="l"/>
            <a:r>
              <a:rPr lang="en-US" altLang="en-US" sz="2800" dirty="0" err="1">
                <a:latin typeface="Calibri" panose="020F0502020204030204" pitchFamily="34" charset="0"/>
                <a:cs typeface="Calibri" panose="020F0502020204030204" pitchFamily="34" charset="0"/>
              </a:rPr>
              <a:t>java.rmi.activation</a:t>
            </a:r>
            <a:r>
              <a:rPr lang="en-US" altLang="en-US" sz="2800" dirty="0">
                <a:latin typeface="Calibri" panose="020F0502020204030204" pitchFamily="34" charset="0"/>
                <a:cs typeface="Calibri" panose="020F0502020204030204" pitchFamily="34" charset="0"/>
              </a:rPr>
              <a:t> </a:t>
            </a:r>
            <a:r>
              <a:rPr lang="en-US" altLang="en-US" sz="2400" dirty="0">
                <a:solidFill>
                  <a:srgbClr val="0000CC"/>
                </a:solidFill>
                <a:latin typeface="Calibri" panose="020F0502020204030204" pitchFamily="34" charset="0"/>
                <a:cs typeface="Calibri" panose="020F0502020204030204" pitchFamily="34" charset="0"/>
              </a:rPr>
              <a:t>(</a:t>
            </a:r>
            <a:r>
              <a:rPr lang="en-US" altLang="en-US" sz="2400" dirty="0" err="1">
                <a:solidFill>
                  <a:srgbClr val="0000CC"/>
                </a:solidFill>
                <a:latin typeface="Calibri" panose="020F0502020204030204" pitchFamily="34" charset="0"/>
                <a:cs typeface="Calibri" panose="020F0502020204030204" pitchFamily="34" charset="0"/>
              </a:rPr>
              <a:t>Kích</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hoạt</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chức</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năng</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theo</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yêu</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cầu</a:t>
            </a:r>
            <a:r>
              <a:rPr lang="en-US" altLang="en-US" sz="2400" dirty="0">
                <a:solidFill>
                  <a:srgbClr val="0000CC"/>
                </a:solidFill>
                <a:latin typeface="Calibri" panose="020F0502020204030204" pitchFamily="34" charset="0"/>
                <a:cs typeface="Calibri" panose="020F0502020204030204" pitchFamily="34" charset="0"/>
              </a:rPr>
              <a:t>)</a:t>
            </a:r>
            <a:endParaRPr lang="en-US" altLang="en-US" sz="2800" dirty="0">
              <a:solidFill>
                <a:srgbClr val="0000CC"/>
              </a:solidFill>
              <a:latin typeface="Calibri" panose="020F0502020204030204" pitchFamily="34" charset="0"/>
              <a:cs typeface="Calibri" panose="020F0502020204030204" pitchFamily="34" charset="0"/>
            </a:endParaRPr>
          </a:p>
          <a:p>
            <a:pPr lvl="1" algn="l"/>
            <a:r>
              <a:rPr lang="en-US" altLang="en-US" sz="2800" dirty="0" err="1">
                <a:latin typeface="Calibri" panose="020F0502020204030204" pitchFamily="34" charset="0"/>
                <a:cs typeface="Calibri" panose="020F0502020204030204" pitchFamily="34" charset="0"/>
              </a:rPr>
              <a:t>java.rmi.dgc</a:t>
            </a:r>
            <a:r>
              <a:rPr lang="en-US" altLang="en-US" sz="2800" dirty="0">
                <a:solidFill>
                  <a:srgbClr val="0000CC"/>
                </a:solidFill>
                <a:latin typeface="Calibri" panose="020F0502020204030204" pitchFamily="34" charset="0"/>
                <a:cs typeface="Calibri" panose="020F0502020204030204" pitchFamily="34" charset="0"/>
              </a:rPr>
              <a:t> </a:t>
            </a:r>
            <a:r>
              <a:rPr lang="en-US" altLang="en-US" sz="2400" dirty="0">
                <a:solidFill>
                  <a:srgbClr val="0000CC"/>
                </a:solidFill>
                <a:latin typeface="Calibri" panose="020F0502020204030204" pitchFamily="34" charset="0"/>
                <a:cs typeface="Calibri" panose="020F0502020204030204" pitchFamily="34" charset="0"/>
              </a:rPr>
              <a:t>(</a:t>
            </a:r>
            <a:r>
              <a:rPr lang="en-US" altLang="en-US" sz="2400" dirty="0" err="1">
                <a:solidFill>
                  <a:srgbClr val="0000CC"/>
                </a:solidFill>
                <a:latin typeface="Calibri" panose="020F0502020204030204" pitchFamily="34" charset="0"/>
                <a:cs typeface="Calibri" panose="020F0502020204030204" pitchFamily="34" charset="0"/>
              </a:rPr>
              <a:t>Phân</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tán</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thu</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gom</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giải</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phóng</a:t>
            </a:r>
            <a:r>
              <a:rPr lang="en-US" altLang="en-US" sz="2400" dirty="0">
                <a:solidFill>
                  <a:srgbClr val="0000CC"/>
                </a:solidFill>
                <a:latin typeface="Calibri" panose="020F0502020204030204" pitchFamily="34" charset="0"/>
                <a:cs typeface="Calibri" panose="020F0502020204030204" pitchFamily="34" charset="0"/>
              </a:rPr>
              <a:t> </a:t>
            </a:r>
            <a:r>
              <a:rPr lang="en-US" altLang="en-US" sz="2400" dirty="0" err="1">
                <a:solidFill>
                  <a:srgbClr val="0000CC"/>
                </a:solidFill>
                <a:latin typeface="Calibri" panose="020F0502020204030204" pitchFamily="34" charset="0"/>
                <a:cs typeface="Calibri" panose="020F0502020204030204" pitchFamily="34" charset="0"/>
              </a:rPr>
              <a:t>biến</a:t>
            </a:r>
            <a:r>
              <a:rPr lang="en-US" altLang="en-US" sz="2400" dirty="0">
                <a:solidFill>
                  <a:srgbClr val="0000CC"/>
                </a:solidFill>
                <a:latin typeface="Calibri" panose="020F0502020204030204" pitchFamily="34" charset="0"/>
                <a:cs typeface="Calibri" panose="020F0502020204030204" pitchFamily="34" charset="0"/>
              </a:rPr>
              <a:t> )</a:t>
            </a:r>
            <a:endParaRPr lang="en-US" altLang="en-US" sz="2800" dirty="0">
              <a:solidFill>
                <a:srgbClr val="0000CC"/>
              </a:solidFill>
              <a:latin typeface="Calibri" panose="020F0502020204030204" pitchFamily="34" charset="0"/>
              <a:cs typeface="Calibri" panose="020F0502020204030204" pitchFamily="34" charset="0"/>
            </a:endParaRPr>
          </a:p>
          <a:p>
            <a:pPr algn="l"/>
            <a:endParaRPr lang="en-US" altLang="en-US" sz="2800"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7">
            <a:extLst>
              <a:ext uri="{FF2B5EF4-FFF2-40B4-BE49-F238E27FC236}">
                <a16:creationId xmlns:a16="http://schemas.microsoft.com/office/drawing/2014/main" id="{39CC8180-C2F0-9B28-F2C2-B67564FD886C}"/>
              </a:ext>
            </a:extLst>
          </p:cNvPr>
          <p:cNvSpPr txBox="1">
            <a:spLocks noChangeArrowheads="1"/>
          </p:cNvSpPr>
          <p:nvPr/>
        </p:nvSpPr>
        <p:spPr bwMode="auto">
          <a:xfrm>
            <a:off x="1981200" y="641350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0485" name="Rectangle 2">
            <a:extLst>
              <a:ext uri="{FF2B5EF4-FFF2-40B4-BE49-F238E27FC236}">
                <a16:creationId xmlns:a16="http://schemas.microsoft.com/office/drawing/2014/main" id="{AA94AC0C-26D3-3EA3-0CAA-DDE9E661F9F6}"/>
              </a:ext>
            </a:extLst>
          </p:cNvPr>
          <p:cNvSpPr>
            <a:spLocks noChangeArrowheads="1"/>
          </p:cNvSpPr>
          <p:nvPr/>
        </p:nvSpPr>
        <p:spPr bwMode="auto">
          <a:xfrm>
            <a:off x="19812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CEAA85-C52E-22DD-9045-488D8F7DCB5F}"/>
              </a:ext>
            </a:extLst>
          </p:cNvPr>
          <p:cNvSpPr>
            <a:spLocks noGrp="1"/>
          </p:cNvSpPr>
          <p:nvPr>
            <p:ph idx="1"/>
          </p:nvPr>
        </p:nvSpPr>
        <p:spPr/>
        <p:txBody>
          <a:bodyPr/>
          <a:lstStyle/>
          <a:p>
            <a:r>
              <a:rPr lang="en-US" altLang="en-US" dirty="0" err="1"/>
              <a:t>Đặc</a:t>
            </a:r>
            <a:r>
              <a:rPr lang="en-US" altLang="en-US" dirty="0"/>
              <a:t> </a:t>
            </a:r>
            <a:r>
              <a:rPr lang="en-US" altLang="en-US" dirty="0" err="1"/>
              <a:t>điểm</a:t>
            </a:r>
            <a:endParaRPr lang="en-US" altLang="en-US" dirty="0"/>
          </a:p>
          <a:p>
            <a:r>
              <a:rPr lang="en-US" altLang="en-US" dirty="0"/>
              <a:t>• </a:t>
            </a:r>
            <a:r>
              <a:rPr lang="en-US" altLang="en-US" dirty="0" err="1"/>
              <a:t>Ưu</a:t>
            </a:r>
            <a:r>
              <a:rPr lang="en-US" altLang="en-US" dirty="0"/>
              <a:t> </a:t>
            </a:r>
            <a:r>
              <a:rPr lang="en-US" altLang="en-US" dirty="0" err="1"/>
              <a:t>điểm</a:t>
            </a:r>
            <a:r>
              <a:rPr lang="en-US" altLang="en-US" dirty="0"/>
              <a:t> </a:t>
            </a:r>
          </a:p>
          <a:p>
            <a:r>
              <a:rPr lang="en-US" altLang="en-US" dirty="0"/>
              <a:t>  - </a:t>
            </a:r>
            <a:r>
              <a:rPr lang="en-US" altLang="en-US" dirty="0" err="1"/>
              <a:t>Đơn</a:t>
            </a:r>
            <a:r>
              <a:rPr lang="en-US" altLang="en-US" dirty="0"/>
              <a:t> </a:t>
            </a:r>
            <a:r>
              <a:rPr lang="en-US" altLang="en-US" dirty="0" err="1"/>
              <a:t>giản</a:t>
            </a:r>
            <a:r>
              <a:rPr lang="en-US" altLang="en-US" dirty="0"/>
              <a:t>, </a:t>
            </a:r>
            <a:r>
              <a:rPr lang="en-US" altLang="en-US" dirty="0" err="1"/>
              <a:t>dễ</a:t>
            </a:r>
            <a:r>
              <a:rPr lang="en-US" altLang="en-US" dirty="0"/>
              <a:t> </a:t>
            </a:r>
            <a:r>
              <a:rPr lang="en-US" altLang="en-US" dirty="0" err="1"/>
              <a:t>sử</a:t>
            </a:r>
            <a:r>
              <a:rPr lang="en-US" altLang="en-US" dirty="0"/>
              <a:t> </a:t>
            </a:r>
            <a:r>
              <a:rPr lang="en-US" altLang="en-US" dirty="0" err="1"/>
              <a:t>dụng</a:t>
            </a:r>
            <a:endParaRPr lang="en-US" altLang="en-US" dirty="0"/>
          </a:p>
          <a:p>
            <a:r>
              <a:rPr lang="en-US" altLang="en-US" dirty="0"/>
              <a:t>  - </a:t>
            </a:r>
            <a:r>
              <a:rPr lang="en-US" altLang="en-US" dirty="0" err="1"/>
              <a:t>Trong</a:t>
            </a:r>
            <a:r>
              <a:rPr lang="en-US" altLang="en-US" dirty="0"/>
              <a:t> </a:t>
            </a:r>
            <a:r>
              <a:rPr lang="en-US" altLang="en-US" dirty="0" err="1"/>
              <a:t>suốt</a:t>
            </a:r>
            <a:r>
              <a:rPr lang="en-US" altLang="en-US" dirty="0"/>
              <a:t>: </a:t>
            </a:r>
            <a:r>
              <a:rPr lang="en-US" altLang="en-US" dirty="0" err="1"/>
              <a:t>lời</a:t>
            </a:r>
            <a:r>
              <a:rPr lang="en-US" altLang="en-US" dirty="0"/>
              <a:t> </a:t>
            </a:r>
            <a:r>
              <a:rPr lang="en-US" altLang="en-US" dirty="0" err="1"/>
              <a:t>gọi</a:t>
            </a:r>
            <a:r>
              <a:rPr lang="en-US" altLang="en-US" dirty="0"/>
              <a:t> </a:t>
            </a:r>
            <a:r>
              <a:rPr lang="en-US" altLang="en-US" dirty="0" err="1"/>
              <a:t>phương</a:t>
            </a:r>
            <a:r>
              <a:rPr lang="en-US" altLang="en-US" dirty="0"/>
              <a:t> </a:t>
            </a:r>
            <a:r>
              <a:rPr lang="en-US" altLang="en-US" dirty="0" err="1"/>
              <a:t>thức</a:t>
            </a:r>
            <a:r>
              <a:rPr lang="en-US" altLang="en-US" dirty="0"/>
              <a:t> </a:t>
            </a:r>
            <a:r>
              <a:rPr lang="en-US" altLang="en-US" dirty="0" err="1"/>
              <a:t>từ</a:t>
            </a:r>
            <a:r>
              <a:rPr lang="en-US" altLang="en-US" dirty="0"/>
              <a:t> </a:t>
            </a:r>
            <a:r>
              <a:rPr lang="en-US" altLang="en-US" dirty="0" err="1"/>
              <a:t>xa</a:t>
            </a:r>
            <a:r>
              <a:rPr lang="en-US" altLang="en-US" dirty="0"/>
              <a:t> </a:t>
            </a:r>
            <a:r>
              <a:rPr lang="en-US" altLang="en-US" dirty="0" err="1"/>
              <a:t>giống</a:t>
            </a:r>
            <a:r>
              <a:rPr lang="en-US" altLang="en-US" dirty="0"/>
              <a:t> </a:t>
            </a:r>
            <a:r>
              <a:rPr lang="en-US" altLang="en-US" dirty="0" err="1"/>
              <a:t>lời</a:t>
            </a:r>
            <a:r>
              <a:rPr lang="en-US" altLang="en-US" dirty="0"/>
              <a:t> </a:t>
            </a:r>
            <a:r>
              <a:rPr lang="en-US" altLang="en-US" dirty="0" err="1"/>
              <a:t>gọi</a:t>
            </a:r>
            <a:r>
              <a:rPr lang="en-US" altLang="en-US" dirty="0"/>
              <a:t> </a:t>
            </a:r>
            <a:r>
              <a:rPr lang="en-US" altLang="en-US" dirty="0" err="1"/>
              <a:t>phương</a:t>
            </a:r>
            <a:r>
              <a:rPr lang="en-US" altLang="en-US" dirty="0"/>
              <a:t> </a:t>
            </a:r>
            <a:r>
              <a:rPr lang="en-US" altLang="en-US" dirty="0" err="1"/>
              <a:t>thức</a:t>
            </a:r>
            <a:r>
              <a:rPr lang="en-US" altLang="en-US" dirty="0"/>
              <a:t> </a:t>
            </a:r>
            <a:r>
              <a:rPr lang="en-US" altLang="en-US" dirty="0" err="1"/>
              <a:t>cục</a:t>
            </a:r>
            <a:r>
              <a:rPr lang="en-US" altLang="en-US" dirty="0"/>
              <a:t> </a:t>
            </a:r>
            <a:r>
              <a:rPr lang="en-US" altLang="en-US" dirty="0" err="1"/>
              <a:t>bộ</a:t>
            </a:r>
            <a:endParaRPr lang="en-US" altLang="en-US" dirty="0"/>
          </a:p>
          <a:p>
            <a:r>
              <a:rPr lang="en-US" altLang="en-US" dirty="0"/>
              <a:t>  - </a:t>
            </a:r>
            <a:r>
              <a:rPr lang="en-US" altLang="en-US" dirty="0" err="1"/>
              <a:t>Độ</a:t>
            </a:r>
            <a:r>
              <a:rPr lang="en-US" altLang="en-US" dirty="0"/>
              <a:t> tin </a:t>
            </a:r>
            <a:r>
              <a:rPr lang="en-US" altLang="en-US" dirty="0" err="1"/>
              <a:t>cậy</a:t>
            </a:r>
            <a:r>
              <a:rPr lang="en-US" altLang="en-US" dirty="0"/>
              <a:t> </a:t>
            </a:r>
            <a:r>
              <a:rPr lang="en-US" altLang="en-US" dirty="0" err="1"/>
              <a:t>cao</a:t>
            </a:r>
            <a:endParaRPr lang="en-US" altLang="en-US" dirty="0"/>
          </a:p>
          <a:p>
            <a:r>
              <a:rPr lang="en-US" altLang="en-US" dirty="0"/>
              <a:t>  - An </a:t>
            </a:r>
            <a:r>
              <a:rPr lang="en-US" altLang="en-US" dirty="0" err="1"/>
              <a:t>toàn</a:t>
            </a:r>
            <a:r>
              <a:rPr lang="en-US" altLang="en-US" dirty="0"/>
              <a:t> </a:t>
            </a:r>
            <a:r>
              <a:rPr lang="en-US" altLang="en-US" dirty="0" err="1"/>
              <a:t>và</a:t>
            </a:r>
            <a:r>
              <a:rPr lang="en-US" altLang="en-US" dirty="0"/>
              <a:t> </a:t>
            </a:r>
            <a:r>
              <a:rPr lang="en-US" altLang="en-US" dirty="0" err="1"/>
              <a:t>bảo</a:t>
            </a:r>
            <a:r>
              <a:rPr lang="en-US" altLang="en-US" dirty="0"/>
              <a:t> </a:t>
            </a:r>
            <a:r>
              <a:rPr lang="en-US" altLang="en-US" dirty="0" err="1"/>
              <a:t>mật</a:t>
            </a:r>
            <a:r>
              <a:rPr lang="en-US" altLang="en-US" dirty="0"/>
              <a:t> (do JVM </a:t>
            </a:r>
            <a:r>
              <a:rPr lang="en-US" altLang="en-US" dirty="0" err="1"/>
              <a:t>cung</a:t>
            </a:r>
            <a:r>
              <a:rPr lang="en-US" altLang="en-US" dirty="0"/>
              <a:t> </a:t>
            </a:r>
            <a:r>
              <a:rPr lang="en-US" altLang="en-US" dirty="0" err="1"/>
              <a:t>cấp</a:t>
            </a:r>
            <a:r>
              <a:rPr lang="en-US" altLang="en-US" dirty="0"/>
              <a:t>)</a:t>
            </a:r>
          </a:p>
          <a:p>
            <a:r>
              <a:rPr lang="en-US" altLang="en-US" dirty="0"/>
              <a:t>• </a:t>
            </a:r>
            <a:r>
              <a:rPr lang="en-US" altLang="en-US" dirty="0" err="1"/>
              <a:t>Nhược</a:t>
            </a:r>
            <a:r>
              <a:rPr lang="en-US" altLang="en-US" dirty="0"/>
              <a:t> </a:t>
            </a:r>
            <a:r>
              <a:rPr lang="en-US" altLang="en-US" dirty="0" err="1"/>
              <a:t>điểm</a:t>
            </a:r>
            <a:r>
              <a:rPr lang="en-US" altLang="en-US" dirty="0"/>
              <a:t>:</a:t>
            </a:r>
          </a:p>
          <a:p>
            <a:r>
              <a:rPr lang="en-US" altLang="en-US" dirty="0"/>
              <a:t>  - </a:t>
            </a:r>
            <a:r>
              <a:rPr lang="en-US" altLang="en-US" dirty="0" err="1"/>
              <a:t>Chỉ</a:t>
            </a:r>
            <a:r>
              <a:rPr lang="en-US" altLang="en-US" dirty="0"/>
              <a:t> </a:t>
            </a:r>
            <a:r>
              <a:rPr lang="en-US" altLang="en-US" dirty="0" err="1"/>
              <a:t>dùng</a:t>
            </a:r>
            <a:r>
              <a:rPr lang="en-US" altLang="en-US" dirty="0"/>
              <a:t> </a:t>
            </a:r>
            <a:r>
              <a:rPr lang="en-US" altLang="en-US" dirty="0" err="1"/>
              <a:t>cho</a:t>
            </a:r>
            <a:r>
              <a:rPr lang="en-US" altLang="en-US" dirty="0"/>
              <a:t> java </a:t>
            </a:r>
          </a:p>
          <a:p>
            <a:endParaRPr lang="en-US" dirty="0"/>
          </a:p>
        </p:txBody>
      </p:sp>
      <p:sp>
        <p:nvSpPr>
          <p:cNvPr id="2" name="Title 1">
            <a:extLst>
              <a:ext uri="{FF2B5EF4-FFF2-40B4-BE49-F238E27FC236}">
                <a16:creationId xmlns:a16="http://schemas.microsoft.com/office/drawing/2014/main" id="{6BFB2E42-8908-EDF1-CC75-68F1D7FBF9A1}"/>
              </a:ext>
            </a:extLst>
          </p:cNvPr>
          <p:cNvSpPr>
            <a:spLocks noGrp="1"/>
          </p:cNvSpPr>
          <p:nvPr>
            <p:ph type="title"/>
          </p:nvPr>
        </p:nvSpPr>
        <p:spPr/>
        <p:txBody>
          <a:bodyPr/>
          <a:lstStyle/>
          <a:p>
            <a:r>
              <a:rPr lang="en-US" dirty="0"/>
              <a:t>PHÁT TRIỂN UD PHÂN TÁN VỚI JAVARMI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7" name="Group 31">
            <a:extLst>
              <a:ext uri="{FF2B5EF4-FFF2-40B4-BE49-F238E27FC236}">
                <a16:creationId xmlns:a16="http://schemas.microsoft.com/office/drawing/2014/main" id="{E0E81C3B-DD22-B2B2-D393-B63907954AAE}"/>
              </a:ext>
            </a:extLst>
          </p:cNvPr>
          <p:cNvGrpSpPr>
            <a:grpSpLocks/>
          </p:cNvGrpSpPr>
          <p:nvPr/>
        </p:nvGrpSpPr>
        <p:grpSpPr bwMode="auto">
          <a:xfrm>
            <a:off x="4305300" y="1866901"/>
            <a:ext cx="1727200" cy="2468563"/>
            <a:chOff x="4380" y="-2134"/>
            <a:chExt cx="2720" cy="3886"/>
          </a:xfrm>
        </p:grpSpPr>
        <p:sp>
          <p:nvSpPr>
            <p:cNvPr id="21524" name="Freeform 32">
              <a:extLst>
                <a:ext uri="{FF2B5EF4-FFF2-40B4-BE49-F238E27FC236}">
                  <a16:creationId xmlns:a16="http://schemas.microsoft.com/office/drawing/2014/main" id="{1BA42535-B640-57FF-E078-B70D8F356834}"/>
                </a:ext>
              </a:extLst>
            </p:cNvPr>
            <p:cNvSpPr>
              <a:spLocks/>
            </p:cNvSpPr>
            <p:nvPr/>
          </p:nvSpPr>
          <p:spPr bwMode="auto">
            <a:xfrm>
              <a:off x="4420" y="-2094"/>
              <a:ext cx="2640" cy="1080"/>
            </a:xfrm>
            <a:custGeom>
              <a:avLst/>
              <a:gdLst>
                <a:gd name="T0" fmla="*/ 180 w 2640"/>
                <a:gd name="T1" fmla="*/ 0 h 1080"/>
                <a:gd name="T2" fmla="*/ 156 w 2640"/>
                <a:gd name="T3" fmla="*/ 1 h 1080"/>
                <a:gd name="T4" fmla="*/ 134 w 2640"/>
                <a:gd name="T5" fmla="*/ 5 h 1080"/>
                <a:gd name="T6" fmla="*/ 113 w 2640"/>
                <a:gd name="T7" fmla="*/ 12 h 1080"/>
                <a:gd name="T8" fmla="*/ 93 w 2640"/>
                <a:gd name="T9" fmla="*/ 21 h 1080"/>
                <a:gd name="T10" fmla="*/ 75 w 2640"/>
                <a:gd name="T11" fmla="*/ 33 h 1080"/>
                <a:gd name="T12" fmla="*/ 58 w 2640"/>
                <a:gd name="T13" fmla="*/ 47 h 1080"/>
                <a:gd name="T14" fmla="*/ 43 w 2640"/>
                <a:gd name="T15" fmla="*/ 62 h 1080"/>
                <a:gd name="T16" fmla="*/ 30 w 2640"/>
                <a:gd name="T17" fmla="*/ 80 h 1080"/>
                <a:gd name="T18" fmla="*/ 19 w 2640"/>
                <a:gd name="T19" fmla="*/ 98 h 1080"/>
                <a:gd name="T20" fmla="*/ 10 w 2640"/>
                <a:gd name="T21" fmla="*/ 119 h 1080"/>
                <a:gd name="T22" fmla="*/ 4 w 2640"/>
                <a:gd name="T23" fmla="*/ 140 h 1080"/>
                <a:gd name="T24" fmla="*/ 0 w 2640"/>
                <a:gd name="T25" fmla="*/ 163 h 1080"/>
                <a:gd name="T26" fmla="*/ 0 w 2640"/>
                <a:gd name="T27" fmla="*/ 179 h 1080"/>
                <a:gd name="T28" fmla="*/ 0 w 2640"/>
                <a:gd name="T29" fmla="*/ 899 h 1080"/>
                <a:gd name="T30" fmla="*/ 1 w 2640"/>
                <a:gd name="T31" fmla="*/ 923 h 1080"/>
                <a:gd name="T32" fmla="*/ 5 w 2640"/>
                <a:gd name="T33" fmla="*/ 945 h 1080"/>
                <a:gd name="T34" fmla="*/ 12 w 2640"/>
                <a:gd name="T35" fmla="*/ 966 h 1080"/>
                <a:gd name="T36" fmla="*/ 21 w 2640"/>
                <a:gd name="T37" fmla="*/ 986 h 1080"/>
                <a:gd name="T38" fmla="*/ 33 w 2640"/>
                <a:gd name="T39" fmla="*/ 1004 h 1080"/>
                <a:gd name="T40" fmla="*/ 47 w 2640"/>
                <a:gd name="T41" fmla="*/ 1021 h 1080"/>
                <a:gd name="T42" fmla="*/ 62 w 2640"/>
                <a:gd name="T43" fmla="*/ 1036 h 1080"/>
                <a:gd name="T44" fmla="*/ 80 w 2640"/>
                <a:gd name="T45" fmla="*/ 1049 h 1080"/>
                <a:gd name="T46" fmla="*/ 98 w 2640"/>
                <a:gd name="T47" fmla="*/ 1060 h 1080"/>
                <a:gd name="T48" fmla="*/ 119 w 2640"/>
                <a:gd name="T49" fmla="*/ 1069 h 1080"/>
                <a:gd name="T50" fmla="*/ 140 w 2640"/>
                <a:gd name="T51" fmla="*/ 1075 h 1080"/>
                <a:gd name="T52" fmla="*/ 163 w 2640"/>
                <a:gd name="T53" fmla="*/ 1079 h 1080"/>
                <a:gd name="T54" fmla="*/ 180 w 2640"/>
                <a:gd name="T55" fmla="*/ 1079 h 1080"/>
                <a:gd name="T56" fmla="*/ 2460 w 2640"/>
                <a:gd name="T57" fmla="*/ 1079 h 1080"/>
                <a:gd name="T58" fmla="*/ 2483 w 2640"/>
                <a:gd name="T59" fmla="*/ 1078 h 1080"/>
                <a:gd name="T60" fmla="*/ 2505 w 2640"/>
                <a:gd name="T61" fmla="*/ 1074 h 1080"/>
                <a:gd name="T62" fmla="*/ 2526 w 2640"/>
                <a:gd name="T63" fmla="*/ 1067 h 1080"/>
                <a:gd name="T64" fmla="*/ 2546 w 2640"/>
                <a:gd name="T65" fmla="*/ 1058 h 1080"/>
                <a:gd name="T66" fmla="*/ 2564 w 2640"/>
                <a:gd name="T67" fmla="*/ 1046 h 1080"/>
                <a:gd name="T68" fmla="*/ 2581 w 2640"/>
                <a:gd name="T69" fmla="*/ 1032 h 1080"/>
                <a:gd name="T70" fmla="*/ 2596 w 2640"/>
                <a:gd name="T71" fmla="*/ 1017 h 1080"/>
                <a:gd name="T72" fmla="*/ 2609 w 2640"/>
                <a:gd name="T73" fmla="*/ 999 h 1080"/>
                <a:gd name="T74" fmla="*/ 2620 w 2640"/>
                <a:gd name="T75" fmla="*/ 981 h 1080"/>
                <a:gd name="T76" fmla="*/ 2629 w 2640"/>
                <a:gd name="T77" fmla="*/ 960 h 1080"/>
                <a:gd name="T78" fmla="*/ 2635 w 2640"/>
                <a:gd name="T79" fmla="*/ 939 h 1080"/>
                <a:gd name="T80" fmla="*/ 2639 w 2640"/>
                <a:gd name="T81" fmla="*/ 916 h 1080"/>
                <a:gd name="T82" fmla="*/ 2640 w 2640"/>
                <a:gd name="T83" fmla="*/ 899 h 1080"/>
                <a:gd name="T84" fmla="*/ 2640 w 2640"/>
                <a:gd name="T85" fmla="*/ 179 h 1080"/>
                <a:gd name="T86" fmla="*/ 2638 w 2640"/>
                <a:gd name="T87" fmla="*/ 156 h 1080"/>
                <a:gd name="T88" fmla="*/ 2634 w 2640"/>
                <a:gd name="T89" fmla="*/ 134 h 1080"/>
                <a:gd name="T90" fmla="*/ 2627 w 2640"/>
                <a:gd name="T91" fmla="*/ 113 h 1080"/>
                <a:gd name="T92" fmla="*/ 2618 w 2640"/>
                <a:gd name="T93" fmla="*/ 93 h 1080"/>
                <a:gd name="T94" fmla="*/ 2606 w 2640"/>
                <a:gd name="T95" fmla="*/ 75 h 1080"/>
                <a:gd name="T96" fmla="*/ 2592 w 2640"/>
                <a:gd name="T97" fmla="*/ 58 h 1080"/>
                <a:gd name="T98" fmla="*/ 2577 w 2640"/>
                <a:gd name="T99" fmla="*/ 43 h 1080"/>
                <a:gd name="T100" fmla="*/ 2559 w 2640"/>
                <a:gd name="T101" fmla="*/ 30 h 1080"/>
                <a:gd name="T102" fmla="*/ 2541 w 2640"/>
                <a:gd name="T103" fmla="*/ 19 h 1080"/>
                <a:gd name="T104" fmla="*/ 2520 w 2640"/>
                <a:gd name="T105" fmla="*/ 10 h 1080"/>
                <a:gd name="T106" fmla="*/ 2499 w 2640"/>
                <a:gd name="T107" fmla="*/ 4 h 1080"/>
                <a:gd name="T108" fmla="*/ 2476 w 2640"/>
                <a:gd name="T109" fmla="*/ 0 h 1080"/>
                <a:gd name="T110" fmla="*/ 2460 w 2640"/>
                <a:gd name="T111" fmla="*/ 0 h 1080"/>
                <a:gd name="T112" fmla="*/ 180 w 2640"/>
                <a:gd name="T113" fmla="*/ 0 h 10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80"/>
                <a:gd name="T173" fmla="*/ 2640 w 2640"/>
                <a:gd name="T174" fmla="*/ 1080 h 10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80">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79"/>
                  </a:lnTo>
                  <a:lnTo>
                    <a:pt x="0" y="899"/>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79"/>
                  </a:lnTo>
                  <a:lnTo>
                    <a:pt x="2460" y="1079"/>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899"/>
                  </a:lnTo>
                  <a:lnTo>
                    <a:pt x="2640" y="179"/>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solidFill>
              <a:srgbClr val="0098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5" name="Freeform 33">
              <a:extLst>
                <a:ext uri="{FF2B5EF4-FFF2-40B4-BE49-F238E27FC236}">
                  <a16:creationId xmlns:a16="http://schemas.microsoft.com/office/drawing/2014/main" id="{0C1A3AFB-3AF1-AC34-E921-4BACA1D2A96A}"/>
                </a:ext>
              </a:extLst>
            </p:cNvPr>
            <p:cNvSpPr>
              <a:spLocks/>
            </p:cNvSpPr>
            <p:nvPr/>
          </p:nvSpPr>
          <p:spPr bwMode="auto">
            <a:xfrm>
              <a:off x="4420" y="-2094"/>
              <a:ext cx="2640" cy="1080"/>
            </a:xfrm>
            <a:custGeom>
              <a:avLst/>
              <a:gdLst>
                <a:gd name="T0" fmla="*/ 180 w 2640"/>
                <a:gd name="T1" fmla="*/ 0 h 1080"/>
                <a:gd name="T2" fmla="*/ 156 w 2640"/>
                <a:gd name="T3" fmla="*/ 1 h 1080"/>
                <a:gd name="T4" fmla="*/ 134 w 2640"/>
                <a:gd name="T5" fmla="*/ 5 h 1080"/>
                <a:gd name="T6" fmla="*/ 113 w 2640"/>
                <a:gd name="T7" fmla="*/ 12 h 1080"/>
                <a:gd name="T8" fmla="*/ 93 w 2640"/>
                <a:gd name="T9" fmla="*/ 21 h 1080"/>
                <a:gd name="T10" fmla="*/ 75 w 2640"/>
                <a:gd name="T11" fmla="*/ 33 h 1080"/>
                <a:gd name="T12" fmla="*/ 58 w 2640"/>
                <a:gd name="T13" fmla="*/ 47 h 1080"/>
                <a:gd name="T14" fmla="*/ 43 w 2640"/>
                <a:gd name="T15" fmla="*/ 62 h 1080"/>
                <a:gd name="T16" fmla="*/ 30 w 2640"/>
                <a:gd name="T17" fmla="*/ 80 h 1080"/>
                <a:gd name="T18" fmla="*/ 19 w 2640"/>
                <a:gd name="T19" fmla="*/ 98 h 1080"/>
                <a:gd name="T20" fmla="*/ 10 w 2640"/>
                <a:gd name="T21" fmla="*/ 119 h 1080"/>
                <a:gd name="T22" fmla="*/ 4 w 2640"/>
                <a:gd name="T23" fmla="*/ 140 h 1080"/>
                <a:gd name="T24" fmla="*/ 0 w 2640"/>
                <a:gd name="T25" fmla="*/ 163 h 1080"/>
                <a:gd name="T26" fmla="*/ 0 w 2640"/>
                <a:gd name="T27" fmla="*/ 179 h 1080"/>
                <a:gd name="T28" fmla="*/ 0 w 2640"/>
                <a:gd name="T29" fmla="*/ 899 h 1080"/>
                <a:gd name="T30" fmla="*/ 1 w 2640"/>
                <a:gd name="T31" fmla="*/ 923 h 1080"/>
                <a:gd name="T32" fmla="*/ 5 w 2640"/>
                <a:gd name="T33" fmla="*/ 945 h 1080"/>
                <a:gd name="T34" fmla="*/ 12 w 2640"/>
                <a:gd name="T35" fmla="*/ 966 h 1080"/>
                <a:gd name="T36" fmla="*/ 21 w 2640"/>
                <a:gd name="T37" fmla="*/ 986 h 1080"/>
                <a:gd name="T38" fmla="*/ 33 w 2640"/>
                <a:gd name="T39" fmla="*/ 1004 h 1080"/>
                <a:gd name="T40" fmla="*/ 47 w 2640"/>
                <a:gd name="T41" fmla="*/ 1021 h 1080"/>
                <a:gd name="T42" fmla="*/ 62 w 2640"/>
                <a:gd name="T43" fmla="*/ 1036 h 1080"/>
                <a:gd name="T44" fmla="*/ 80 w 2640"/>
                <a:gd name="T45" fmla="*/ 1049 h 1080"/>
                <a:gd name="T46" fmla="*/ 98 w 2640"/>
                <a:gd name="T47" fmla="*/ 1060 h 1080"/>
                <a:gd name="T48" fmla="*/ 119 w 2640"/>
                <a:gd name="T49" fmla="*/ 1069 h 1080"/>
                <a:gd name="T50" fmla="*/ 140 w 2640"/>
                <a:gd name="T51" fmla="*/ 1075 h 1080"/>
                <a:gd name="T52" fmla="*/ 163 w 2640"/>
                <a:gd name="T53" fmla="*/ 1079 h 1080"/>
                <a:gd name="T54" fmla="*/ 180 w 2640"/>
                <a:gd name="T55" fmla="*/ 1079 h 1080"/>
                <a:gd name="T56" fmla="*/ 2460 w 2640"/>
                <a:gd name="T57" fmla="*/ 1079 h 1080"/>
                <a:gd name="T58" fmla="*/ 2483 w 2640"/>
                <a:gd name="T59" fmla="*/ 1078 h 1080"/>
                <a:gd name="T60" fmla="*/ 2505 w 2640"/>
                <a:gd name="T61" fmla="*/ 1074 h 1080"/>
                <a:gd name="T62" fmla="*/ 2526 w 2640"/>
                <a:gd name="T63" fmla="*/ 1067 h 1080"/>
                <a:gd name="T64" fmla="*/ 2546 w 2640"/>
                <a:gd name="T65" fmla="*/ 1058 h 1080"/>
                <a:gd name="T66" fmla="*/ 2564 w 2640"/>
                <a:gd name="T67" fmla="*/ 1046 h 1080"/>
                <a:gd name="T68" fmla="*/ 2581 w 2640"/>
                <a:gd name="T69" fmla="*/ 1032 h 1080"/>
                <a:gd name="T70" fmla="*/ 2596 w 2640"/>
                <a:gd name="T71" fmla="*/ 1017 h 1080"/>
                <a:gd name="T72" fmla="*/ 2609 w 2640"/>
                <a:gd name="T73" fmla="*/ 999 h 1080"/>
                <a:gd name="T74" fmla="*/ 2620 w 2640"/>
                <a:gd name="T75" fmla="*/ 981 h 1080"/>
                <a:gd name="T76" fmla="*/ 2629 w 2640"/>
                <a:gd name="T77" fmla="*/ 960 h 1080"/>
                <a:gd name="T78" fmla="*/ 2635 w 2640"/>
                <a:gd name="T79" fmla="*/ 939 h 1080"/>
                <a:gd name="T80" fmla="*/ 2639 w 2640"/>
                <a:gd name="T81" fmla="*/ 916 h 1080"/>
                <a:gd name="T82" fmla="*/ 2640 w 2640"/>
                <a:gd name="T83" fmla="*/ 899 h 1080"/>
                <a:gd name="T84" fmla="*/ 2640 w 2640"/>
                <a:gd name="T85" fmla="*/ 179 h 1080"/>
                <a:gd name="T86" fmla="*/ 2638 w 2640"/>
                <a:gd name="T87" fmla="*/ 156 h 1080"/>
                <a:gd name="T88" fmla="*/ 2634 w 2640"/>
                <a:gd name="T89" fmla="*/ 134 h 1080"/>
                <a:gd name="T90" fmla="*/ 2627 w 2640"/>
                <a:gd name="T91" fmla="*/ 113 h 1080"/>
                <a:gd name="T92" fmla="*/ 2618 w 2640"/>
                <a:gd name="T93" fmla="*/ 93 h 1080"/>
                <a:gd name="T94" fmla="*/ 2606 w 2640"/>
                <a:gd name="T95" fmla="*/ 75 h 1080"/>
                <a:gd name="T96" fmla="*/ 2592 w 2640"/>
                <a:gd name="T97" fmla="*/ 58 h 1080"/>
                <a:gd name="T98" fmla="*/ 2577 w 2640"/>
                <a:gd name="T99" fmla="*/ 43 h 1080"/>
                <a:gd name="T100" fmla="*/ 2559 w 2640"/>
                <a:gd name="T101" fmla="*/ 30 h 1080"/>
                <a:gd name="T102" fmla="*/ 2541 w 2640"/>
                <a:gd name="T103" fmla="*/ 19 h 1080"/>
                <a:gd name="T104" fmla="*/ 2520 w 2640"/>
                <a:gd name="T105" fmla="*/ 10 h 1080"/>
                <a:gd name="T106" fmla="*/ 2499 w 2640"/>
                <a:gd name="T107" fmla="*/ 4 h 1080"/>
                <a:gd name="T108" fmla="*/ 2476 w 2640"/>
                <a:gd name="T109" fmla="*/ 0 h 1080"/>
                <a:gd name="T110" fmla="*/ 2460 w 2640"/>
                <a:gd name="T111" fmla="*/ 0 h 1080"/>
                <a:gd name="T112" fmla="*/ 180 w 2640"/>
                <a:gd name="T113" fmla="*/ 0 h 10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80"/>
                <a:gd name="T173" fmla="*/ 2640 w 2640"/>
                <a:gd name="T174" fmla="*/ 1080 h 10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80">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79"/>
                  </a:lnTo>
                  <a:lnTo>
                    <a:pt x="0" y="899"/>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79"/>
                  </a:lnTo>
                  <a:lnTo>
                    <a:pt x="2460" y="1079"/>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899"/>
                  </a:lnTo>
                  <a:lnTo>
                    <a:pt x="2640" y="179"/>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26" name="Freeform 34">
              <a:extLst>
                <a:ext uri="{FF2B5EF4-FFF2-40B4-BE49-F238E27FC236}">
                  <a16:creationId xmlns:a16="http://schemas.microsoft.com/office/drawing/2014/main" id="{6A442BCF-7417-55B8-058A-EF6D43F459E6}"/>
                </a:ext>
              </a:extLst>
            </p:cNvPr>
            <p:cNvSpPr>
              <a:spLocks/>
            </p:cNvSpPr>
            <p:nvPr/>
          </p:nvSpPr>
          <p:spPr bwMode="auto">
            <a:xfrm>
              <a:off x="4420" y="-174"/>
              <a:ext cx="2640" cy="1079"/>
            </a:xfrm>
            <a:custGeom>
              <a:avLst/>
              <a:gdLst>
                <a:gd name="T0" fmla="*/ 180 w 2640"/>
                <a:gd name="T1" fmla="*/ 0 h 1079"/>
                <a:gd name="T2" fmla="*/ 156 w 2640"/>
                <a:gd name="T3" fmla="*/ 1 h 1079"/>
                <a:gd name="T4" fmla="*/ 134 w 2640"/>
                <a:gd name="T5" fmla="*/ 5 h 1079"/>
                <a:gd name="T6" fmla="*/ 113 w 2640"/>
                <a:gd name="T7" fmla="*/ 12 h 1079"/>
                <a:gd name="T8" fmla="*/ 93 w 2640"/>
                <a:gd name="T9" fmla="*/ 21 h 1079"/>
                <a:gd name="T10" fmla="*/ 75 w 2640"/>
                <a:gd name="T11" fmla="*/ 33 h 1079"/>
                <a:gd name="T12" fmla="*/ 58 w 2640"/>
                <a:gd name="T13" fmla="*/ 47 h 1079"/>
                <a:gd name="T14" fmla="*/ 43 w 2640"/>
                <a:gd name="T15" fmla="*/ 62 h 1079"/>
                <a:gd name="T16" fmla="*/ 30 w 2640"/>
                <a:gd name="T17" fmla="*/ 80 h 1079"/>
                <a:gd name="T18" fmla="*/ 19 w 2640"/>
                <a:gd name="T19" fmla="*/ 98 h 1079"/>
                <a:gd name="T20" fmla="*/ 10 w 2640"/>
                <a:gd name="T21" fmla="*/ 119 h 1079"/>
                <a:gd name="T22" fmla="*/ 4 w 2640"/>
                <a:gd name="T23" fmla="*/ 140 h 1079"/>
                <a:gd name="T24" fmla="*/ 0 w 2640"/>
                <a:gd name="T25" fmla="*/ 163 h 1079"/>
                <a:gd name="T26" fmla="*/ 0 w 2640"/>
                <a:gd name="T27" fmla="*/ 180 h 1079"/>
                <a:gd name="T28" fmla="*/ 0 w 2640"/>
                <a:gd name="T29" fmla="*/ 900 h 1079"/>
                <a:gd name="T30" fmla="*/ 1 w 2640"/>
                <a:gd name="T31" fmla="*/ 923 h 1079"/>
                <a:gd name="T32" fmla="*/ 5 w 2640"/>
                <a:gd name="T33" fmla="*/ 945 h 1079"/>
                <a:gd name="T34" fmla="*/ 12 w 2640"/>
                <a:gd name="T35" fmla="*/ 966 h 1079"/>
                <a:gd name="T36" fmla="*/ 21 w 2640"/>
                <a:gd name="T37" fmla="*/ 986 h 1079"/>
                <a:gd name="T38" fmla="*/ 33 w 2640"/>
                <a:gd name="T39" fmla="*/ 1004 h 1079"/>
                <a:gd name="T40" fmla="*/ 47 w 2640"/>
                <a:gd name="T41" fmla="*/ 1021 h 1079"/>
                <a:gd name="T42" fmla="*/ 62 w 2640"/>
                <a:gd name="T43" fmla="*/ 1036 h 1079"/>
                <a:gd name="T44" fmla="*/ 80 w 2640"/>
                <a:gd name="T45" fmla="*/ 1049 h 1079"/>
                <a:gd name="T46" fmla="*/ 98 w 2640"/>
                <a:gd name="T47" fmla="*/ 1060 h 1079"/>
                <a:gd name="T48" fmla="*/ 119 w 2640"/>
                <a:gd name="T49" fmla="*/ 1069 h 1079"/>
                <a:gd name="T50" fmla="*/ 140 w 2640"/>
                <a:gd name="T51" fmla="*/ 1075 h 1079"/>
                <a:gd name="T52" fmla="*/ 163 w 2640"/>
                <a:gd name="T53" fmla="*/ 1079 h 1079"/>
                <a:gd name="T54" fmla="*/ 180 w 2640"/>
                <a:gd name="T55" fmla="*/ 1080 h 1079"/>
                <a:gd name="T56" fmla="*/ 2460 w 2640"/>
                <a:gd name="T57" fmla="*/ 1080 h 1079"/>
                <a:gd name="T58" fmla="*/ 2483 w 2640"/>
                <a:gd name="T59" fmla="*/ 1078 h 1079"/>
                <a:gd name="T60" fmla="*/ 2505 w 2640"/>
                <a:gd name="T61" fmla="*/ 1074 h 1079"/>
                <a:gd name="T62" fmla="*/ 2526 w 2640"/>
                <a:gd name="T63" fmla="*/ 1067 h 1079"/>
                <a:gd name="T64" fmla="*/ 2546 w 2640"/>
                <a:gd name="T65" fmla="*/ 1058 h 1079"/>
                <a:gd name="T66" fmla="*/ 2564 w 2640"/>
                <a:gd name="T67" fmla="*/ 1046 h 1079"/>
                <a:gd name="T68" fmla="*/ 2581 w 2640"/>
                <a:gd name="T69" fmla="*/ 1032 h 1079"/>
                <a:gd name="T70" fmla="*/ 2596 w 2640"/>
                <a:gd name="T71" fmla="*/ 1017 h 1079"/>
                <a:gd name="T72" fmla="*/ 2609 w 2640"/>
                <a:gd name="T73" fmla="*/ 999 h 1079"/>
                <a:gd name="T74" fmla="*/ 2620 w 2640"/>
                <a:gd name="T75" fmla="*/ 981 h 1079"/>
                <a:gd name="T76" fmla="*/ 2629 w 2640"/>
                <a:gd name="T77" fmla="*/ 960 h 1079"/>
                <a:gd name="T78" fmla="*/ 2635 w 2640"/>
                <a:gd name="T79" fmla="*/ 939 h 1079"/>
                <a:gd name="T80" fmla="*/ 2639 w 2640"/>
                <a:gd name="T81" fmla="*/ 916 h 1079"/>
                <a:gd name="T82" fmla="*/ 2640 w 2640"/>
                <a:gd name="T83" fmla="*/ 900 h 1079"/>
                <a:gd name="T84" fmla="*/ 2640 w 2640"/>
                <a:gd name="T85" fmla="*/ 180 h 1079"/>
                <a:gd name="T86" fmla="*/ 2638 w 2640"/>
                <a:gd name="T87" fmla="*/ 156 h 1079"/>
                <a:gd name="T88" fmla="*/ 2634 w 2640"/>
                <a:gd name="T89" fmla="*/ 134 h 1079"/>
                <a:gd name="T90" fmla="*/ 2627 w 2640"/>
                <a:gd name="T91" fmla="*/ 113 h 1079"/>
                <a:gd name="T92" fmla="*/ 2618 w 2640"/>
                <a:gd name="T93" fmla="*/ 93 h 1079"/>
                <a:gd name="T94" fmla="*/ 2606 w 2640"/>
                <a:gd name="T95" fmla="*/ 75 h 1079"/>
                <a:gd name="T96" fmla="*/ 2592 w 2640"/>
                <a:gd name="T97" fmla="*/ 58 h 1079"/>
                <a:gd name="T98" fmla="*/ 2577 w 2640"/>
                <a:gd name="T99" fmla="*/ 43 h 1079"/>
                <a:gd name="T100" fmla="*/ 2559 w 2640"/>
                <a:gd name="T101" fmla="*/ 30 h 1079"/>
                <a:gd name="T102" fmla="*/ 2541 w 2640"/>
                <a:gd name="T103" fmla="*/ 19 h 1079"/>
                <a:gd name="T104" fmla="*/ 2520 w 2640"/>
                <a:gd name="T105" fmla="*/ 10 h 1079"/>
                <a:gd name="T106" fmla="*/ 2499 w 2640"/>
                <a:gd name="T107" fmla="*/ 4 h 1079"/>
                <a:gd name="T108" fmla="*/ 2476 w 2640"/>
                <a:gd name="T109" fmla="*/ 0 h 1079"/>
                <a:gd name="T110" fmla="*/ 2460 w 2640"/>
                <a:gd name="T111" fmla="*/ 0 h 1079"/>
                <a:gd name="T112" fmla="*/ 180 w 2640"/>
                <a:gd name="T113" fmla="*/ 0 h 10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79"/>
                <a:gd name="T173" fmla="*/ 2640 w 2640"/>
                <a:gd name="T174" fmla="*/ 1079 h 10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79">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80"/>
                  </a:lnTo>
                  <a:lnTo>
                    <a:pt x="0" y="900"/>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80"/>
                  </a:lnTo>
                  <a:lnTo>
                    <a:pt x="2460" y="1080"/>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900"/>
                  </a:lnTo>
                  <a:lnTo>
                    <a:pt x="2640" y="180"/>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solidFill>
              <a:srgbClr val="FEFE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7" name="Freeform 35">
              <a:extLst>
                <a:ext uri="{FF2B5EF4-FFF2-40B4-BE49-F238E27FC236}">
                  <a16:creationId xmlns:a16="http://schemas.microsoft.com/office/drawing/2014/main" id="{E3C3C478-61BD-F74A-E422-259AF4399719}"/>
                </a:ext>
              </a:extLst>
            </p:cNvPr>
            <p:cNvSpPr>
              <a:spLocks/>
            </p:cNvSpPr>
            <p:nvPr/>
          </p:nvSpPr>
          <p:spPr bwMode="auto">
            <a:xfrm>
              <a:off x="4420" y="-174"/>
              <a:ext cx="2640" cy="1079"/>
            </a:xfrm>
            <a:custGeom>
              <a:avLst/>
              <a:gdLst>
                <a:gd name="T0" fmla="*/ 180 w 2640"/>
                <a:gd name="T1" fmla="*/ 0 h 1079"/>
                <a:gd name="T2" fmla="*/ 156 w 2640"/>
                <a:gd name="T3" fmla="*/ 1 h 1079"/>
                <a:gd name="T4" fmla="*/ 134 w 2640"/>
                <a:gd name="T5" fmla="*/ 5 h 1079"/>
                <a:gd name="T6" fmla="*/ 113 w 2640"/>
                <a:gd name="T7" fmla="*/ 12 h 1079"/>
                <a:gd name="T8" fmla="*/ 93 w 2640"/>
                <a:gd name="T9" fmla="*/ 21 h 1079"/>
                <a:gd name="T10" fmla="*/ 75 w 2640"/>
                <a:gd name="T11" fmla="*/ 33 h 1079"/>
                <a:gd name="T12" fmla="*/ 58 w 2640"/>
                <a:gd name="T13" fmla="*/ 47 h 1079"/>
                <a:gd name="T14" fmla="*/ 43 w 2640"/>
                <a:gd name="T15" fmla="*/ 62 h 1079"/>
                <a:gd name="T16" fmla="*/ 30 w 2640"/>
                <a:gd name="T17" fmla="*/ 80 h 1079"/>
                <a:gd name="T18" fmla="*/ 19 w 2640"/>
                <a:gd name="T19" fmla="*/ 98 h 1079"/>
                <a:gd name="T20" fmla="*/ 10 w 2640"/>
                <a:gd name="T21" fmla="*/ 119 h 1079"/>
                <a:gd name="T22" fmla="*/ 4 w 2640"/>
                <a:gd name="T23" fmla="*/ 140 h 1079"/>
                <a:gd name="T24" fmla="*/ 0 w 2640"/>
                <a:gd name="T25" fmla="*/ 163 h 1079"/>
                <a:gd name="T26" fmla="*/ 0 w 2640"/>
                <a:gd name="T27" fmla="*/ 180 h 1079"/>
                <a:gd name="T28" fmla="*/ 0 w 2640"/>
                <a:gd name="T29" fmla="*/ 900 h 1079"/>
                <a:gd name="T30" fmla="*/ 1 w 2640"/>
                <a:gd name="T31" fmla="*/ 923 h 1079"/>
                <a:gd name="T32" fmla="*/ 5 w 2640"/>
                <a:gd name="T33" fmla="*/ 945 h 1079"/>
                <a:gd name="T34" fmla="*/ 12 w 2640"/>
                <a:gd name="T35" fmla="*/ 966 h 1079"/>
                <a:gd name="T36" fmla="*/ 21 w 2640"/>
                <a:gd name="T37" fmla="*/ 986 h 1079"/>
                <a:gd name="T38" fmla="*/ 33 w 2640"/>
                <a:gd name="T39" fmla="*/ 1004 h 1079"/>
                <a:gd name="T40" fmla="*/ 47 w 2640"/>
                <a:gd name="T41" fmla="*/ 1021 h 1079"/>
                <a:gd name="T42" fmla="*/ 62 w 2640"/>
                <a:gd name="T43" fmla="*/ 1036 h 1079"/>
                <a:gd name="T44" fmla="*/ 80 w 2640"/>
                <a:gd name="T45" fmla="*/ 1049 h 1079"/>
                <a:gd name="T46" fmla="*/ 98 w 2640"/>
                <a:gd name="T47" fmla="*/ 1060 h 1079"/>
                <a:gd name="T48" fmla="*/ 119 w 2640"/>
                <a:gd name="T49" fmla="*/ 1069 h 1079"/>
                <a:gd name="T50" fmla="*/ 140 w 2640"/>
                <a:gd name="T51" fmla="*/ 1075 h 1079"/>
                <a:gd name="T52" fmla="*/ 163 w 2640"/>
                <a:gd name="T53" fmla="*/ 1079 h 1079"/>
                <a:gd name="T54" fmla="*/ 180 w 2640"/>
                <a:gd name="T55" fmla="*/ 1080 h 1079"/>
                <a:gd name="T56" fmla="*/ 2460 w 2640"/>
                <a:gd name="T57" fmla="*/ 1080 h 1079"/>
                <a:gd name="T58" fmla="*/ 2483 w 2640"/>
                <a:gd name="T59" fmla="*/ 1078 h 1079"/>
                <a:gd name="T60" fmla="*/ 2505 w 2640"/>
                <a:gd name="T61" fmla="*/ 1074 h 1079"/>
                <a:gd name="T62" fmla="*/ 2526 w 2640"/>
                <a:gd name="T63" fmla="*/ 1067 h 1079"/>
                <a:gd name="T64" fmla="*/ 2546 w 2640"/>
                <a:gd name="T65" fmla="*/ 1058 h 1079"/>
                <a:gd name="T66" fmla="*/ 2564 w 2640"/>
                <a:gd name="T67" fmla="*/ 1046 h 1079"/>
                <a:gd name="T68" fmla="*/ 2581 w 2640"/>
                <a:gd name="T69" fmla="*/ 1032 h 1079"/>
                <a:gd name="T70" fmla="*/ 2596 w 2640"/>
                <a:gd name="T71" fmla="*/ 1017 h 1079"/>
                <a:gd name="T72" fmla="*/ 2609 w 2640"/>
                <a:gd name="T73" fmla="*/ 999 h 1079"/>
                <a:gd name="T74" fmla="*/ 2620 w 2640"/>
                <a:gd name="T75" fmla="*/ 981 h 1079"/>
                <a:gd name="T76" fmla="*/ 2629 w 2640"/>
                <a:gd name="T77" fmla="*/ 960 h 1079"/>
                <a:gd name="T78" fmla="*/ 2635 w 2640"/>
                <a:gd name="T79" fmla="*/ 939 h 1079"/>
                <a:gd name="T80" fmla="*/ 2639 w 2640"/>
                <a:gd name="T81" fmla="*/ 916 h 1079"/>
                <a:gd name="T82" fmla="*/ 2640 w 2640"/>
                <a:gd name="T83" fmla="*/ 900 h 1079"/>
                <a:gd name="T84" fmla="*/ 2640 w 2640"/>
                <a:gd name="T85" fmla="*/ 180 h 1079"/>
                <a:gd name="T86" fmla="*/ 2638 w 2640"/>
                <a:gd name="T87" fmla="*/ 156 h 1079"/>
                <a:gd name="T88" fmla="*/ 2634 w 2640"/>
                <a:gd name="T89" fmla="*/ 134 h 1079"/>
                <a:gd name="T90" fmla="*/ 2627 w 2640"/>
                <a:gd name="T91" fmla="*/ 113 h 1079"/>
                <a:gd name="T92" fmla="*/ 2618 w 2640"/>
                <a:gd name="T93" fmla="*/ 93 h 1079"/>
                <a:gd name="T94" fmla="*/ 2606 w 2640"/>
                <a:gd name="T95" fmla="*/ 75 h 1079"/>
                <a:gd name="T96" fmla="*/ 2592 w 2640"/>
                <a:gd name="T97" fmla="*/ 58 h 1079"/>
                <a:gd name="T98" fmla="*/ 2577 w 2640"/>
                <a:gd name="T99" fmla="*/ 43 h 1079"/>
                <a:gd name="T100" fmla="*/ 2559 w 2640"/>
                <a:gd name="T101" fmla="*/ 30 h 1079"/>
                <a:gd name="T102" fmla="*/ 2541 w 2640"/>
                <a:gd name="T103" fmla="*/ 19 h 1079"/>
                <a:gd name="T104" fmla="*/ 2520 w 2640"/>
                <a:gd name="T105" fmla="*/ 10 h 1079"/>
                <a:gd name="T106" fmla="*/ 2499 w 2640"/>
                <a:gd name="T107" fmla="*/ 4 h 1079"/>
                <a:gd name="T108" fmla="*/ 2476 w 2640"/>
                <a:gd name="T109" fmla="*/ 0 h 1079"/>
                <a:gd name="T110" fmla="*/ 2460 w 2640"/>
                <a:gd name="T111" fmla="*/ 0 h 1079"/>
                <a:gd name="T112" fmla="*/ 180 w 2640"/>
                <a:gd name="T113" fmla="*/ 0 h 10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79"/>
                <a:gd name="T173" fmla="*/ 2640 w 2640"/>
                <a:gd name="T174" fmla="*/ 1079 h 10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79">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80"/>
                  </a:lnTo>
                  <a:lnTo>
                    <a:pt x="0" y="900"/>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80"/>
                  </a:lnTo>
                  <a:lnTo>
                    <a:pt x="2460" y="1080"/>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900"/>
                  </a:lnTo>
                  <a:lnTo>
                    <a:pt x="2640" y="180"/>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28" name="Freeform 36">
              <a:extLst>
                <a:ext uri="{FF2B5EF4-FFF2-40B4-BE49-F238E27FC236}">
                  <a16:creationId xmlns:a16="http://schemas.microsoft.com/office/drawing/2014/main" id="{E92723EA-AE62-1CEA-8A9D-A958BCE5674F}"/>
                </a:ext>
              </a:extLst>
            </p:cNvPr>
            <p:cNvSpPr>
              <a:spLocks/>
            </p:cNvSpPr>
            <p:nvPr/>
          </p:nvSpPr>
          <p:spPr bwMode="auto">
            <a:xfrm>
              <a:off x="5620" y="905"/>
              <a:ext cx="360" cy="840"/>
            </a:xfrm>
            <a:custGeom>
              <a:avLst/>
              <a:gdLst>
                <a:gd name="T0" fmla="*/ 180 w 360"/>
                <a:gd name="T1" fmla="*/ 0 h 840"/>
                <a:gd name="T2" fmla="*/ 0 w 360"/>
                <a:gd name="T3" fmla="*/ 167 h 840"/>
                <a:gd name="T4" fmla="*/ 90 w 360"/>
                <a:gd name="T5" fmla="*/ 167 h 840"/>
                <a:gd name="T6" fmla="*/ 90 w 360"/>
                <a:gd name="T7" fmla="*/ 672 h 840"/>
                <a:gd name="T8" fmla="*/ 0 w 360"/>
                <a:gd name="T9" fmla="*/ 672 h 840"/>
                <a:gd name="T10" fmla="*/ 180 w 360"/>
                <a:gd name="T11" fmla="*/ 840 h 840"/>
                <a:gd name="T12" fmla="*/ 360 w 360"/>
                <a:gd name="T13" fmla="*/ 672 h 840"/>
                <a:gd name="T14" fmla="*/ 270 w 360"/>
                <a:gd name="T15" fmla="*/ 672 h 840"/>
                <a:gd name="T16" fmla="*/ 270 w 360"/>
                <a:gd name="T17" fmla="*/ 167 h 840"/>
                <a:gd name="T18" fmla="*/ 36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0" y="167"/>
                  </a:lnTo>
                  <a:lnTo>
                    <a:pt x="90" y="167"/>
                  </a:lnTo>
                  <a:lnTo>
                    <a:pt x="90" y="672"/>
                  </a:lnTo>
                  <a:lnTo>
                    <a:pt x="0" y="672"/>
                  </a:lnTo>
                  <a:lnTo>
                    <a:pt x="180" y="840"/>
                  </a:lnTo>
                  <a:lnTo>
                    <a:pt x="360" y="672"/>
                  </a:lnTo>
                  <a:lnTo>
                    <a:pt x="270" y="672"/>
                  </a:lnTo>
                  <a:lnTo>
                    <a:pt x="270" y="167"/>
                  </a:lnTo>
                  <a:lnTo>
                    <a:pt x="360" y="167"/>
                  </a:lnTo>
                  <a:lnTo>
                    <a:pt x="180" y="0"/>
                  </a:lnTo>
                  <a:close/>
                </a:path>
              </a:pathLst>
            </a:custGeom>
            <a:solidFill>
              <a:srgbClr val="BADF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9" name="Freeform 37">
              <a:extLst>
                <a:ext uri="{FF2B5EF4-FFF2-40B4-BE49-F238E27FC236}">
                  <a16:creationId xmlns:a16="http://schemas.microsoft.com/office/drawing/2014/main" id="{63460A65-D7ED-AC24-9330-30C3FDAC912D}"/>
                </a:ext>
              </a:extLst>
            </p:cNvPr>
            <p:cNvSpPr>
              <a:spLocks/>
            </p:cNvSpPr>
            <p:nvPr/>
          </p:nvSpPr>
          <p:spPr bwMode="auto">
            <a:xfrm>
              <a:off x="5620" y="905"/>
              <a:ext cx="360" cy="840"/>
            </a:xfrm>
            <a:custGeom>
              <a:avLst/>
              <a:gdLst>
                <a:gd name="T0" fmla="*/ 180 w 360"/>
                <a:gd name="T1" fmla="*/ 0 h 840"/>
                <a:gd name="T2" fmla="*/ 360 w 360"/>
                <a:gd name="T3" fmla="*/ 167 h 840"/>
                <a:gd name="T4" fmla="*/ 270 w 360"/>
                <a:gd name="T5" fmla="*/ 167 h 840"/>
                <a:gd name="T6" fmla="*/ 270 w 360"/>
                <a:gd name="T7" fmla="*/ 672 h 840"/>
                <a:gd name="T8" fmla="*/ 360 w 360"/>
                <a:gd name="T9" fmla="*/ 672 h 840"/>
                <a:gd name="T10" fmla="*/ 180 w 360"/>
                <a:gd name="T11" fmla="*/ 840 h 840"/>
                <a:gd name="T12" fmla="*/ 0 w 360"/>
                <a:gd name="T13" fmla="*/ 672 h 840"/>
                <a:gd name="T14" fmla="*/ 90 w 360"/>
                <a:gd name="T15" fmla="*/ 672 h 840"/>
                <a:gd name="T16" fmla="*/ 90 w 360"/>
                <a:gd name="T17" fmla="*/ 167 h 840"/>
                <a:gd name="T18" fmla="*/ 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360" y="167"/>
                  </a:lnTo>
                  <a:lnTo>
                    <a:pt x="270" y="167"/>
                  </a:lnTo>
                  <a:lnTo>
                    <a:pt x="270" y="672"/>
                  </a:lnTo>
                  <a:lnTo>
                    <a:pt x="360" y="672"/>
                  </a:lnTo>
                  <a:lnTo>
                    <a:pt x="180" y="840"/>
                  </a:lnTo>
                  <a:lnTo>
                    <a:pt x="0" y="672"/>
                  </a:lnTo>
                  <a:lnTo>
                    <a:pt x="90" y="672"/>
                  </a:lnTo>
                  <a:lnTo>
                    <a:pt x="90" y="167"/>
                  </a:lnTo>
                  <a:lnTo>
                    <a:pt x="0" y="167"/>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30" name="Freeform 38">
              <a:extLst>
                <a:ext uri="{FF2B5EF4-FFF2-40B4-BE49-F238E27FC236}">
                  <a16:creationId xmlns:a16="http://schemas.microsoft.com/office/drawing/2014/main" id="{C4293862-CFDC-A2CF-65BE-E21E68ECC0A4}"/>
                </a:ext>
              </a:extLst>
            </p:cNvPr>
            <p:cNvSpPr>
              <a:spLocks/>
            </p:cNvSpPr>
            <p:nvPr/>
          </p:nvSpPr>
          <p:spPr bwMode="auto">
            <a:xfrm>
              <a:off x="5620" y="-1014"/>
              <a:ext cx="360" cy="840"/>
            </a:xfrm>
            <a:custGeom>
              <a:avLst/>
              <a:gdLst>
                <a:gd name="T0" fmla="*/ 180 w 360"/>
                <a:gd name="T1" fmla="*/ 0 h 840"/>
                <a:gd name="T2" fmla="*/ 0 w 360"/>
                <a:gd name="T3" fmla="*/ 167 h 840"/>
                <a:gd name="T4" fmla="*/ 90 w 360"/>
                <a:gd name="T5" fmla="*/ 167 h 840"/>
                <a:gd name="T6" fmla="*/ 90 w 360"/>
                <a:gd name="T7" fmla="*/ 672 h 840"/>
                <a:gd name="T8" fmla="*/ 0 w 360"/>
                <a:gd name="T9" fmla="*/ 672 h 840"/>
                <a:gd name="T10" fmla="*/ 180 w 360"/>
                <a:gd name="T11" fmla="*/ 840 h 840"/>
                <a:gd name="T12" fmla="*/ 360 w 360"/>
                <a:gd name="T13" fmla="*/ 672 h 840"/>
                <a:gd name="T14" fmla="*/ 270 w 360"/>
                <a:gd name="T15" fmla="*/ 672 h 840"/>
                <a:gd name="T16" fmla="*/ 270 w 360"/>
                <a:gd name="T17" fmla="*/ 167 h 840"/>
                <a:gd name="T18" fmla="*/ 36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0" y="167"/>
                  </a:lnTo>
                  <a:lnTo>
                    <a:pt x="90" y="167"/>
                  </a:lnTo>
                  <a:lnTo>
                    <a:pt x="90" y="672"/>
                  </a:lnTo>
                  <a:lnTo>
                    <a:pt x="0" y="672"/>
                  </a:lnTo>
                  <a:lnTo>
                    <a:pt x="180" y="840"/>
                  </a:lnTo>
                  <a:lnTo>
                    <a:pt x="360" y="672"/>
                  </a:lnTo>
                  <a:lnTo>
                    <a:pt x="270" y="672"/>
                  </a:lnTo>
                  <a:lnTo>
                    <a:pt x="270" y="167"/>
                  </a:lnTo>
                  <a:lnTo>
                    <a:pt x="360" y="167"/>
                  </a:lnTo>
                  <a:lnTo>
                    <a:pt x="180" y="0"/>
                  </a:lnTo>
                  <a:close/>
                </a:path>
              </a:pathLst>
            </a:custGeom>
            <a:solidFill>
              <a:srgbClr val="BADF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1" name="Freeform 39">
              <a:extLst>
                <a:ext uri="{FF2B5EF4-FFF2-40B4-BE49-F238E27FC236}">
                  <a16:creationId xmlns:a16="http://schemas.microsoft.com/office/drawing/2014/main" id="{966516D0-45C8-55EB-4F7B-8FB4E8C80D8F}"/>
                </a:ext>
              </a:extLst>
            </p:cNvPr>
            <p:cNvSpPr>
              <a:spLocks/>
            </p:cNvSpPr>
            <p:nvPr/>
          </p:nvSpPr>
          <p:spPr bwMode="auto">
            <a:xfrm>
              <a:off x="5620" y="-1014"/>
              <a:ext cx="360" cy="840"/>
            </a:xfrm>
            <a:custGeom>
              <a:avLst/>
              <a:gdLst>
                <a:gd name="T0" fmla="*/ 180 w 360"/>
                <a:gd name="T1" fmla="*/ 0 h 840"/>
                <a:gd name="T2" fmla="*/ 360 w 360"/>
                <a:gd name="T3" fmla="*/ 167 h 840"/>
                <a:gd name="T4" fmla="*/ 270 w 360"/>
                <a:gd name="T5" fmla="*/ 167 h 840"/>
                <a:gd name="T6" fmla="*/ 270 w 360"/>
                <a:gd name="T7" fmla="*/ 672 h 840"/>
                <a:gd name="T8" fmla="*/ 360 w 360"/>
                <a:gd name="T9" fmla="*/ 672 h 840"/>
                <a:gd name="T10" fmla="*/ 180 w 360"/>
                <a:gd name="T11" fmla="*/ 840 h 840"/>
                <a:gd name="T12" fmla="*/ 0 w 360"/>
                <a:gd name="T13" fmla="*/ 672 h 840"/>
                <a:gd name="T14" fmla="*/ 90 w 360"/>
                <a:gd name="T15" fmla="*/ 672 h 840"/>
                <a:gd name="T16" fmla="*/ 90 w 360"/>
                <a:gd name="T17" fmla="*/ 167 h 840"/>
                <a:gd name="T18" fmla="*/ 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360" y="167"/>
                  </a:lnTo>
                  <a:lnTo>
                    <a:pt x="270" y="167"/>
                  </a:lnTo>
                  <a:lnTo>
                    <a:pt x="270" y="672"/>
                  </a:lnTo>
                  <a:lnTo>
                    <a:pt x="360" y="672"/>
                  </a:lnTo>
                  <a:lnTo>
                    <a:pt x="180" y="840"/>
                  </a:lnTo>
                  <a:lnTo>
                    <a:pt x="0" y="672"/>
                  </a:lnTo>
                  <a:lnTo>
                    <a:pt x="90" y="672"/>
                  </a:lnTo>
                  <a:lnTo>
                    <a:pt x="90" y="167"/>
                  </a:lnTo>
                  <a:lnTo>
                    <a:pt x="0" y="167"/>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1508" name="Group 40">
            <a:extLst>
              <a:ext uri="{FF2B5EF4-FFF2-40B4-BE49-F238E27FC236}">
                <a16:creationId xmlns:a16="http://schemas.microsoft.com/office/drawing/2014/main" id="{FC1A0BA6-B5DC-5B3E-18A7-97A3F98564FE}"/>
              </a:ext>
            </a:extLst>
          </p:cNvPr>
          <p:cNvGrpSpPr>
            <a:grpSpLocks/>
          </p:cNvGrpSpPr>
          <p:nvPr/>
        </p:nvGrpSpPr>
        <p:grpSpPr bwMode="auto">
          <a:xfrm>
            <a:off x="6840539" y="1887539"/>
            <a:ext cx="1762125" cy="2447925"/>
            <a:chOff x="8372" y="-2102"/>
            <a:chExt cx="2775" cy="3854"/>
          </a:xfrm>
        </p:grpSpPr>
        <p:sp>
          <p:nvSpPr>
            <p:cNvPr id="21516" name="Freeform 41">
              <a:extLst>
                <a:ext uri="{FF2B5EF4-FFF2-40B4-BE49-F238E27FC236}">
                  <a16:creationId xmlns:a16="http://schemas.microsoft.com/office/drawing/2014/main" id="{1C264924-72E9-9217-DD81-7F2AC99DD9AD}"/>
                </a:ext>
              </a:extLst>
            </p:cNvPr>
            <p:cNvSpPr>
              <a:spLocks/>
            </p:cNvSpPr>
            <p:nvPr/>
          </p:nvSpPr>
          <p:spPr bwMode="auto">
            <a:xfrm>
              <a:off x="8500" y="-2094"/>
              <a:ext cx="2640" cy="1080"/>
            </a:xfrm>
            <a:custGeom>
              <a:avLst/>
              <a:gdLst>
                <a:gd name="T0" fmla="*/ 180 w 2640"/>
                <a:gd name="T1" fmla="*/ 0 h 1080"/>
                <a:gd name="T2" fmla="*/ 156 w 2640"/>
                <a:gd name="T3" fmla="*/ 1 h 1080"/>
                <a:gd name="T4" fmla="*/ 134 w 2640"/>
                <a:gd name="T5" fmla="*/ 5 h 1080"/>
                <a:gd name="T6" fmla="*/ 113 w 2640"/>
                <a:gd name="T7" fmla="*/ 12 h 1080"/>
                <a:gd name="T8" fmla="*/ 93 w 2640"/>
                <a:gd name="T9" fmla="*/ 21 h 1080"/>
                <a:gd name="T10" fmla="*/ 75 w 2640"/>
                <a:gd name="T11" fmla="*/ 33 h 1080"/>
                <a:gd name="T12" fmla="*/ 58 w 2640"/>
                <a:gd name="T13" fmla="*/ 47 h 1080"/>
                <a:gd name="T14" fmla="*/ 43 w 2640"/>
                <a:gd name="T15" fmla="*/ 62 h 1080"/>
                <a:gd name="T16" fmla="*/ 30 w 2640"/>
                <a:gd name="T17" fmla="*/ 80 h 1080"/>
                <a:gd name="T18" fmla="*/ 19 w 2640"/>
                <a:gd name="T19" fmla="*/ 98 h 1080"/>
                <a:gd name="T20" fmla="*/ 10 w 2640"/>
                <a:gd name="T21" fmla="*/ 119 h 1080"/>
                <a:gd name="T22" fmla="*/ 4 w 2640"/>
                <a:gd name="T23" fmla="*/ 140 h 1080"/>
                <a:gd name="T24" fmla="*/ 0 w 2640"/>
                <a:gd name="T25" fmla="*/ 163 h 1080"/>
                <a:gd name="T26" fmla="*/ 0 w 2640"/>
                <a:gd name="T27" fmla="*/ 179 h 1080"/>
                <a:gd name="T28" fmla="*/ 0 w 2640"/>
                <a:gd name="T29" fmla="*/ 899 h 1080"/>
                <a:gd name="T30" fmla="*/ 1 w 2640"/>
                <a:gd name="T31" fmla="*/ 923 h 1080"/>
                <a:gd name="T32" fmla="*/ 5 w 2640"/>
                <a:gd name="T33" fmla="*/ 945 h 1080"/>
                <a:gd name="T34" fmla="*/ 12 w 2640"/>
                <a:gd name="T35" fmla="*/ 966 h 1080"/>
                <a:gd name="T36" fmla="*/ 21 w 2640"/>
                <a:gd name="T37" fmla="*/ 986 h 1080"/>
                <a:gd name="T38" fmla="*/ 33 w 2640"/>
                <a:gd name="T39" fmla="*/ 1004 h 1080"/>
                <a:gd name="T40" fmla="*/ 47 w 2640"/>
                <a:gd name="T41" fmla="*/ 1021 h 1080"/>
                <a:gd name="T42" fmla="*/ 62 w 2640"/>
                <a:gd name="T43" fmla="*/ 1036 h 1080"/>
                <a:gd name="T44" fmla="*/ 80 w 2640"/>
                <a:gd name="T45" fmla="*/ 1049 h 1080"/>
                <a:gd name="T46" fmla="*/ 98 w 2640"/>
                <a:gd name="T47" fmla="*/ 1060 h 1080"/>
                <a:gd name="T48" fmla="*/ 119 w 2640"/>
                <a:gd name="T49" fmla="*/ 1069 h 1080"/>
                <a:gd name="T50" fmla="*/ 140 w 2640"/>
                <a:gd name="T51" fmla="*/ 1075 h 1080"/>
                <a:gd name="T52" fmla="*/ 163 w 2640"/>
                <a:gd name="T53" fmla="*/ 1079 h 1080"/>
                <a:gd name="T54" fmla="*/ 180 w 2640"/>
                <a:gd name="T55" fmla="*/ 1079 h 1080"/>
                <a:gd name="T56" fmla="*/ 2460 w 2640"/>
                <a:gd name="T57" fmla="*/ 1079 h 1080"/>
                <a:gd name="T58" fmla="*/ 2483 w 2640"/>
                <a:gd name="T59" fmla="*/ 1078 h 1080"/>
                <a:gd name="T60" fmla="*/ 2505 w 2640"/>
                <a:gd name="T61" fmla="*/ 1074 h 1080"/>
                <a:gd name="T62" fmla="*/ 2526 w 2640"/>
                <a:gd name="T63" fmla="*/ 1067 h 1080"/>
                <a:gd name="T64" fmla="*/ 2546 w 2640"/>
                <a:gd name="T65" fmla="*/ 1058 h 1080"/>
                <a:gd name="T66" fmla="*/ 2564 w 2640"/>
                <a:gd name="T67" fmla="*/ 1046 h 1080"/>
                <a:gd name="T68" fmla="*/ 2581 w 2640"/>
                <a:gd name="T69" fmla="*/ 1032 h 1080"/>
                <a:gd name="T70" fmla="*/ 2596 w 2640"/>
                <a:gd name="T71" fmla="*/ 1017 h 1080"/>
                <a:gd name="T72" fmla="*/ 2609 w 2640"/>
                <a:gd name="T73" fmla="*/ 999 h 1080"/>
                <a:gd name="T74" fmla="*/ 2620 w 2640"/>
                <a:gd name="T75" fmla="*/ 981 h 1080"/>
                <a:gd name="T76" fmla="*/ 2629 w 2640"/>
                <a:gd name="T77" fmla="*/ 960 h 1080"/>
                <a:gd name="T78" fmla="*/ 2635 w 2640"/>
                <a:gd name="T79" fmla="*/ 939 h 1080"/>
                <a:gd name="T80" fmla="*/ 2639 w 2640"/>
                <a:gd name="T81" fmla="*/ 916 h 1080"/>
                <a:gd name="T82" fmla="*/ 2640 w 2640"/>
                <a:gd name="T83" fmla="*/ 899 h 1080"/>
                <a:gd name="T84" fmla="*/ 2640 w 2640"/>
                <a:gd name="T85" fmla="*/ 179 h 1080"/>
                <a:gd name="T86" fmla="*/ 2638 w 2640"/>
                <a:gd name="T87" fmla="*/ 156 h 1080"/>
                <a:gd name="T88" fmla="*/ 2634 w 2640"/>
                <a:gd name="T89" fmla="*/ 134 h 1080"/>
                <a:gd name="T90" fmla="*/ 2627 w 2640"/>
                <a:gd name="T91" fmla="*/ 113 h 1080"/>
                <a:gd name="T92" fmla="*/ 2618 w 2640"/>
                <a:gd name="T93" fmla="*/ 93 h 1080"/>
                <a:gd name="T94" fmla="*/ 2606 w 2640"/>
                <a:gd name="T95" fmla="*/ 75 h 1080"/>
                <a:gd name="T96" fmla="*/ 2592 w 2640"/>
                <a:gd name="T97" fmla="*/ 58 h 1080"/>
                <a:gd name="T98" fmla="*/ 2577 w 2640"/>
                <a:gd name="T99" fmla="*/ 43 h 1080"/>
                <a:gd name="T100" fmla="*/ 2559 w 2640"/>
                <a:gd name="T101" fmla="*/ 30 h 1080"/>
                <a:gd name="T102" fmla="*/ 2541 w 2640"/>
                <a:gd name="T103" fmla="*/ 19 h 1080"/>
                <a:gd name="T104" fmla="*/ 2520 w 2640"/>
                <a:gd name="T105" fmla="*/ 10 h 1080"/>
                <a:gd name="T106" fmla="*/ 2499 w 2640"/>
                <a:gd name="T107" fmla="*/ 4 h 1080"/>
                <a:gd name="T108" fmla="*/ 2476 w 2640"/>
                <a:gd name="T109" fmla="*/ 0 h 1080"/>
                <a:gd name="T110" fmla="*/ 2460 w 2640"/>
                <a:gd name="T111" fmla="*/ 0 h 1080"/>
                <a:gd name="T112" fmla="*/ 180 w 2640"/>
                <a:gd name="T113" fmla="*/ 0 h 10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80"/>
                <a:gd name="T173" fmla="*/ 2640 w 2640"/>
                <a:gd name="T174" fmla="*/ 1080 h 10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80">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79"/>
                  </a:lnTo>
                  <a:lnTo>
                    <a:pt x="0" y="899"/>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79"/>
                  </a:lnTo>
                  <a:lnTo>
                    <a:pt x="2460" y="1079"/>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899"/>
                  </a:lnTo>
                  <a:lnTo>
                    <a:pt x="2640" y="179"/>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solidFill>
              <a:srgbClr val="0098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17" name="Freeform 42">
              <a:extLst>
                <a:ext uri="{FF2B5EF4-FFF2-40B4-BE49-F238E27FC236}">
                  <a16:creationId xmlns:a16="http://schemas.microsoft.com/office/drawing/2014/main" id="{28DC6B8A-5BB6-1AB9-1EB7-008402678B06}"/>
                </a:ext>
              </a:extLst>
            </p:cNvPr>
            <p:cNvSpPr>
              <a:spLocks/>
            </p:cNvSpPr>
            <p:nvPr/>
          </p:nvSpPr>
          <p:spPr bwMode="auto">
            <a:xfrm>
              <a:off x="8500" y="-2094"/>
              <a:ext cx="2640" cy="1080"/>
            </a:xfrm>
            <a:custGeom>
              <a:avLst/>
              <a:gdLst>
                <a:gd name="T0" fmla="*/ 180 w 2640"/>
                <a:gd name="T1" fmla="*/ 0 h 1080"/>
                <a:gd name="T2" fmla="*/ 156 w 2640"/>
                <a:gd name="T3" fmla="*/ 1 h 1080"/>
                <a:gd name="T4" fmla="*/ 134 w 2640"/>
                <a:gd name="T5" fmla="*/ 5 h 1080"/>
                <a:gd name="T6" fmla="*/ 113 w 2640"/>
                <a:gd name="T7" fmla="*/ 12 h 1080"/>
                <a:gd name="T8" fmla="*/ 93 w 2640"/>
                <a:gd name="T9" fmla="*/ 21 h 1080"/>
                <a:gd name="T10" fmla="*/ 75 w 2640"/>
                <a:gd name="T11" fmla="*/ 33 h 1080"/>
                <a:gd name="T12" fmla="*/ 58 w 2640"/>
                <a:gd name="T13" fmla="*/ 47 h 1080"/>
                <a:gd name="T14" fmla="*/ 43 w 2640"/>
                <a:gd name="T15" fmla="*/ 62 h 1080"/>
                <a:gd name="T16" fmla="*/ 30 w 2640"/>
                <a:gd name="T17" fmla="*/ 80 h 1080"/>
                <a:gd name="T18" fmla="*/ 19 w 2640"/>
                <a:gd name="T19" fmla="*/ 98 h 1080"/>
                <a:gd name="T20" fmla="*/ 10 w 2640"/>
                <a:gd name="T21" fmla="*/ 119 h 1080"/>
                <a:gd name="T22" fmla="*/ 4 w 2640"/>
                <a:gd name="T23" fmla="*/ 140 h 1080"/>
                <a:gd name="T24" fmla="*/ 0 w 2640"/>
                <a:gd name="T25" fmla="*/ 163 h 1080"/>
                <a:gd name="T26" fmla="*/ 0 w 2640"/>
                <a:gd name="T27" fmla="*/ 179 h 1080"/>
                <a:gd name="T28" fmla="*/ 0 w 2640"/>
                <a:gd name="T29" fmla="*/ 899 h 1080"/>
                <a:gd name="T30" fmla="*/ 1 w 2640"/>
                <a:gd name="T31" fmla="*/ 923 h 1080"/>
                <a:gd name="T32" fmla="*/ 5 w 2640"/>
                <a:gd name="T33" fmla="*/ 945 h 1080"/>
                <a:gd name="T34" fmla="*/ 12 w 2640"/>
                <a:gd name="T35" fmla="*/ 966 h 1080"/>
                <a:gd name="T36" fmla="*/ 21 w 2640"/>
                <a:gd name="T37" fmla="*/ 986 h 1080"/>
                <a:gd name="T38" fmla="*/ 33 w 2640"/>
                <a:gd name="T39" fmla="*/ 1004 h 1080"/>
                <a:gd name="T40" fmla="*/ 47 w 2640"/>
                <a:gd name="T41" fmla="*/ 1021 h 1080"/>
                <a:gd name="T42" fmla="*/ 62 w 2640"/>
                <a:gd name="T43" fmla="*/ 1036 h 1080"/>
                <a:gd name="T44" fmla="*/ 80 w 2640"/>
                <a:gd name="T45" fmla="*/ 1049 h 1080"/>
                <a:gd name="T46" fmla="*/ 98 w 2640"/>
                <a:gd name="T47" fmla="*/ 1060 h 1080"/>
                <a:gd name="T48" fmla="*/ 119 w 2640"/>
                <a:gd name="T49" fmla="*/ 1069 h 1080"/>
                <a:gd name="T50" fmla="*/ 140 w 2640"/>
                <a:gd name="T51" fmla="*/ 1075 h 1080"/>
                <a:gd name="T52" fmla="*/ 163 w 2640"/>
                <a:gd name="T53" fmla="*/ 1079 h 1080"/>
                <a:gd name="T54" fmla="*/ 180 w 2640"/>
                <a:gd name="T55" fmla="*/ 1079 h 1080"/>
                <a:gd name="T56" fmla="*/ 2460 w 2640"/>
                <a:gd name="T57" fmla="*/ 1079 h 1080"/>
                <a:gd name="T58" fmla="*/ 2483 w 2640"/>
                <a:gd name="T59" fmla="*/ 1078 h 1080"/>
                <a:gd name="T60" fmla="*/ 2505 w 2640"/>
                <a:gd name="T61" fmla="*/ 1074 h 1080"/>
                <a:gd name="T62" fmla="*/ 2526 w 2640"/>
                <a:gd name="T63" fmla="*/ 1067 h 1080"/>
                <a:gd name="T64" fmla="*/ 2546 w 2640"/>
                <a:gd name="T65" fmla="*/ 1058 h 1080"/>
                <a:gd name="T66" fmla="*/ 2564 w 2640"/>
                <a:gd name="T67" fmla="*/ 1046 h 1080"/>
                <a:gd name="T68" fmla="*/ 2581 w 2640"/>
                <a:gd name="T69" fmla="*/ 1032 h 1080"/>
                <a:gd name="T70" fmla="*/ 2596 w 2640"/>
                <a:gd name="T71" fmla="*/ 1017 h 1080"/>
                <a:gd name="T72" fmla="*/ 2609 w 2640"/>
                <a:gd name="T73" fmla="*/ 999 h 1080"/>
                <a:gd name="T74" fmla="*/ 2620 w 2640"/>
                <a:gd name="T75" fmla="*/ 981 h 1080"/>
                <a:gd name="T76" fmla="*/ 2629 w 2640"/>
                <a:gd name="T77" fmla="*/ 960 h 1080"/>
                <a:gd name="T78" fmla="*/ 2635 w 2640"/>
                <a:gd name="T79" fmla="*/ 939 h 1080"/>
                <a:gd name="T80" fmla="*/ 2639 w 2640"/>
                <a:gd name="T81" fmla="*/ 916 h 1080"/>
                <a:gd name="T82" fmla="*/ 2640 w 2640"/>
                <a:gd name="T83" fmla="*/ 899 h 1080"/>
                <a:gd name="T84" fmla="*/ 2640 w 2640"/>
                <a:gd name="T85" fmla="*/ 179 h 1080"/>
                <a:gd name="T86" fmla="*/ 2638 w 2640"/>
                <a:gd name="T87" fmla="*/ 156 h 1080"/>
                <a:gd name="T88" fmla="*/ 2634 w 2640"/>
                <a:gd name="T89" fmla="*/ 134 h 1080"/>
                <a:gd name="T90" fmla="*/ 2627 w 2640"/>
                <a:gd name="T91" fmla="*/ 113 h 1080"/>
                <a:gd name="T92" fmla="*/ 2618 w 2640"/>
                <a:gd name="T93" fmla="*/ 93 h 1080"/>
                <a:gd name="T94" fmla="*/ 2606 w 2640"/>
                <a:gd name="T95" fmla="*/ 75 h 1080"/>
                <a:gd name="T96" fmla="*/ 2592 w 2640"/>
                <a:gd name="T97" fmla="*/ 58 h 1080"/>
                <a:gd name="T98" fmla="*/ 2577 w 2640"/>
                <a:gd name="T99" fmla="*/ 43 h 1080"/>
                <a:gd name="T100" fmla="*/ 2559 w 2640"/>
                <a:gd name="T101" fmla="*/ 30 h 1080"/>
                <a:gd name="T102" fmla="*/ 2541 w 2640"/>
                <a:gd name="T103" fmla="*/ 19 h 1080"/>
                <a:gd name="T104" fmla="*/ 2520 w 2640"/>
                <a:gd name="T105" fmla="*/ 10 h 1080"/>
                <a:gd name="T106" fmla="*/ 2499 w 2640"/>
                <a:gd name="T107" fmla="*/ 4 h 1080"/>
                <a:gd name="T108" fmla="*/ 2476 w 2640"/>
                <a:gd name="T109" fmla="*/ 0 h 1080"/>
                <a:gd name="T110" fmla="*/ 2460 w 2640"/>
                <a:gd name="T111" fmla="*/ 0 h 1080"/>
                <a:gd name="T112" fmla="*/ 180 w 2640"/>
                <a:gd name="T113" fmla="*/ 0 h 10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80"/>
                <a:gd name="T173" fmla="*/ 2640 w 2640"/>
                <a:gd name="T174" fmla="*/ 1080 h 10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80">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79"/>
                  </a:lnTo>
                  <a:lnTo>
                    <a:pt x="0" y="899"/>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79"/>
                  </a:lnTo>
                  <a:lnTo>
                    <a:pt x="2460" y="1079"/>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899"/>
                  </a:lnTo>
                  <a:lnTo>
                    <a:pt x="2640" y="179"/>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18" name="Freeform 43">
              <a:extLst>
                <a:ext uri="{FF2B5EF4-FFF2-40B4-BE49-F238E27FC236}">
                  <a16:creationId xmlns:a16="http://schemas.microsoft.com/office/drawing/2014/main" id="{858FD8F2-9CE7-DB84-7B62-C63269E2E3D2}"/>
                </a:ext>
              </a:extLst>
            </p:cNvPr>
            <p:cNvSpPr>
              <a:spLocks/>
            </p:cNvSpPr>
            <p:nvPr/>
          </p:nvSpPr>
          <p:spPr bwMode="auto">
            <a:xfrm>
              <a:off x="8380" y="-174"/>
              <a:ext cx="2640" cy="1079"/>
            </a:xfrm>
            <a:custGeom>
              <a:avLst/>
              <a:gdLst>
                <a:gd name="T0" fmla="*/ 180 w 2640"/>
                <a:gd name="T1" fmla="*/ 0 h 1079"/>
                <a:gd name="T2" fmla="*/ 156 w 2640"/>
                <a:gd name="T3" fmla="*/ 1 h 1079"/>
                <a:gd name="T4" fmla="*/ 134 w 2640"/>
                <a:gd name="T5" fmla="*/ 5 h 1079"/>
                <a:gd name="T6" fmla="*/ 113 w 2640"/>
                <a:gd name="T7" fmla="*/ 12 h 1079"/>
                <a:gd name="T8" fmla="*/ 93 w 2640"/>
                <a:gd name="T9" fmla="*/ 21 h 1079"/>
                <a:gd name="T10" fmla="*/ 75 w 2640"/>
                <a:gd name="T11" fmla="*/ 33 h 1079"/>
                <a:gd name="T12" fmla="*/ 58 w 2640"/>
                <a:gd name="T13" fmla="*/ 47 h 1079"/>
                <a:gd name="T14" fmla="*/ 43 w 2640"/>
                <a:gd name="T15" fmla="*/ 62 h 1079"/>
                <a:gd name="T16" fmla="*/ 30 w 2640"/>
                <a:gd name="T17" fmla="*/ 80 h 1079"/>
                <a:gd name="T18" fmla="*/ 19 w 2640"/>
                <a:gd name="T19" fmla="*/ 98 h 1079"/>
                <a:gd name="T20" fmla="*/ 10 w 2640"/>
                <a:gd name="T21" fmla="*/ 119 h 1079"/>
                <a:gd name="T22" fmla="*/ 4 w 2640"/>
                <a:gd name="T23" fmla="*/ 140 h 1079"/>
                <a:gd name="T24" fmla="*/ 0 w 2640"/>
                <a:gd name="T25" fmla="*/ 163 h 1079"/>
                <a:gd name="T26" fmla="*/ 0 w 2640"/>
                <a:gd name="T27" fmla="*/ 180 h 1079"/>
                <a:gd name="T28" fmla="*/ 0 w 2640"/>
                <a:gd name="T29" fmla="*/ 900 h 1079"/>
                <a:gd name="T30" fmla="*/ 1 w 2640"/>
                <a:gd name="T31" fmla="*/ 923 h 1079"/>
                <a:gd name="T32" fmla="*/ 5 w 2640"/>
                <a:gd name="T33" fmla="*/ 945 h 1079"/>
                <a:gd name="T34" fmla="*/ 12 w 2640"/>
                <a:gd name="T35" fmla="*/ 966 h 1079"/>
                <a:gd name="T36" fmla="*/ 21 w 2640"/>
                <a:gd name="T37" fmla="*/ 986 h 1079"/>
                <a:gd name="T38" fmla="*/ 33 w 2640"/>
                <a:gd name="T39" fmla="*/ 1004 h 1079"/>
                <a:gd name="T40" fmla="*/ 47 w 2640"/>
                <a:gd name="T41" fmla="*/ 1021 h 1079"/>
                <a:gd name="T42" fmla="*/ 62 w 2640"/>
                <a:gd name="T43" fmla="*/ 1036 h 1079"/>
                <a:gd name="T44" fmla="*/ 80 w 2640"/>
                <a:gd name="T45" fmla="*/ 1049 h 1079"/>
                <a:gd name="T46" fmla="*/ 98 w 2640"/>
                <a:gd name="T47" fmla="*/ 1060 h 1079"/>
                <a:gd name="T48" fmla="*/ 119 w 2640"/>
                <a:gd name="T49" fmla="*/ 1069 h 1079"/>
                <a:gd name="T50" fmla="*/ 140 w 2640"/>
                <a:gd name="T51" fmla="*/ 1075 h 1079"/>
                <a:gd name="T52" fmla="*/ 163 w 2640"/>
                <a:gd name="T53" fmla="*/ 1079 h 1079"/>
                <a:gd name="T54" fmla="*/ 180 w 2640"/>
                <a:gd name="T55" fmla="*/ 1080 h 1079"/>
                <a:gd name="T56" fmla="*/ 2460 w 2640"/>
                <a:gd name="T57" fmla="*/ 1080 h 1079"/>
                <a:gd name="T58" fmla="*/ 2483 w 2640"/>
                <a:gd name="T59" fmla="*/ 1078 h 1079"/>
                <a:gd name="T60" fmla="*/ 2505 w 2640"/>
                <a:gd name="T61" fmla="*/ 1074 h 1079"/>
                <a:gd name="T62" fmla="*/ 2526 w 2640"/>
                <a:gd name="T63" fmla="*/ 1067 h 1079"/>
                <a:gd name="T64" fmla="*/ 2546 w 2640"/>
                <a:gd name="T65" fmla="*/ 1058 h 1079"/>
                <a:gd name="T66" fmla="*/ 2564 w 2640"/>
                <a:gd name="T67" fmla="*/ 1046 h 1079"/>
                <a:gd name="T68" fmla="*/ 2581 w 2640"/>
                <a:gd name="T69" fmla="*/ 1032 h 1079"/>
                <a:gd name="T70" fmla="*/ 2596 w 2640"/>
                <a:gd name="T71" fmla="*/ 1017 h 1079"/>
                <a:gd name="T72" fmla="*/ 2609 w 2640"/>
                <a:gd name="T73" fmla="*/ 999 h 1079"/>
                <a:gd name="T74" fmla="*/ 2620 w 2640"/>
                <a:gd name="T75" fmla="*/ 981 h 1079"/>
                <a:gd name="T76" fmla="*/ 2629 w 2640"/>
                <a:gd name="T77" fmla="*/ 960 h 1079"/>
                <a:gd name="T78" fmla="*/ 2635 w 2640"/>
                <a:gd name="T79" fmla="*/ 939 h 1079"/>
                <a:gd name="T80" fmla="*/ 2639 w 2640"/>
                <a:gd name="T81" fmla="*/ 916 h 1079"/>
                <a:gd name="T82" fmla="*/ 2640 w 2640"/>
                <a:gd name="T83" fmla="*/ 900 h 1079"/>
                <a:gd name="T84" fmla="*/ 2640 w 2640"/>
                <a:gd name="T85" fmla="*/ 180 h 1079"/>
                <a:gd name="T86" fmla="*/ 2638 w 2640"/>
                <a:gd name="T87" fmla="*/ 156 h 1079"/>
                <a:gd name="T88" fmla="*/ 2634 w 2640"/>
                <a:gd name="T89" fmla="*/ 134 h 1079"/>
                <a:gd name="T90" fmla="*/ 2627 w 2640"/>
                <a:gd name="T91" fmla="*/ 113 h 1079"/>
                <a:gd name="T92" fmla="*/ 2618 w 2640"/>
                <a:gd name="T93" fmla="*/ 93 h 1079"/>
                <a:gd name="T94" fmla="*/ 2606 w 2640"/>
                <a:gd name="T95" fmla="*/ 75 h 1079"/>
                <a:gd name="T96" fmla="*/ 2592 w 2640"/>
                <a:gd name="T97" fmla="*/ 58 h 1079"/>
                <a:gd name="T98" fmla="*/ 2577 w 2640"/>
                <a:gd name="T99" fmla="*/ 43 h 1079"/>
                <a:gd name="T100" fmla="*/ 2559 w 2640"/>
                <a:gd name="T101" fmla="*/ 30 h 1079"/>
                <a:gd name="T102" fmla="*/ 2541 w 2640"/>
                <a:gd name="T103" fmla="*/ 19 h 1079"/>
                <a:gd name="T104" fmla="*/ 2520 w 2640"/>
                <a:gd name="T105" fmla="*/ 10 h 1079"/>
                <a:gd name="T106" fmla="*/ 2499 w 2640"/>
                <a:gd name="T107" fmla="*/ 4 h 1079"/>
                <a:gd name="T108" fmla="*/ 2476 w 2640"/>
                <a:gd name="T109" fmla="*/ 0 h 1079"/>
                <a:gd name="T110" fmla="*/ 2460 w 2640"/>
                <a:gd name="T111" fmla="*/ 0 h 1079"/>
                <a:gd name="T112" fmla="*/ 180 w 2640"/>
                <a:gd name="T113" fmla="*/ 0 h 10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79"/>
                <a:gd name="T173" fmla="*/ 2640 w 2640"/>
                <a:gd name="T174" fmla="*/ 1079 h 10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79">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80"/>
                  </a:lnTo>
                  <a:lnTo>
                    <a:pt x="0" y="900"/>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80"/>
                  </a:lnTo>
                  <a:lnTo>
                    <a:pt x="2460" y="1080"/>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900"/>
                  </a:lnTo>
                  <a:lnTo>
                    <a:pt x="2640" y="180"/>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solidFill>
              <a:srgbClr val="FEFE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19" name="Freeform 44">
              <a:extLst>
                <a:ext uri="{FF2B5EF4-FFF2-40B4-BE49-F238E27FC236}">
                  <a16:creationId xmlns:a16="http://schemas.microsoft.com/office/drawing/2014/main" id="{ABBC0312-DAE6-091D-E33C-8374EB1E2328}"/>
                </a:ext>
              </a:extLst>
            </p:cNvPr>
            <p:cNvSpPr>
              <a:spLocks/>
            </p:cNvSpPr>
            <p:nvPr/>
          </p:nvSpPr>
          <p:spPr bwMode="auto">
            <a:xfrm>
              <a:off x="8380" y="-174"/>
              <a:ext cx="2640" cy="1079"/>
            </a:xfrm>
            <a:custGeom>
              <a:avLst/>
              <a:gdLst>
                <a:gd name="T0" fmla="*/ 180 w 2640"/>
                <a:gd name="T1" fmla="*/ 0 h 1079"/>
                <a:gd name="T2" fmla="*/ 156 w 2640"/>
                <a:gd name="T3" fmla="*/ 1 h 1079"/>
                <a:gd name="T4" fmla="*/ 134 w 2640"/>
                <a:gd name="T5" fmla="*/ 5 h 1079"/>
                <a:gd name="T6" fmla="*/ 113 w 2640"/>
                <a:gd name="T7" fmla="*/ 12 h 1079"/>
                <a:gd name="T8" fmla="*/ 93 w 2640"/>
                <a:gd name="T9" fmla="*/ 21 h 1079"/>
                <a:gd name="T10" fmla="*/ 75 w 2640"/>
                <a:gd name="T11" fmla="*/ 33 h 1079"/>
                <a:gd name="T12" fmla="*/ 58 w 2640"/>
                <a:gd name="T13" fmla="*/ 47 h 1079"/>
                <a:gd name="T14" fmla="*/ 43 w 2640"/>
                <a:gd name="T15" fmla="*/ 62 h 1079"/>
                <a:gd name="T16" fmla="*/ 30 w 2640"/>
                <a:gd name="T17" fmla="*/ 80 h 1079"/>
                <a:gd name="T18" fmla="*/ 19 w 2640"/>
                <a:gd name="T19" fmla="*/ 98 h 1079"/>
                <a:gd name="T20" fmla="*/ 10 w 2640"/>
                <a:gd name="T21" fmla="*/ 119 h 1079"/>
                <a:gd name="T22" fmla="*/ 4 w 2640"/>
                <a:gd name="T23" fmla="*/ 140 h 1079"/>
                <a:gd name="T24" fmla="*/ 0 w 2640"/>
                <a:gd name="T25" fmla="*/ 163 h 1079"/>
                <a:gd name="T26" fmla="*/ 0 w 2640"/>
                <a:gd name="T27" fmla="*/ 180 h 1079"/>
                <a:gd name="T28" fmla="*/ 0 w 2640"/>
                <a:gd name="T29" fmla="*/ 900 h 1079"/>
                <a:gd name="T30" fmla="*/ 1 w 2640"/>
                <a:gd name="T31" fmla="*/ 923 h 1079"/>
                <a:gd name="T32" fmla="*/ 5 w 2640"/>
                <a:gd name="T33" fmla="*/ 945 h 1079"/>
                <a:gd name="T34" fmla="*/ 12 w 2640"/>
                <a:gd name="T35" fmla="*/ 966 h 1079"/>
                <a:gd name="T36" fmla="*/ 21 w 2640"/>
                <a:gd name="T37" fmla="*/ 986 h 1079"/>
                <a:gd name="T38" fmla="*/ 33 w 2640"/>
                <a:gd name="T39" fmla="*/ 1004 h 1079"/>
                <a:gd name="T40" fmla="*/ 47 w 2640"/>
                <a:gd name="T41" fmla="*/ 1021 h 1079"/>
                <a:gd name="T42" fmla="*/ 62 w 2640"/>
                <a:gd name="T43" fmla="*/ 1036 h 1079"/>
                <a:gd name="T44" fmla="*/ 80 w 2640"/>
                <a:gd name="T45" fmla="*/ 1049 h 1079"/>
                <a:gd name="T46" fmla="*/ 98 w 2640"/>
                <a:gd name="T47" fmla="*/ 1060 h 1079"/>
                <a:gd name="T48" fmla="*/ 119 w 2640"/>
                <a:gd name="T49" fmla="*/ 1069 h 1079"/>
                <a:gd name="T50" fmla="*/ 140 w 2640"/>
                <a:gd name="T51" fmla="*/ 1075 h 1079"/>
                <a:gd name="T52" fmla="*/ 163 w 2640"/>
                <a:gd name="T53" fmla="*/ 1079 h 1079"/>
                <a:gd name="T54" fmla="*/ 180 w 2640"/>
                <a:gd name="T55" fmla="*/ 1080 h 1079"/>
                <a:gd name="T56" fmla="*/ 2460 w 2640"/>
                <a:gd name="T57" fmla="*/ 1080 h 1079"/>
                <a:gd name="T58" fmla="*/ 2483 w 2640"/>
                <a:gd name="T59" fmla="*/ 1078 h 1079"/>
                <a:gd name="T60" fmla="*/ 2505 w 2640"/>
                <a:gd name="T61" fmla="*/ 1074 h 1079"/>
                <a:gd name="T62" fmla="*/ 2526 w 2640"/>
                <a:gd name="T63" fmla="*/ 1067 h 1079"/>
                <a:gd name="T64" fmla="*/ 2546 w 2640"/>
                <a:gd name="T65" fmla="*/ 1058 h 1079"/>
                <a:gd name="T66" fmla="*/ 2564 w 2640"/>
                <a:gd name="T67" fmla="*/ 1046 h 1079"/>
                <a:gd name="T68" fmla="*/ 2581 w 2640"/>
                <a:gd name="T69" fmla="*/ 1032 h 1079"/>
                <a:gd name="T70" fmla="*/ 2596 w 2640"/>
                <a:gd name="T71" fmla="*/ 1017 h 1079"/>
                <a:gd name="T72" fmla="*/ 2609 w 2640"/>
                <a:gd name="T73" fmla="*/ 999 h 1079"/>
                <a:gd name="T74" fmla="*/ 2620 w 2640"/>
                <a:gd name="T75" fmla="*/ 981 h 1079"/>
                <a:gd name="T76" fmla="*/ 2629 w 2640"/>
                <a:gd name="T77" fmla="*/ 960 h 1079"/>
                <a:gd name="T78" fmla="*/ 2635 w 2640"/>
                <a:gd name="T79" fmla="*/ 939 h 1079"/>
                <a:gd name="T80" fmla="*/ 2639 w 2640"/>
                <a:gd name="T81" fmla="*/ 916 h 1079"/>
                <a:gd name="T82" fmla="*/ 2640 w 2640"/>
                <a:gd name="T83" fmla="*/ 900 h 1079"/>
                <a:gd name="T84" fmla="*/ 2640 w 2640"/>
                <a:gd name="T85" fmla="*/ 180 h 1079"/>
                <a:gd name="T86" fmla="*/ 2638 w 2640"/>
                <a:gd name="T87" fmla="*/ 156 h 1079"/>
                <a:gd name="T88" fmla="*/ 2634 w 2640"/>
                <a:gd name="T89" fmla="*/ 134 h 1079"/>
                <a:gd name="T90" fmla="*/ 2627 w 2640"/>
                <a:gd name="T91" fmla="*/ 113 h 1079"/>
                <a:gd name="T92" fmla="*/ 2618 w 2640"/>
                <a:gd name="T93" fmla="*/ 93 h 1079"/>
                <a:gd name="T94" fmla="*/ 2606 w 2640"/>
                <a:gd name="T95" fmla="*/ 75 h 1079"/>
                <a:gd name="T96" fmla="*/ 2592 w 2640"/>
                <a:gd name="T97" fmla="*/ 58 h 1079"/>
                <a:gd name="T98" fmla="*/ 2577 w 2640"/>
                <a:gd name="T99" fmla="*/ 43 h 1079"/>
                <a:gd name="T100" fmla="*/ 2559 w 2640"/>
                <a:gd name="T101" fmla="*/ 30 h 1079"/>
                <a:gd name="T102" fmla="*/ 2541 w 2640"/>
                <a:gd name="T103" fmla="*/ 19 h 1079"/>
                <a:gd name="T104" fmla="*/ 2520 w 2640"/>
                <a:gd name="T105" fmla="*/ 10 h 1079"/>
                <a:gd name="T106" fmla="*/ 2499 w 2640"/>
                <a:gd name="T107" fmla="*/ 4 h 1079"/>
                <a:gd name="T108" fmla="*/ 2476 w 2640"/>
                <a:gd name="T109" fmla="*/ 0 h 1079"/>
                <a:gd name="T110" fmla="*/ 2460 w 2640"/>
                <a:gd name="T111" fmla="*/ 0 h 1079"/>
                <a:gd name="T112" fmla="*/ 180 w 2640"/>
                <a:gd name="T113" fmla="*/ 0 h 10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640"/>
                <a:gd name="T172" fmla="*/ 0 h 1079"/>
                <a:gd name="T173" fmla="*/ 2640 w 2640"/>
                <a:gd name="T174" fmla="*/ 1079 h 10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640" h="1079">
                  <a:moveTo>
                    <a:pt x="180" y="0"/>
                  </a:moveTo>
                  <a:lnTo>
                    <a:pt x="156" y="1"/>
                  </a:lnTo>
                  <a:lnTo>
                    <a:pt x="134" y="5"/>
                  </a:lnTo>
                  <a:lnTo>
                    <a:pt x="113" y="12"/>
                  </a:lnTo>
                  <a:lnTo>
                    <a:pt x="93" y="21"/>
                  </a:lnTo>
                  <a:lnTo>
                    <a:pt x="75" y="33"/>
                  </a:lnTo>
                  <a:lnTo>
                    <a:pt x="58" y="47"/>
                  </a:lnTo>
                  <a:lnTo>
                    <a:pt x="43" y="62"/>
                  </a:lnTo>
                  <a:lnTo>
                    <a:pt x="30" y="80"/>
                  </a:lnTo>
                  <a:lnTo>
                    <a:pt x="19" y="98"/>
                  </a:lnTo>
                  <a:lnTo>
                    <a:pt x="10" y="119"/>
                  </a:lnTo>
                  <a:lnTo>
                    <a:pt x="4" y="140"/>
                  </a:lnTo>
                  <a:lnTo>
                    <a:pt x="0" y="163"/>
                  </a:lnTo>
                  <a:lnTo>
                    <a:pt x="0" y="180"/>
                  </a:lnTo>
                  <a:lnTo>
                    <a:pt x="0" y="900"/>
                  </a:lnTo>
                  <a:lnTo>
                    <a:pt x="1" y="923"/>
                  </a:lnTo>
                  <a:lnTo>
                    <a:pt x="5" y="945"/>
                  </a:lnTo>
                  <a:lnTo>
                    <a:pt x="12" y="966"/>
                  </a:lnTo>
                  <a:lnTo>
                    <a:pt x="21" y="986"/>
                  </a:lnTo>
                  <a:lnTo>
                    <a:pt x="33" y="1004"/>
                  </a:lnTo>
                  <a:lnTo>
                    <a:pt x="47" y="1021"/>
                  </a:lnTo>
                  <a:lnTo>
                    <a:pt x="62" y="1036"/>
                  </a:lnTo>
                  <a:lnTo>
                    <a:pt x="80" y="1049"/>
                  </a:lnTo>
                  <a:lnTo>
                    <a:pt x="98" y="1060"/>
                  </a:lnTo>
                  <a:lnTo>
                    <a:pt x="119" y="1069"/>
                  </a:lnTo>
                  <a:lnTo>
                    <a:pt x="140" y="1075"/>
                  </a:lnTo>
                  <a:lnTo>
                    <a:pt x="163" y="1079"/>
                  </a:lnTo>
                  <a:lnTo>
                    <a:pt x="180" y="1080"/>
                  </a:lnTo>
                  <a:lnTo>
                    <a:pt x="2460" y="1080"/>
                  </a:lnTo>
                  <a:lnTo>
                    <a:pt x="2483" y="1078"/>
                  </a:lnTo>
                  <a:lnTo>
                    <a:pt x="2505" y="1074"/>
                  </a:lnTo>
                  <a:lnTo>
                    <a:pt x="2526" y="1067"/>
                  </a:lnTo>
                  <a:lnTo>
                    <a:pt x="2546" y="1058"/>
                  </a:lnTo>
                  <a:lnTo>
                    <a:pt x="2564" y="1046"/>
                  </a:lnTo>
                  <a:lnTo>
                    <a:pt x="2581" y="1032"/>
                  </a:lnTo>
                  <a:lnTo>
                    <a:pt x="2596" y="1017"/>
                  </a:lnTo>
                  <a:lnTo>
                    <a:pt x="2609" y="999"/>
                  </a:lnTo>
                  <a:lnTo>
                    <a:pt x="2620" y="981"/>
                  </a:lnTo>
                  <a:lnTo>
                    <a:pt x="2629" y="960"/>
                  </a:lnTo>
                  <a:lnTo>
                    <a:pt x="2635" y="939"/>
                  </a:lnTo>
                  <a:lnTo>
                    <a:pt x="2639" y="916"/>
                  </a:lnTo>
                  <a:lnTo>
                    <a:pt x="2640" y="900"/>
                  </a:lnTo>
                  <a:lnTo>
                    <a:pt x="2640" y="180"/>
                  </a:lnTo>
                  <a:lnTo>
                    <a:pt x="2638" y="156"/>
                  </a:lnTo>
                  <a:lnTo>
                    <a:pt x="2634" y="134"/>
                  </a:lnTo>
                  <a:lnTo>
                    <a:pt x="2627" y="113"/>
                  </a:lnTo>
                  <a:lnTo>
                    <a:pt x="2618" y="93"/>
                  </a:lnTo>
                  <a:lnTo>
                    <a:pt x="2606" y="75"/>
                  </a:lnTo>
                  <a:lnTo>
                    <a:pt x="2592" y="58"/>
                  </a:lnTo>
                  <a:lnTo>
                    <a:pt x="2577" y="43"/>
                  </a:lnTo>
                  <a:lnTo>
                    <a:pt x="2559" y="30"/>
                  </a:lnTo>
                  <a:lnTo>
                    <a:pt x="2541" y="19"/>
                  </a:lnTo>
                  <a:lnTo>
                    <a:pt x="2520" y="10"/>
                  </a:lnTo>
                  <a:lnTo>
                    <a:pt x="2499" y="4"/>
                  </a:lnTo>
                  <a:lnTo>
                    <a:pt x="2476" y="0"/>
                  </a:lnTo>
                  <a:lnTo>
                    <a:pt x="2460" y="0"/>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20" name="Freeform 45">
              <a:extLst>
                <a:ext uri="{FF2B5EF4-FFF2-40B4-BE49-F238E27FC236}">
                  <a16:creationId xmlns:a16="http://schemas.microsoft.com/office/drawing/2014/main" id="{31395DC2-3A40-8170-896F-DE640DB6F79A}"/>
                </a:ext>
              </a:extLst>
            </p:cNvPr>
            <p:cNvSpPr>
              <a:spLocks/>
            </p:cNvSpPr>
            <p:nvPr/>
          </p:nvSpPr>
          <p:spPr bwMode="auto">
            <a:xfrm>
              <a:off x="9580" y="905"/>
              <a:ext cx="360" cy="840"/>
            </a:xfrm>
            <a:custGeom>
              <a:avLst/>
              <a:gdLst>
                <a:gd name="T0" fmla="*/ 180 w 360"/>
                <a:gd name="T1" fmla="*/ 0 h 840"/>
                <a:gd name="T2" fmla="*/ 0 w 360"/>
                <a:gd name="T3" fmla="*/ 167 h 840"/>
                <a:gd name="T4" fmla="*/ 90 w 360"/>
                <a:gd name="T5" fmla="*/ 167 h 840"/>
                <a:gd name="T6" fmla="*/ 90 w 360"/>
                <a:gd name="T7" fmla="*/ 672 h 840"/>
                <a:gd name="T8" fmla="*/ 0 w 360"/>
                <a:gd name="T9" fmla="*/ 672 h 840"/>
                <a:gd name="T10" fmla="*/ 180 w 360"/>
                <a:gd name="T11" fmla="*/ 840 h 840"/>
                <a:gd name="T12" fmla="*/ 360 w 360"/>
                <a:gd name="T13" fmla="*/ 672 h 840"/>
                <a:gd name="T14" fmla="*/ 270 w 360"/>
                <a:gd name="T15" fmla="*/ 672 h 840"/>
                <a:gd name="T16" fmla="*/ 270 w 360"/>
                <a:gd name="T17" fmla="*/ 167 h 840"/>
                <a:gd name="T18" fmla="*/ 36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0" y="167"/>
                  </a:lnTo>
                  <a:lnTo>
                    <a:pt x="90" y="167"/>
                  </a:lnTo>
                  <a:lnTo>
                    <a:pt x="90" y="672"/>
                  </a:lnTo>
                  <a:lnTo>
                    <a:pt x="0" y="672"/>
                  </a:lnTo>
                  <a:lnTo>
                    <a:pt x="180" y="840"/>
                  </a:lnTo>
                  <a:lnTo>
                    <a:pt x="360" y="672"/>
                  </a:lnTo>
                  <a:lnTo>
                    <a:pt x="270" y="672"/>
                  </a:lnTo>
                  <a:lnTo>
                    <a:pt x="270" y="167"/>
                  </a:lnTo>
                  <a:lnTo>
                    <a:pt x="360" y="167"/>
                  </a:lnTo>
                  <a:lnTo>
                    <a:pt x="180" y="0"/>
                  </a:lnTo>
                  <a:close/>
                </a:path>
              </a:pathLst>
            </a:custGeom>
            <a:solidFill>
              <a:srgbClr val="BADF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1" name="Freeform 46">
              <a:extLst>
                <a:ext uri="{FF2B5EF4-FFF2-40B4-BE49-F238E27FC236}">
                  <a16:creationId xmlns:a16="http://schemas.microsoft.com/office/drawing/2014/main" id="{59D02B99-4F76-0B1F-D2FF-1B1392ED3EC4}"/>
                </a:ext>
              </a:extLst>
            </p:cNvPr>
            <p:cNvSpPr>
              <a:spLocks/>
            </p:cNvSpPr>
            <p:nvPr/>
          </p:nvSpPr>
          <p:spPr bwMode="auto">
            <a:xfrm>
              <a:off x="9580" y="905"/>
              <a:ext cx="360" cy="840"/>
            </a:xfrm>
            <a:custGeom>
              <a:avLst/>
              <a:gdLst>
                <a:gd name="T0" fmla="*/ 180 w 360"/>
                <a:gd name="T1" fmla="*/ 0 h 840"/>
                <a:gd name="T2" fmla="*/ 360 w 360"/>
                <a:gd name="T3" fmla="*/ 167 h 840"/>
                <a:gd name="T4" fmla="*/ 270 w 360"/>
                <a:gd name="T5" fmla="*/ 167 h 840"/>
                <a:gd name="T6" fmla="*/ 270 w 360"/>
                <a:gd name="T7" fmla="*/ 672 h 840"/>
                <a:gd name="T8" fmla="*/ 360 w 360"/>
                <a:gd name="T9" fmla="*/ 672 h 840"/>
                <a:gd name="T10" fmla="*/ 180 w 360"/>
                <a:gd name="T11" fmla="*/ 840 h 840"/>
                <a:gd name="T12" fmla="*/ 0 w 360"/>
                <a:gd name="T13" fmla="*/ 672 h 840"/>
                <a:gd name="T14" fmla="*/ 90 w 360"/>
                <a:gd name="T15" fmla="*/ 672 h 840"/>
                <a:gd name="T16" fmla="*/ 90 w 360"/>
                <a:gd name="T17" fmla="*/ 167 h 840"/>
                <a:gd name="T18" fmla="*/ 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360" y="167"/>
                  </a:lnTo>
                  <a:lnTo>
                    <a:pt x="270" y="167"/>
                  </a:lnTo>
                  <a:lnTo>
                    <a:pt x="270" y="672"/>
                  </a:lnTo>
                  <a:lnTo>
                    <a:pt x="360" y="672"/>
                  </a:lnTo>
                  <a:lnTo>
                    <a:pt x="180" y="840"/>
                  </a:lnTo>
                  <a:lnTo>
                    <a:pt x="0" y="672"/>
                  </a:lnTo>
                  <a:lnTo>
                    <a:pt x="90" y="672"/>
                  </a:lnTo>
                  <a:lnTo>
                    <a:pt x="90" y="167"/>
                  </a:lnTo>
                  <a:lnTo>
                    <a:pt x="0" y="167"/>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522" name="Freeform 47">
              <a:extLst>
                <a:ext uri="{FF2B5EF4-FFF2-40B4-BE49-F238E27FC236}">
                  <a16:creationId xmlns:a16="http://schemas.microsoft.com/office/drawing/2014/main" id="{AB74684D-0C62-3CBA-9C41-814970F3F9EC}"/>
                </a:ext>
              </a:extLst>
            </p:cNvPr>
            <p:cNvSpPr>
              <a:spLocks/>
            </p:cNvSpPr>
            <p:nvPr/>
          </p:nvSpPr>
          <p:spPr bwMode="auto">
            <a:xfrm>
              <a:off x="9580" y="-1014"/>
              <a:ext cx="360" cy="840"/>
            </a:xfrm>
            <a:custGeom>
              <a:avLst/>
              <a:gdLst>
                <a:gd name="T0" fmla="*/ 180 w 360"/>
                <a:gd name="T1" fmla="*/ 0 h 840"/>
                <a:gd name="T2" fmla="*/ 0 w 360"/>
                <a:gd name="T3" fmla="*/ 167 h 840"/>
                <a:gd name="T4" fmla="*/ 90 w 360"/>
                <a:gd name="T5" fmla="*/ 167 h 840"/>
                <a:gd name="T6" fmla="*/ 90 w 360"/>
                <a:gd name="T7" fmla="*/ 671 h 840"/>
                <a:gd name="T8" fmla="*/ 0 w 360"/>
                <a:gd name="T9" fmla="*/ 671 h 840"/>
                <a:gd name="T10" fmla="*/ 180 w 360"/>
                <a:gd name="T11" fmla="*/ 839 h 840"/>
                <a:gd name="T12" fmla="*/ 360 w 360"/>
                <a:gd name="T13" fmla="*/ 671 h 840"/>
                <a:gd name="T14" fmla="*/ 270 w 360"/>
                <a:gd name="T15" fmla="*/ 671 h 840"/>
                <a:gd name="T16" fmla="*/ 270 w 360"/>
                <a:gd name="T17" fmla="*/ 167 h 840"/>
                <a:gd name="T18" fmla="*/ 36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0" y="167"/>
                  </a:lnTo>
                  <a:lnTo>
                    <a:pt x="90" y="167"/>
                  </a:lnTo>
                  <a:lnTo>
                    <a:pt x="90" y="671"/>
                  </a:lnTo>
                  <a:lnTo>
                    <a:pt x="0" y="671"/>
                  </a:lnTo>
                  <a:lnTo>
                    <a:pt x="180" y="839"/>
                  </a:lnTo>
                  <a:lnTo>
                    <a:pt x="360" y="671"/>
                  </a:lnTo>
                  <a:lnTo>
                    <a:pt x="270" y="671"/>
                  </a:lnTo>
                  <a:lnTo>
                    <a:pt x="270" y="167"/>
                  </a:lnTo>
                  <a:lnTo>
                    <a:pt x="360" y="167"/>
                  </a:lnTo>
                  <a:lnTo>
                    <a:pt x="180" y="0"/>
                  </a:lnTo>
                  <a:close/>
                </a:path>
              </a:pathLst>
            </a:custGeom>
            <a:solidFill>
              <a:srgbClr val="BADF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3" name="Freeform 48">
              <a:extLst>
                <a:ext uri="{FF2B5EF4-FFF2-40B4-BE49-F238E27FC236}">
                  <a16:creationId xmlns:a16="http://schemas.microsoft.com/office/drawing/2014/main" id="{655D72E8-56A2-E8DC-1701-108593AEC31D}"/>
                </a:ext>
              </a:extLst>
            </p:cNvPr>
            <p:cNvSpPr>
              <a:spLocks/>
            </p:cNvSpPr>
            <p:nvPr/>
          </p:nvSpPr>
          <p:spPr bwMode="auto">
            <a:xfrm>
              <a:off x="9580" y="-1014"/>
              <a:ext cx="360" cy="840"/>
            </a:xfrm>
            <a:custGeom>
              <a:avLst/>
              <a:gdLst>
                <a:gd name="T0" fmla="*/ 180 w 360"/>
                <a:gd name="T1" fmla="*/ 0 h 840"/>
                <a:gd name="T2" fmla="*/ 360 w 360"/>
                <a:gd name="T3" fmla="*/ 167 h 840"/>
                <a:gd name="T4" fmla="*/ 270 w 360"/>
                <a:gd name="T5" fmla="*/ 167 h 840"/>
                <a:gd name="T6" fmla="*/ 270 w 360"/>
                <a:gd name="T7" fmla="*/ 671 h 840"/>
                <a:gd name="T8" fmla="*/ 360 w 360"/>
                <a:gd name="T9" fmla="*/ 671 h 840"/>
                <a:gd name="T10" fmla="*/ 180 w 360"/>
                <a:gd name="T11" fmla="*/ 839 h 840"/>
                <a:gd name="T12" fmla="*/ 0 w 360"/>
                <a:gd name="T13" fmla="*/ 671 h 840"/>
                <a:gd name="T14" fmla="*/ 90 w 360"/>
                <a:gd name="T15" fmla="*/ 671 h 840"/>
                <a:gd name="T16" fmla="*/ 90 w 360"/>
                <a:gd name="T17" fmla="*/ 167 h 840"/>
                <a:gd name="T18" fmla="*/ 0 w 360"/>
                <a:gd name="T19" fmla="*/ 167 h 840"/>
                <a:gd name="T20" fmla="*/ 180 w 360"/>
                <a:gd name="T21" fmla="*/ 0 h 8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0"/>
                <a:gd name="T34" fmla="*/ 0 h 840"/>
                <a:gd name="T35" fmla="*/ 360 w 360"/>
                <a:gd name="T36" fmla="*/ 840 h 8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0" h="840">
                  <a:moveTo>
                    <a:pt x="180" y="0"/>
                  </a:moveTo>
                  <a:lnTo>
                    <a:pt x="360" y="167"/>
                  </a:lnTo>
                  <a:lnTo>
                    <a:pt x="270" y="167"/>
                  </a:lnTo>
                  <a:lnTo>
                    <a:pt x="270" y="671"/>
                  </a:lnTo>
                  <a:lnTo>
                    <a:pt x="360" y="671"/>
                  </a:lnTo>
                  <a:lnTo>
                    <a:pt x="180" y="839"/>
                  </a:lnTo>
                  <a:lnTo>
                    <a:pt x="0" y="671"/>
                  </a:lnTo>
                  <a:lnTo>
                    <a:pt x="90" y="671"/>
                  </a:lnTo>
                  <a:lnTo>
                    <a:pt x="90" y="167"/>
                  </a:lnTo>
                  <a:lnTo>
                    <a:pt x="0" y="167"/>
                  </a:lnTo>
                  <a:lnTo>
                    <a:pt x="18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509" name="Rectangle 6162">
            <a:extLst>
              <a:ext uri="{FF2B5EF4-FFF2-40B4-BE49-F238E27FC236}">
                <a16:creationId xmlns:a16="http://schemas.microsoft.com/office/drawing/2014/main" id="{8345B942-256D-704D-58AE-056BA5B0254B}"/>
              </a:ext>
            </a:extLst>
          </p:cNvPr>
          <p:cNvSpPr>
            <a:spLocks noChangeArrowheads="1"/>
          </p:cNvSpPr>
          <p:nvPr/>
        </p:nvSpPr>
        <p:spPr bwMode="auto">
          <a:xfrm>
            <a:off x="4703764" y="2051050"/>
            <a:ext cx="1006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CLIENT</a:t>
            </a:r>
          </a:p>
        </p:txBody>
      </p:sp>
      <p:sp>
        <p:nvSpPr>
          <p:cNvPr id="21510" name="Rectangle 51">
            <a:extLst>
              <a:ext uri="{FF2B5EF4-FFF2-40B4-BE49-F238E27FC236}">
                <a16:creationId xmlns:a16="http://schemas.microsoft.com/office/drawing/2014/main" id="{26C8D6D5-CFC0-1E3A-F290-80A10FE3A065}"/>
              </a:ext>
            </a:extLst>
          </p:cNvPr>
          <p:cNvSpPr>
            <a:spLocks noChangeArrowheads="1"/>
          </p:cNvSpPr>
          <p:nvPr/>
        </p:nvSpPr>
        <p:spPr bwMode="auto">
          <a:xfrm>
            <a:off x="7194550" y="2051050"/>
            <a:ext cx="1130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SERVER</a:t>
            </a:r>
          </a:p>
        </p:txBody>
      </p:sp>
      <p:sp>
        <p:nvSpPr>
          <p:cNvPr id="21511" name="Rectangle 52">
            <a:extLst>
              <a:ext uri="{FF2B5EF4-FFF2-40B4-BE49-F238E27FC236}">
                <a16:creationId xmlns:a16="http://schemas.microsoft.com/office/drawing/2014/main" id="{C43C1DFD-CC84-EB67-B209-7566E6CD9F63}"/>
              </a:ext>
            </a:extLst>
          </p:cNvPr>
          <p:cNvSpPr>
            <a:spLocks noChangeArrowheads="1"/>
          </p:cNvSpPr>
          <p:nvPr/>
        </p:nvSpPr>
        <p:spPr bwMode="auto">
          <a:xfrm>
            <a:off x="4627564" y="3270250"/>
            <a:ext cx="108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Interface</a:t>
            </a:r>
          </a:p>
        </p:txBody>
      </p:sp>
      <p:sp>
        <p:nvSpPr>
          <p:cNvPr id="21512" name="Rectangle 53">
            <a:extLst>
              <a:ext uri="{FF2B5EF4-FFF2-40B4-BE49-F238E27FC236}">
                <a16:creationId xmlns:a16="http://schemas.microsoft.com/office/drawing/2014/main" id="{C758E5A9-8874-0DB1-D75D-7DCEBC041BEC}"/>
              </a:ext>
            </a:extLst>
          </p:cNvPr>
          <p:cNvSpPr>
            <a:spLocks noChangeArrowheads="1"/>
          </p:cNvSpPr>
          <p:nvPr/>
        </p:nvSpPr>
        <p:spPr bwMode="auto">
          <a:xfrm>
            <a:off x="7180264" y="3289300"/>
            <a:ext cx="108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Interface</a:t>
            </a:r>
          </a:p>
        </p:txBody>
      </p:sp>
      <p:pic>
        <p:nvPicPr>
          <p:cNvPr id="21513" name="Picture 50">
            <a:extLst>
              <a:ext uri="{FF2B5EF4-FFF2-40B4-BE49-F238E27FC236}">
                <a16:creationId xmlns:a16="http://schemas.microsoft.com/office/drawing/2014/main" id="{440CFEF3-54D9-2E38-9D58-E1C42F23B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2288" y="4322764"/>
            <a:ext cx="4140200"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pic>
      <p:sp>
        <p:nvSpPr>
          <p:cNvPr id="21514" name="Rectangle 6163">
            <a:extLst>
              <a:ext uri="{FF2B5EF4-FFF2-40B4-BE49-F238E27FC236}">
                <a16:creationId xmlns:a16="http://schemas.microsoft.com/office/drawing/2014/main" id="{5B8DCF74-65E8-CD99-0E43-CA0BAD3C2751}"/>
              </a:ext>
            </a:extLst>
          </p:cNvPr>
          <p:cNvSpPr>
            <a:spLocks noChangeArrowheads="1"/>
          </p:cNvSpPr>
          <p:nvPr/>
        </p:nvSpPr>
        <p:spPr bwMode="auto">
          <a:xfrm>
            <a:off x="1895476" y="2133601"/>
            <a:ext cx="1636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dirty="0">
                <a:latin typeface="Times New Roman" panose="02020603050405020304" pitchFamily="18" charset="0"/>
                <a:cs typeface="Times New Roman" panose="02020603050405020304" pitchFamily="18" charset="0"/>
              </a:rPr>
              <a:t>Application</a:t>
            </a:r>
          </a:p>
        </p:txBody>
      </p:sp>
      <p:sp>
        <p:nvSpPr>
          <p:cNvPr id="21515" name="Rectangle 6164">
            <a:extLst>
              <a:ext uri="{FF2B5EF4-FFF2-40B4-BE49-F238E27FC236}">
                <a16:creationId xmlns:a16="http://schemas.microsoft.com/office/drawing/2014/main" id="{BFC5CD49-2318-9943-E6A6-580DB3308A71}"/>
              </a:ext>
            </a:extLst>
          </p:cNvPr>
          <p:cNvSpPr>
            <a:spLocks noChangeArrowheads="1"/>
          </p:cNvSpPr>
          <p:nvPr/>
        </p:nvSpPr>
        <p:spPr bwMode="auto">
          <a:xfrm>
            <a:off x="1908176" y="4964113"/>
            <a:ext cx="1749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latin typeface="Times New Roman" panose="02020603050405020304" pitchFamily="18" charset="0"/>
                <a:cs typeface="Times New Roman" panose="02020603050405020304" pitchFamily="18" charset="0"/>
              </a:rPr>
              <a:t>RMI System</a:t>
            </a:r>
          </a:p>
        </p:txBody>
      </p:sp>
      <p:sp>
        <p:nvSpPr>
          <p:cNvPr id="2" name="Title 1">
            <a:extLst>
              <a:ext uri="{FF2B5EF4-FFF2-40B4-BE49-F238E27FC236}">
                <a16:creationId xmlns:a16="http://schemas.microsoft.com/office/drawing/2014/main" id="{2D31F352-D9DD-E086-73A8-93427A330BF9}"/>
              </a:ext>
            </a:extLst>
          </p:cNvPr>
          <p:cNvSpPr>
            <a:spLocks noGrp="1"/>
          </p:cNvSpPr>
          <p:nvPr>
            <p:ph type="title"/>
          </p:nvPr>
        </p:nvSpPr>
        <p:spPr/>
        <p:txBody>
          <a:bodyPr>
            <a:normAutofit/>
          </a:bodyPr>
          <a:lstStyle/>
          <a:p>
            <a:r>
              <a:rPr lang="en-US" dirty="0" err="1"/>
              <a:t>Mô</a:t>
            </a:r>
            <a:r>
              <a:rPr lang="en-US" dirty="0"/>
              <a:t> </a:t>
            </a:r>
            <a:r>
              <a:rPr lang="en-US" dirty="0" err="1"/>
              <a:t>hình</a:t>
            </a:r>
            <a:r>
              <a:rPr lang="en-US" dirty="0"/>
              <a:t> </a:t>
            </a:r>
            <a:r>
              <a:rPr lang="en-US" dirty="0" err="1"/>
              <a:t>tổng</a:t>
            </a:r>
            <a:r>
              <a:rPr lang="en-US" dirty="0"/>
              <a:t> </a:t>
            </a:r>
            <a:r>
              <a:rPr lang="en-US" dirty="0" err="1"/>
              <a:t>quát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FAEDC-9325-865E-D96C-E94B0FBDD5EE}"/>
              </a:ext>
            </a:extLst>
          </p:cNvPr>
          <p:cNvSpPr>
            <a:spLocks noGrp="1"/>
          </p:cNvSpPr>
          <p:nvPr>
            <p:ph type="title"/>
          </p:nvPr>
        </p:nvSpPr>
        <p:spPr/>
        <p:txBody>
          <a:bodyPr>
            <a:normAutofit/>
          </a:bodyPr>
          <a:lstStyle/>
          <a:p>
            <a:r>
              <a:rPr lang="en-US" dirty="0" err="1"/>
              <a:t>Mô</a:t>
            </a:r>
            <a:r>
              <a:rPr lang="en-US" dirty="0"/>
              <a:t> </a:t>
            </a:r>
            <a:r>
              <a:rPr lang="en-US" dirty="0" err="1"/>
              <a:t>hình</a:t>
            </a:r>
            <a:r>
              <a:rPr lang="en-US" dirty="0"/>
              <a:t> </a:t>
            </a:r>
            <a:r>
              <a:rPr lang="en-US" dirty="0" err="1"/>
              <a:t>tổng</a:t>
            </a:r>
            <a:r>
              <a:rPr lang="en-US" dirty="0"/>
              <a:t> </a:t>
            </a:r>
            <a:r>
              <a:rPr lang="en-US" dirty="0" err="1"/>
              <a:t>quát</a:t>
            </a:r>
            <a:endParaRPr lang="en-US" dirty="0"/>
          </a:p>
        </p:txBody>
      </p:sp>
      <p:sp>
        <p:nvSpPr>
          <p:cNvPr id="3" name="Content Placeholder 2">
            <a:extLst>
              <a:ext uri="{FF2B5EF4-FFF2-40B4-BE49-F238E27FC236}">
                <a16:creationId xmlns:a16="http://schemas.microsoft.com/office/drawing/2014/main" id="{6F0AE798-5C86-A7F1-24F2-209653E2CB01}"/>
              </a:ext>
            </a:extLst>
          </p:cNvPr>
          <p:cNvSpPr>
            <a:spLocks noGrp="1"/>
          </p:cNvSpPr>
          <p:nvPr>
            <p:ph idx="1"/>
          </p:nvPr>
        </p:nvSpPr>
        <p:spPr/>
        <p:txBody>
          <a:bodyPr/>
          <a:lstStyle/>
          <a:p>
            <a:pPr algn="l"/>
            <a:r>
              <a:rPr lang="en-US" altLang="en-US" sz="2800" dirty="0" err="1">
                <a:cs typeface="Times New Roman" panose="02020603050405020304" pitchFamily="18" charset="0"/>
              </a:rPr>
              <a:t>Định</a:t>
            </a:r>
            <a:r>
              <a:rPr lang="en-US" altLang="en-US" sz="2800" dirty="0">
                <a:cs typeface="Times New Roman" panose="02020603050405020304" pitchFamily="18" charset="0"/>
              </a:rPr>
              <a:t> </a:t>
            </a:r>
            <a:r>
              <a:rPr lang="en-US" altLang="en-US" sz="2800" dirty="0" err="1">
                <a:cs typeface="Times New Roman" panose="02020603050405020304" pitchFamily="18" charset="0"/>
              </a:rPr>
              <a:t>nghĩa</a:t>
            </a:r>
            <a:r>
              <a:rPr lang="en-US" altLang="en-US" sz="2800" dirty="0">
                <a:cs typeface="Times New Roman" panose="02020603050405020304" pitchFamily="18" charset="0"/>
              </a:rPr>
              <a:t> </a:t>
            </a:r>
            <a:r>
              <a:rPr lang="en-US" altLang="en-US" sz="2800" dirty="0" err="1">
                <a:cs typeface="Times New Roman" panose="02020603050405020304" pitchFamily="18" charset="0"/>
              </a:rPr>
              <a:t>giao</a:t>
            </a:r>
            <a:r>
              <a:rPr lang="en-US" altLang="en-US" sz="2800" dirty="0">
                <a:cs typeface="Times New Roman" panose="02020603050405020304" pitchFamily="18" charset="0"/>
              </a:rPr>
              <a:t> </a:t>
            </a:r>
            <a:r>
              <a:rPr lang="en-US" altLang="en-US" sz="2800" dirty="0" err="1">
                <a:cs typeface="Times New Roman" panose="02020603050405020304" pitchFamily="18" charset="0"/>
              </a:rPr>
              <a:t>diện</a:t>
            </a:r>
            <a:r>
              <a:rPr lang="en-US" altLang="en-US" sz="2800" dirty="0">
                <a:cs typeface="Times New Roman" panose="02020603050405020304" pitchFamily="18" charset="0"/>
              </a:rPr>
              <a:t> </a:t>
            </a:r>
            <a:r>
              <a:rPr lang="en-US" altLang="en-US" sz="2800" dirty="0" err="1">
                <a:cs typeface="Times New Roman" panose="02020603050405020304" pitchFamily="18" charset="0"/>
              </a:rPr>
              <a:t>cho</a:t>
            </a:r>
            <a:r>
              <a:rPr lang="en-US" altLang="en-US" sz="2800" dirty="0">
                <a:cs typeface="Times New Roman" panose="02020603050405020304" pitchFamily="18" charset="0"/>
              </a:rPr>
              <a:t> </a:t>
            </a:r>
            <a:r>
              <a:rPr lang="en-US" altLang="en-US" sz="2800" dirty="0" err="1">
                <a:cs typeface="Times New Roman" panose="02020603050405020304" pitchFamily="18" charset="0"/>
              </a:rPr>
              <a:t>dịch</a:t>
            </a:r>
            <a:r>
              <a:rPr lang="en-US" altLang="en-US" sz="2800" dirty="0">
                <a:cs typeface="Times New Roman" panose="02020603050405020304" pitchFamily="18" charset="0"/>
              </a:rPr>
              <a:t> </a:t>
            </a:r>
            <a:r>
              <a:rPr lang="en-US" altLang="en-US" sz="2800" dirty="0" err="1">
                <a:cs typeface="Times New Roman" panose="02020603050405020304" pitchFamily="18" charset="0"/>
              </a:rPr>
              <a:t>vụ</a:t>
            </a:r>
            <a:r>
              <a:rPr lang="en-US" altLang="en-US" sz="2800" dirty="0">
                <a:cs typeface="Times New Roman" panose="02020603050405020304" pitchFamily="18" charset="0"/>
              </a:rPr>
              <a:t> ở </a:t>
            </a:r>
            <a:r>
              <a:rPr lang="en-US" altLang="en-US" sz="2800" dirty="0" err="1">
                <a:cs typeface="Times New Roman" panose="02020603050405020304" pitchFamily="18" charset="0"/>
              </a:rPr>
              <a:t>xa</a:t>
            </a:r>
            <a:endParaRPr lang="en-US" altLang="en-US" sz="2800" dirty="0">
              <a:cs typeface="Times New Roman" panose="02020603050405020304" pitchFamily="18" charset="0"/>
            </a:endParaRPr>
          </a:p>
          <a:p>
            <a:pPr algn="l"/>
            <a:r>
              <a:rPr lang="en-US" altLang="en-US" sz="2800" dirty="0" err="1">
                <a:cs typeface="Times New Roman" panose="02020603050405020304" pitchFamily="18" charset="0"/>
              </a:rPr>
              <a:t>Cài</a:t>
            </a:r>
            <a:r>
              <a:rPr lang="en-US" altLang="en-US" sz="2800" dirty="0">
                <a:cs typeface="Times New Roman" panose="02020603050405020304" pitchFamily="18" charset="0"/>
              </a:rPr>
              <a:t> </a:t>
            </a:r>
            <a:r>
              <a:rPr lang="en-US" altLang="en-US" sz="2800" dirty="0" err="1">
                <a:cs typeface="Times New Roman" panose="02020603050405020304" pitchFamily="18" charset="0"/>
              </a:rPr>
              <a:t>đặt</a:t>
            </a:r>
            <a:r>
              <a:rPr lang="en-US" altLang="en-US" sz="2800" dirty="0">
                <a:cs typeface="Times New Roman" panose="02020603050405020304" pitchFamily="18" charset="0"/>
              </a:rPr>
              <a:t> </a:t>
            </a:r>
            <a:r>
              <a:rPr lang="en-US" altLang="en-US" sz="2800" dirty="0" err="1">
                <a:cs typeface="Times New Roman" panose="02020603050405020304" pitchFamily="18" charset="0"/>
              </a:rPr>
              <a:t>của</a:t>
            </a:r>
            <a:r>
              <a:rPr lang="en-US" altLang="en-US" sz="2800" dirty="0">
                <a:cs typeface="Times New Roman" panose="02020603050405020304" pitchFamily="18" charset="0"/>
              </a:rPr>
              <a:t> </a:t>
            </a:r>
            <a:r>
              <a:rPr lang="en-US" altLang="en-US" sz="2800" dirty="0" err="1">
                <a:cs typeface="Times New Roman" panose="02020603050405020304" pitchFamily="18" charset="0"/>
              </a:rPr>
              <a:t>các</a:t>
            </a:r>
            <a:r>
              <a:rPr lang="en-US" altLang="en-US" sz="2800" dirty="0">
                <a:cs typeface="Times New Roman" panose="02020603050405020304" pitchFamily="18" charset="0"/>
              </a:rPr>
              <a:t> </a:t>
            </a:r>
            <a:r>
              <a:rPr lang="en-US" altLang="en-US" sz="2800" dirty="0" err="1">
                <a:cs typeface="Times New Roman" panose="02020603050405020304" pitchFamily="18" charset="0"/>
              </a:rPr>
              <a:t>dịch</a:t>
            </a:r>
            <a:r>
              <a:rPr lang="en-US" altLang="en-US" sz="2800" dirty="0">
                <a:cs typeface="Times New Roman" panose="02020603050405020304" pitchFamily="18" charset="0"/>
              </a:rPr>
              <a:t> </a:t>
            </a:r>
            <a:r>
              <a:rPr lang="en-US" altLang="en-US" sz="2800" dirty="0" err="1">
                <a:cs typeface="Times New Roman" panose="02020603050405020304" pitchFamily="18" charset="0"/>
              </a:rPr>
              <a:t>vụ</a:t>
            </a:r>
            <a:r>
              <a:rPr lang="en-US" altLang="en-US" sz="2800" dirty="0">
                <a:cs typeface="Times New Roman" panose="02020603050405020304" pitchFamily="18" charset="0"/>
              </a:rPr>
              <a:t> ở </a:t>
            </a:r>
            <a:r>
              <a:rPr lang="en-US" altLang="en-US" sz="2800" dirty="0" err="1">
                <a:cs typeface="Times New Roman" panose="02020603050405020304" pitchFamily="18" charset="0"/>
              </a:rPr>
              <a:t>xa</a:t>
            </a:r>
            <a:endParaRPr lang="en-US" altLang="en-US" sz="2800" dirty="0">
              <a:cs typeface="Times New Roman" panose="02020603050405020304" pitchFamily="18" charset="0"/>
            </a:endParaRPr>
          </a:p>
          <a:p>
            <a:pPr algn="l"/>
            <a:r>
              <a:rPr lang="en-US" altLang="en-US" sz="2800" dirty="0">
                <a:cs typeface="Times New Roman" panose="02020603050405020304" pitchFamily="18" charset="0"/>
              </a:rPr>
              <a:t>Stub </a:t>
            </a:r>
            <a:r>
              <a:rPr lang="en-US" altLang="en-US" sz="2800" dirty="0" err="1">
                <a:cs typeface="Times New Roman" panose="02020603050405020304" pitchFamily="18" charset="0"/>
              </a:rPr>
              <a:t>và</a:t>
            </a:r>
            <a:r>
              <a:rPr lang="en-US" altLang="en-US" sz="2800" dirty="0">
                <a:cs typeface="Times New Roman" panose="02020603050405020304" pitchFamily="18" charset="0"/>
              </a:rPr>
              <a:t> skeleton</a:t>
            </a:r>
          </a:p>
          <a:p>
            <a:pPr algn="l"/>
            <a:r>
              <a:rPr lang="en-US" altLang="en-US" sz="2800" dirty="0" err="1">
                <a:cs typeface="Times New Roman" panose="02020603050405020304" pitchFamily="18" charset="0"/>
              </a:rPr>
              <a:t>Máy</a:t>
            </a:r>
            <a:r>
              <a:rPr lang="en-US" altLang="en-US" sz="2800" dirty="0">
                <a:cs typeface="Times New Roman" panose="02020603050405020304" pitchFamily="18" charset="0"/>
              </a:rPr>
              <a:t> </a:t>
            </a:r>
            <a:r>
              <a:rPr lang="en-US" altLang="en-US" sz="2800" dirty="0" err="1">
                <a:cs typeface="Times New Roman" panose="02020603050405020304" pitchFamily="18" charset="0"/>
              </a:rPr>
              <a:t>chủ</a:t>
            </a:r>
            <a:r>
              <a:rPr lang="en-US" altLang="en-US" sz="2800" dirty="0">
                <a:cs typeface="Times New Roman" panose="02020603050405020304" pitchFamily="18" charset="0"/>
              </a:rPr>
              <a:t> </a:t>
            </a:r>
            <a:r>
              <a:rPr lang="en-US" altLang="en-US" sz="2800" dirty="0" err="1">
                <a:cs typeface="Times New Roman" panose="02020603050405020304" pitchFamily="18" charset="0"/>
              </a:rPr>
              <a:t>trên</a:t>
            </a:r>
            <a:r>
              <a:rPr lang="en-US" altLang="en-US" sz="2800" dirty="0">
                <a:cs typeface="Times New Roman" panose="02020603050405020304" pitchFamily="18" charset="0"/>
              </a:rPr>
              <a:t> </a:t>
            </a:r>
            <a:r>
              <a:rPr lang="en-US" altLang="en-US" sz="2800" dirty="0" err="1">
                <a:cs typeface="Times New Roman" panose="02020603050405020304" pitchFamily="18" charset="0"/>
              </a:rPr>
              <a:t>đó</a:t>
            </a:r>
            <a:r>
              <a:rPr lang="en-US" altLang="en-US" sz="2800" dirty="0">
                <a:cs typeface="Times New Roman" panose="02020603050405020304" pitchFamily="18" charset="0"/>
              </a:rPr>
              <a:t> </a:t>
            </a:r>
            <a:r>
              <a:rPr lang="en-US" altLang="en-US" sz="2800" dirty="0" err="1">
                <a:cs typeface="Times New Roman" panose="02020603050405020304" pitchFamily="18" charset="0"/>
              </a:rPr>
              <a:t>cài</a:t>
            </a:r>
            <a:r>
              <a:rPr lang="en-US" altLang="en-US" sz="2800" dirty="0">
                <a:cs typeface="Times New Roman" panose="02020603050405020304" pitchFamily="18" charset="0"/>
              </a:rPr>
              <a:t> </a:t>
            </a:r>
            <a:r>
              <a:rPr lang="en-US" altLang="en-US" sz="2800" dirty="0" err="1">
                <a:cs typeface="Times New Roman" panose="02020603050405020304" pitchFamily="18" charset="0"/>
              </a:rPr>
              <a:t>đặt</a:t>
            </a:r>
            <a:r>
              <a:rPr lang="en-US" altLang="en-US" sz="2800" dirty="0">
                <a:cs typeface="Times New Roman" panose="02020603050405020304" pitchFamily="18" charset="0"/>
              </a:rPr>
              <a:t> </a:t>
            </a:r>
            <a:r>
              <a:rPr lang="en-US" altLang="en-US" sz="2800" dirty="0" err="1">
                <a:cs typeface="Times New Roman" panose="02020603050405020304" pitchFamily="18" charset="0"/>
              </a:rPr>
              <a:t>dịch</a:t>
            </a:r>
            <a:r>
              <a:rPr lang="en-US" altLang="en-US" sz="2800" dirty="0">
                <a:cs typeface="Times New Roman" panose="02020603050405020304" pitchFamily="18" charset="0"/>
              </a:rPr>
              <a:t> </a:t>
            </a:r>
            <a:r>
              <a:rPr lang="en-US" altLang="en-US" sz="2800" dirty="0" err="1">
                <a:cs typeface="Times New Roman" panose="02020603050405020304" pitchFamily="18" charset="0"/>
              </a:rPr>
              <a:t>vụ</a:t>
            </a:r>
            <a:r>
              <a:rPr lang="en-US" altLang="en-US" sz="2800" dirty="0">
                <a:cs typeface="Times New Roman" panose="02020603050405020304" pitchFamily="18" charset="0"/>
              </a:rPr>
              <a:t> (JRE)</a:t>
            </a:r>
          </a:p>
          <a:p>
            <a:pPr algn="l"/>
            <a:r>
              <a:rPr lang="en-US" altLang="en-US" sz="2800" dirty="0" err="1">
                <a:cs typeface="Times New Roman" panose="02020603050405020304" pitchFamily="18" charset="0"/>
              </a:rPr>
              <a:t>Dịch</a:t>
            </a:r>
            <a:r>
              <a:rPr lang="en-US" altLang="en-US" sz="2800" dirty="0">
                <a:cs typeface="Times New Roman" panose="02020603050405020304" pitchFamily="18" charset="0"/>
              </a:rPr>
              <a:t> </a:t>
            </a:r>
            <a:r>
              <a:rPr lang="en-US" altLang="en-US" sz="2800" dirty="0" err="1">
                <a:cs typeface="Times New Roman" panose="02020603050405020304" pitchFamily="18" charset="0"/>
              </a:rPr>
              <a:t>vụ</a:t>
            </a:r>
            <a:r>
              <a:rPr lang="en-US" altLang="en-US" sz="2800" dirty="0">
                <a:cs typeface="Times New Roman" panose="02020603050405020304" pitchFamily="18" charset="0"/>
              </a:rPr>
              <a:t> </a:t>
            </a:r>
            <a:r>
              <a:rPr lang="en-US" altLang="en-US" sz="2800" dirty="0" err="1">
                <a:cs typeface="Times New Roman" panose="02020603050405020304" pitchFamily="18" charset="0"/>
              </a:rPr>
              <a:t>tên</a:t>
            </a:r>
            <a:r>
              <a:rPr lang="en-US" altLang="en-US" sz="2800" dirty="0">
                <a:cs typeface="Times New Roman" panose="02020603050405020304" pitchFamily="18" charset="0"/>
              </a:rPr>
              <a:t> </a:t>
            </a:r>
            <a:r>
              <a:rPr lang="en-US" altLang="en-US" sz="2800" dirty="0" err="1">
                <a:cs typeface="Times New Roman" panose="02020603050405020304" pitchFamily="18" charset="0"/>
              </a:rPr>
              <a:t>của</a:t>
            </a:r>
            <a:r>
              <a:rPr lang="en-US" altLang="en-US" sz="2800" dirty="0">
                <a:cs typeface="Times New Roman" panose="02020603050405020304" pitchFamily="18" charset="0"/>
              </a:rPr>
              <a:t> RMI </a:t>
            </a:r>
            <a:r>
              <a:rPr lang="en-US" altLang="en-US" sz="2800" dirty="0" err="1">
                <a:cs typeface="Times New Roman" panose="02020603050405020304" pitchFamily="18" charset="0"/>
              </a:rPr>
              <a:t>để</a:t>
            </a:r>
            <a:r>
              <a:rPr lang="en-US" altLang="en-US" sz="2800" dirty="0">
                <a:cs typeface="Times New Roman" panose="02020603050405020304" pitchFamily="18" charset="0"/>
              </a:rPr>
              <a:t> </a:t>
            </a:r>
            <a:r>
              <a:rPr lang="en-US" altLang="en-US" sz="2800" dirty="0" err="1">
                <a:cs typeface="Times New Roman" panose="02020603050405020304" pitchFamily="18" charset="0"/>
              </a:rPr>
              <a:t>clien</a:t>
            </a:r>
            <a:r>
              <a:rPr lang="en-US" altLang="en-US" sz="2800" dirty="0">
                <a:cs typeface="Times New Roman" panose="02020603050405020304" pitchFamily="18" charset="0"/>
              </a:rPr>
              <a:t> </a:t>
            </a:r>
            <a:r>
              <a:rPr lang="en-US" altLang="en-US" sz="2800" dirty="0" err="1">
                <a:cs typeface="Times New Roman" panose="02020603050405020304" pitchFamily="18" charset="0"/>
              </a:rPr>
              <a:t>có</a:t>
            </a:r>
            <a:r>
              <a:rPr lang="en-US" altLang="en-US" sz="2800" dirty="0">
                <a:cs typeface="Times New Roman" panose="02020603050405020304" pitchFamily="18" charset="0"/>
              </a:rPr>
              <a:t> </a:t>
            </a:r>
            <a:r>
              <a:rPr lang="en-US" altLang="en-US" sz="2800" dirty="0" err="1">
                <a:cs typeface="Times New Roman" panose="02020603050405020304" pitchFamily="18" charset="0"/>
              </a:rPr>
              <a:t>thể</a:t>
            </a:r>
            <a:r>
              <a:rPr lang="en-US" altLang="en-US" sz="2800" dirty="0">
                <a:cs typeface="Times New Roman" panose="02020603050405020304" pitchFamily="18" charset="0"/>
              </a:rPr>
              <a:t> </a:t>
            </a:r>
            <a:r>
              <a:rPr lang="en-US" altLang="en-US" sz="2800" dirty="0" err="1">
                <a:cs typeface="Times New Roman" panose="02020603050405020304" pitchFamily="18" charset="0"/>
              </a:rPr>
              <a:t>tìm</a:t>
            </a:r>
            <a:r>
              <a:rPr lang="en-US" altLang="en-US" sz="2800" dirty="0">
                <a:cs typeface="Times New Roman" panose="02020603050405020304" pitchFamily="18" charset="0"/>
              </a:rPr>
              <a:t> </a:t>
            </a:r>
            <a:r>
              <a:rPr lang="en-US" altLang="en-US" sz="2800" dirty="0" err="1">
                <a:cs typeface="Times New Roman" panose="02020603050405020304" pitchFamily="18" charset="0"/>
              </a:rPr>
              <a:t>được</a:t>
            </a:r>
            <a:r>
              <a:rPr lang="en-US" altLang="en-US" sz="2800" dirty="0">
                <a:cs typeface="Times New Roman" panose="02020603050405020304" pitchFamily="18" charset="0"/>
              </a:rPr>
              <a:t> </a:t>
            </a:r>
            <a:r>
              <a:rPr lang="en-US" altLang="en-US" sz="2800" dirty="0" err="1">
                <a:cs typeface="Times New Roman" panose="02020603050405020304" pitchFamily="18" charset="0"/>
              </a:rPr>
              <a:t>dịch</a:t>
            </a:r>
            <a:r>
              <a:rPr lang="en-US" altLang="en-US" sz="2800" dirty="0">
                <a:cs typeface="Times New Roman" panose="02020603050405020304" pitchFamily="18" charset="0"/>
              </a:rPr>
              <a:t> </a:t>
            </a:r>
            <a:r>
              <a:rPr lang="en-US" altLang="en-US" sz="2800" dirty="0" err="1">
                <a:cs typeface="Times New Roman" panose="02020603050405020304" pitchFamily="18" charset="0"/>
              </a:rPr>
              <a:t>vụ</a:t>
            </a:r>
            <a:r>
              <a:rPr lang="en-US" altLang="en-US" sz="2800" dirty="0">
                <a:cs typeface="Times New Roman" panose="02020603050405020304" pitchFamily="18" charset="0"/>
              </a:rPr>
              <a:t> ở </a:t>
            </a:r>
            <a:r>
              <a:rPr lang="en-US" altLang="en-US" sz="2800" dirty="0" err="1">
                <a:cs typeface="Times New Roman" panose="02020603050405020304" pitchFamily="18" charset="0"/>
              </a:rPr>
              <a:t>xa</a:t>
            </a:r>
            <a:endParaRPr lang="en-US" altLang="en-US" sz="2800" dirty="0">
              <a:cs typeface="Times New Roman" panose="02020603050405020304" pitchFamily="18" charset="0"/>
            </a:endParaRPr>
          </a:p>
          <a:p>
            <a:pPr algn="l"/>
            <a:r>
              <a:rPr lang="en-US" altLang="en-US" sz="2800" dirty="0">
                <a:cs typeface="Times New Roman" panose="02020603050405020304" pitchFamily="18" charset="0"/>
              </a:rPr>
              <a:t>Server </a:t>
            </a:r>
            <a:r>
              <a:rPr lang="en-US" altLang="en-US" sz="2800" dirty="0" err="1">
                <a:cs typeface="Times New Roman" panose="02020603050405020304" pitchFamily="18" charset="0"/>
              </a:rPr>
              <a:t>cung</a:t>
            </a:r>
            <a:r>
              <a:rPr lang="en-US" altLang="en-US" sz="2800" dirty="0">
                <a:cs typeface="Times New Roman" panose="02020603050405020304" pitchFamily="18" charset="0"/>
              </a:rPr>
              <a:t> </a:t>
            </a:r>
            <a:r>
              <a:rPr lang="en-US" altLang="en-US" sz="2800" dirty="0" err="1">
                <a:cs typeface="Times New Roman" panose="02020603050405020304" pitchFamily="18" charset="0"/>
              </a:rPr>
              <a:t>cấp</a:t>
            </a:r>
            <a:r>
              <a:rPr lang="en-US" altLang="en-US" sz="2800" dirty="0">
                <a:cs typeface="Times New Roman" panose="02020603050405020304" pitchFamily="18" charset="0"/>
              </a:rPr>
              <a:t> bytecode (HTTP </a:t>
            </a:r>
            <a:r>
              <a:rPr lang="en-US" altLang="en-US" sz="2800" dirty="0" err="1">
                <a:cs typeface="Times New Roman" panose="02020603050405020304" pitchFamily="18" charset="0"/>
              </a:rPr>
              <a:t>hoặc</a:t>
            </a:r>
            <a:r>
              <a:rPr lang="en-US" altLang="en-US" sz="2800" dirty="0">
                <a:cs typeface="Times New Roman" panose="02020603050405020304" pitchFamily="18" charset="0"/>
              </a:rPr>
              <a:t> FTP server)</a:t>
            </a:r>
          </a:p>
          <a:p>
            <a:pPr algn="l"/>
            <a:r>
              <a:rPr lang="en-US" altLang="en-US" sz="2800" dirty="0" err="1">
                <a:cs typeface="Times New Roman" panose="02020603050405020304" pitchFamily="18" charset="0"/>
              </a:rPr>
              <a:t>Một</a:t>
            </a:r>
            <a:r>
              <a:rPr lang="en-US" altLang="en-US" sz="2800" dirty="0">
                <a:cs typeface="Times New Roman" panose="02020603050405020304" pitchFamily="18" charset="0"/>
              </a:rPr>
              <a:t> </a:t>
            </a:r>
            <a:r>
              <a:rPr lang="en-US" altLang="en-US" sz="2800" dirty="0" err="1">
                <a:cs typeface="Times New Roman" panose="02020603050405020304" pitchFamily="18" charset="0"/>
              </a:rPr>
              <a:t>chương</a:t>
            </a:r>
            <a:r>
              <a:rPr lang="en-US" altLang="en-US" sz="2800" dirty="0">
                <a:cs typeface="Times New Roman" panose="02020603050405020304" pitchFamily="18" charset="0"/>
              </a:rPr>
              <a:t> </a:t>
            </a:r>
            <a:r>
              <a:rPr lang="en-US" altLang="en-US" sz="2800" dirty="0" err="1">
                <a:cs typeface="Times New Roman" panose="02020603050405020304" pitchFamily="18" charset="0"/>
              </a:rPr>
              <a:t>trình</a:t>
            </a:r>
            <a:r>
              <a:rPr lang="en-US" altLang="en-US" sz="2800" dirty="0">
                <a:cs typeface="Times New Roman" panose="02020603050405020304" pitchFamily="18" charset="0"/>
              </a:rPr>
              <a:t> client </a:t>
            </a:r>
            <a:r>
              <a:rPr lang="en-US" altLang="en-US" sz="2800" dirty="0" err="1">
                <a:cs typeface="Times New Roman" panose="02020603050405020304" pitchFamily="18" charset="0"/>
              </a:rPr>
              <a:t>sử</a:t>
            </a:r>
            <a:r>
              <a:rPr lang="en-US" altLang="en-US" sz="2800" dirty="0">
                <a:cs typeface="Times New Roman" panose="02020603050405020304" pitchFamily="18" charset="0"/>
              </a:rPr>
              <a:t> </a:t>
            </a:r>
            <a:r>
              <a:rPr lang="en-US" altLang="en-US" sz="2800" dirty="0" err="1">
                <a:cs typeface="Times New Roman" panose="02020603050405020304" pitchFamily="18" charset="0"/>
              </a:rPr>
              <a:t>dụng</a:t>
            </a:r>
            <a:r>
              <a:rPr lang="en-US" altLang="en-US" sz="2800" dirty="0">
                <a:cs typeface="Times New Roman" panose="02020603050405020304" pitchFamily="18" charset="0"/>
              </a:rPr>
              <a:t> </a:t>
            </a:r>
            <a:r>
              <a:rPr lang="en-US" altLang="en-US" sz="2800" dirty="0" err="1">
                <a:cs typeface="Times New Roman" panose="02020603050405020304" pitchFamily="18" charset="0"/>
              </a:rPr>
              <a:t>dịch</a:t>
            </a:r>
            <a:r>
              <a:rPr lang="en-US" altLang="en-US" sz="2800" dirty="0">
                <a:cs typeface="Times New Roman" panose="02020603050405020304" pitchFamily="18" charset="0"/>
              </a:rPr>
              <a:t> </a:t>
            </a:r>
            <a:r>
              <a:rPr lang="en-US" altLang="en-US" sz="2800" dirty="0" err="1">
                <a:cs typeface="Times New Roman" panose="02020603050405020304" pitchFamily="18" charset="0"/>
              </a:rPr>
              <a:t>vụ</a:t>
            </a:r>
            <a:r>
              <a:rPr lang="en-US" altLang="en-US" sz="2800" dirty="0">
                <a:cs typeface="Times New Roman" panose="02020603050405020304" pitchFamily="18" charset="0"/>
              </a:rPr>
              <a:t> ở </a:t>
            </a:r>
            <a:r>
              <a:rPr lang="en-US" altLang="en-US" sz="2800" dirty="0" err="1">
                <a:cs typeface="Times New Roman" panose="02020603050405020304" pitchFamily="18" charset="0"/>
              </a:rPr>
              <a:t>xa</a:t>
            </a:r>
            <a:r>
              <a:rPr lang="en-US" altLang="en-US" sz="2800" dirty="0">
                <a:cs typeface="Times New Roman" panose="02020603050405020304" pitchFamily="18" charset="0"/>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6">
            <a:extLst>
              <a:ext uri="{FF2B5EF4-FFF2-40B4-BE49-F238E27FC236}">
                <a16:creationId xmlns:a16="http://schemas.microsoft.com/office/drawing/2014/main" id="{B5C82042-35A8-26AC-EE8E-45997AC6DFCD}"/>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 name="Title 1">
            <a:extLst>
              <a:ext uri="{FF2B5EF4-FFF2-40B4-BE49-F238E27FC236}">
                <a16:creationId xmlns:a16="http://schemas.microsoft.com/office/drawing/2014/main" id="{9A3861A6-F34F-EC3E-58FC-F90095B101B2}"/>
              </a:ext>
            </a:extLst>
          </p:cNvPr>
          <p:cNvSpPr>
            <a:spLocks noGrp="1"/>
          </p:cNvSpPr>
          <p:nvPr>
            <p:ph type="title"/>
          </p:nvPr>
        </p:nvSpPr>
        <p:spPr/>
        <p:txBody>
          <a:bodyPr>
            <a:normAutofit/>
          </a:bodyPr>
          <a:lstStyle/>
          <a:p>
            <a:r>
              <a:rPr lang="en-US" dirty="0" err="1"/>
              <a:t>Quá</a:t>
            </a:r>
            <a:r>
              <a:rPr lang="en-US" dirty="0"/>
              <a:t> </a:t>
            </a:r>
            <a:r>
              <a:rPr lang="en-US" dirty="0" err="1"/>
              <a:t>trình</a:t>
            </a:r>
            <a:r>
              <a:rPr lang="en-US" dirty="0"/>
              <a:t> </a:t>
            </a:r>
            <a:r>
              <a:rPr lang="en-US" dirty="0" err="1"/>
              <a:t>thực</a:t>
            </a:r>
            <a:r>
              <a:rPr lang="en-US" dirty="0"/>
              <a:t> </a:t>
            </a:r>
            <a:r>
              <a:rPr lang="en-US" dirty="0" err="1"/>
              <a:t>hiện</a:t>
            </a:r>
            <a:endParaRPr lang="en-US" dirty="0"/>
          </a:p>
        </p:txBody>
      </p:sp>
      <p:sp>
        <p:nvSpPr>
          <p:cNvPr id="3" name="Content Placeholder 2">
            <a:extLst>
              <a:ext uri="{FF2B5EF4-FFF2-40B4-BE49-F238E27FC236}">
                <a16:creationId xmlns:a16="http://schemas.microsoft.com/office/drawing/2014/main" id="{69615E82-9056-4135-574D-A83016C53418}"/>
              </a:ext>
            </a:extLst>
          </p:cNvPr>
          <p:cNvSpPr>
            <a:spLocks noGrp="1"/>
          </p:cNvSpPr>
          <p:nvPr>
            <p:ph idx="1"/>
          </p:nvPr>
        </p:nvSpPr>
        <p:spPr>
          <a:xfrm>
            <a:off x="838200" y="1600200"/>
            <a:ext cx="10896600" cy="4576763"/>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Tạo</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1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lớp</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giao</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diện.</a:t>
            </a:r>
            <a:r>
              <a:rPr kumimoji="0" lang="en-US" altLang="en-US" sz="2400" b="0" i="1" u="none" strike="noStrike" kern="1200" cap="none" spc="0" normalizeH="0" baseline="0" noProof="0" dirty="0" err="1">
                <a:ln>
                  <a:noFill/>
                </a:ln>
                <a:solidFill>
                  <a:prstClr val="black"/>
                </a:solidFill>
                <a:effectLst/>
                <a:uLnTx/>
                <a:uFillTx/>
                <a:ea typeface="+mn-ea"/>
                <a:cs typeface="Times New Roman" panose="02020603050405020304" pitchFamily="18" charset="0"/>
              </a:rPr>
              <a:t>Ví</a:t>
            </a:r>
            <a:r>
              <a:rPr kumimoji="0" lang="en-US" altLang="en-US" sz="2400" b="0" i="1"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1" u="none" strike="noStrike" kern="1200" cap="none" spc="0" normalizeH="0" baseline="0" noProof="0" dirty="0" err="1">
                <a:ln>
                  <a:noFill/>
                </a:ln>
                <a:solidFill>
                  <a:prstClr val="black"/>
                </a:solidFill>
                <a:effectLst/>
                <a:uLnTx/>
                <a:uFillTx/>
                <a:ea typeface="+mn-ea"/>
                <a:cs typeface="Times New Roman" panose="02020603050405020304" pitchFamily="18" charset="0"/>
              </a:rPr>
              <a:t>dụ</a:t>
            </a:r>
            <a:r>
              <a:rPr kumimoji="0" lang="en-US" altLang="en-US" sz="2400" b="0" i="1" u="none" strike="noStrike" kern="1200" cap="none" spc="0" normalizeH="0" baseline="0" noProof="0" dirty="0">
                <a:ln>
                  <a:noFill/>
                </a:ln>
                <a:solidFill>
                  <a:prstClr val="black"/>
                </a:solidFill>
                <a:effectLst/>
                <a:uLnTx/>
                <a:uFillTx/>
                <a:ea typeface="+mn-ea"/>
                <a:cs typeface="Times New Roman" panose="02020603050405020304" pitchFamily="18" charset="0"/>
              </a:rPr>
              <a:t>: HelloInterface.java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Tạo</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lớp</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thực</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hiện</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mô</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tả</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các</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phương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thức</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của</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lớp</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giao</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diện</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1" u="none" strike="noStrike" kern="1200" cap="none" spc="0" normalizeH="0" baseline="0" noProof="0" dirty="0">
                <a:ln>
                  <a:noFill/>
                </a:ln>
                <a:solidFill>
                  <a:prstClr val="black"/>
                </a:solidFill>
                <a:effectLst/>
                <a:uLnTx/>
                <a:uFillTx/>
                <a:ea typeface="+mn-ea"/>
                <a:cs typeface="Times New Roman" panose="02020603050405020304" pitchFamily="18" charset="0"/>
              </a:rPr>
              <a:t>(</a:t>
            </a:r>
            <a:r>
              <a:rPr kumimoji="0" lang="en-US" altLang="en-US" sz="2400" b="0" i="1" u="none" strike="noStrike" kern="1200" cap="none" spc="0" normalizeH="0" baseline="0" noProof="0" dirty="0" err="1">
                <a:ln>
                  <a:noFill/>
                </a:ln>
                <a:solidFill>
                  <a:prstClr val="black"/>
                </a:solidFill>
                <a:effectLst/>
                <a:uLnTx/>
                <a:uFillTx/>
                <a:ea typeface="+mn-ea"/>
                <a:cs typeface="Times New Roman" panose="02020603050405020304" pitchFamily="18" charset="0"/>
              </a:rPr>
              <a:t>Ví</a:t>
            </a:r>
            <a:r>
              <a:rPr kumimoji="0" lang="en-US" altLang="en-US" sz="2400" b="0" i="1"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1" u="none" strike="noStrike" kern="1200" cap="none" spc="0" normalizeH="0" baseline="0" noProof="0" dirty="0" err="1">
                <a:ln>
                  <a:noFill/>
                </a:ln>
                <a:solidFill>
                  <a:prstClr val="black"/>
                </a:solidFill>
                <a:effectLst/>
                <a:uLnTx/>
                <a:uFillTx/>
                <a:ea typeface="+mn-ea"/>
                <a:cs typeface="Times New Roman" panose="02020603050405020304" pitchFamily="18" charset="0"/>
              </a:rPr>
              <a:t>dụ</a:t>
            </a:r>
            <a:r>
              <a:rPr kumimoji="0" lang="en-US" altLang="en-US" sz="2400" b="0" i="1" u="none" strike="noStrike" kern="1200" cap="none" spc="0" normalizeH="0" baseline="0" noProof="0" dirty="0">
                <a:ln>
                  <a:noFill/>
                </a:ln>
                <a:solidFill>
                  <a:prstClr val="black"/>
                </a:solidFill>
                <a:effectLst/>
                <a:uLnTx/>
                <a:uFillTx/>
                <a:ea typeface="+mn-ea"/>
                <a:cs typeface="Times New Roman" panose="02020603050405020304" pitchFamily="18" charset="0"/>
              </a:rPr>
              <a:t>: HelloImplement.java)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Xây</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dựng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chương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trình</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Server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Tạo</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đối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tượng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RemoteObject</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từ</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lớp</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Implement </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sym typeface="Wingdings" panose="05000000000000000000" pitchFamily="2" charset="2"/>
              </a:rPr>
              <a:t></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đăng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ký</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đối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tượng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với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máy</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JVM.</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UnicastRemoteObject.exportObject</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RemoteObject</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Đăng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ký</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đối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tượng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với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rmiregistry</a:t>
            </a:r>
            <a:endPar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Naming.bind</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rmi</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://&lt;IP address&gt;/</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tên</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RemoteObject</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RemoteObject</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Xây</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dựng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chương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trình</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Client: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Tạo</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một</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đối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tượng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Obj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tham</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chiếu</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đến</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đối</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tượng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từ</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xa</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a:t>
            </a:r>
            <a:r>
              <a:rPr kumimoji="0" lang="en-US" altLang="en-US" sz="2400" b="0" i="0" u="none" strike="noStrike" kern="1200" cap="none" spc="0" normalizeH="0" baseline="0" noProof="0" dirty="0" err="1">
                <a:ln>
                  <a:noFill/>
                </a:ln>
                <a:solidFill>
                  <a:prstClr val="black"/>
                </a:solidFill>
                <a:effectLst/>
                <a:uLnTx/>
                <a:uFillTx/>
                <a:ea typeface="+mn-ea"/>
                <a:cs typeface="Times New Roman" panose="02020603050405020304" pitchFamily="18" charset="0"/>
              </a:rPr>
              <a:t>thông</a:t>
            </a:r>
            <a:r>
              <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rPr>
              <a:t> qua: </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Naming.lookup</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rmi</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r>
              <a:rPr kumimoji="0" lang="en-US" altLang="en-US" sz="2400" b="0" i="0" u="none" strike="noStrike" kern="1200" cap="none" spc="0" normalizeH="0" baseline="0" noProof="0" dirty="0" err="1">
                <a:ln>
                  <a:noFill/>
                </a:ln>
                <a:solidFill>
                  <a:srgbClr val="00B050"/>
                </a:solidFill>
                <a:effectLst/>
                <a:uLnTx/>
                <a:uFillTx/>
                <a:ea typeface="+mn-ea"/>
                <a:cs typeface="Times New Roman" panose="02020603050405020304" pitchFamily="18" charset="0"/>
              </a:rPr>
              <a:t>tênRemoteObject</a:t>
            </a:r>
            <a:r>
              <a:rPr kumimoji="0" lang="en-US" altLang="en-US" sz="2400" b="0" i="0" u="none" strike="noStrike" kern="1200" cap="none" spc="0" normalizeH="0" baseline="0" noProof="0" dirty="0">
                <a:ln>
                  <a:noFill/>
                </a:ln>
                <a:solidFill>
                  <a:srgbClr val="00B050"/>
                </a:solidFill>
                <a:effectLst/>
                <a:uLnTx/>
                <a:uFillTx/>
                <a:ea typeface="+mn-ea"/>
                <a:cs typeface="Times New Roman" panose="02020603050405020304" pitchFamily="18" charset="0"/>
              </a:rPr>
              <a:t>”);</a:t>
            </a:r>
            <a:endParaRPr kumimoji="0" lang="en-US" altLang="en-US" sz="24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6">
            <a:extLst>
              <a:ext uri="{FF2B5EF4-FFF2-40B4-BE49-F238E27FC236}">
                <a16:creationId xmlns:a16="http://schemas.microsoft.com/office/drawing/2014/main" id="{4EE8EC4E-B04D-697F-4D04-87596C70DFC9}"/>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 name="Title 1">
            <a:extLst>
              <a:ext uri="{FF2B5EF4-FFF2-40B4-BE49-F238E27FC236}">
                <a16:creationId xmlns:a16="http://schemas.microsoft.com/office/drawing/2014/main" id="{5C20BA61-6752-E089-B71E-4E792B5B6B16}"/>
              </a:ext>
            </a:extLst>
          </p:cNvPr>
          <p:cNvSpPr>
            <a:spLocks noGrp="1"/>
          </p:cNvSpPr>
          <p:nvPr>
            <p:ph type="title"/>
          </p:nvPr>
        </p:nvSpPr>
        <p:spPr/>
        <p:txBody>
          <a:bodyPr>
            <a:normAutofit/>
          </a:bodyPr>
          <a:lstStyle/>
          <a:p>
            <a:r>
              <a:rPr lang="en-US" dirty="0" err="1"/>
              <a:t>Quá</a:t>
            </a:r>
            <a:r>
              <a:rPr lang="en-US" dirty="0"/>
              <a:t> </a:t>
            </a:r>
            <a:r>
              <a:rPr lang="en-US" dirty="0" err="1"/>
              <a:t>trình</a:t>
            </a:r>
            <a:r>
              <a:rPr lang="en-US" dirty="0"/>
              <a:t> </a:t>
            </a:r>
            <a:r>
              <a:rPr lang="en-US" dirty="0" err="1"/>
              <a:t>thực</a:t>
            </a:r>
            <a:r>
              <a:rPr lang="en-US" dirty="0"/>
              <a:t> </a:t>
            </a:r>
            <a:r>
              <a:rPr lang="en-US" dirty="0" err="1"/>
              <a:t>hiện</a:t>
            </a:r>
            <a:endParaRPr lang="en-US" dirty="0"/>
          </a:p>
        </p:txBody>
      </p:sp>
      <p:sp>
        <p:nvSpPr>
          <p:cNvPr id="3" name="Content Placeholder 2">
            <a:extLst>
              <a:ext uri="{FF2B5EF4-FFF2-40B4-BE49-F238E27FC236}">
                <a16:creationId xmlns:a16="http://schemas.microsoft.com/office/drawing/2014/main" id="{DBD0822F-2DCE-2AD5-FA9F-A93DE7823300}"/>
              </a:ext>
            </a:extLst>
          </p:cNvPr>
          <p:cNvSpPr>
            <a:spLocks noGrp="1"/>
          </p:cNvSpPr>
          <p:nvPr>
            <p:ph idx="1"/>
          </p:nvPr>
        </p:nvSpPr>
        <p:spPr/>
        <p:txBody>
          <a:bodyPr/>
          <a:lstStyle/>
          <a:p>
            <a:pPr algn="l"/>
            <a:r>
              <a:rPr lang="en-US" altLang="en-US" sz="2800" dirty="0" err="1">
                <a:latin typeface="Calibri" panose="020F0502020204030204" pitchFamily="34" charset="0"/>
                <a:cs typeface="Calibri" panose="020F0502020204030204" pitchFamily="34" charset="0"/>
              </a:rPr>
              <a:t>Biên</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dịch</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tạolớp</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Stub,Skel</a:t>
            </a:r>
            <a:r>
              <a:rPr lang="en-US" altLang="en-US" sz="2800" dirty="0">
                <a:latin typeface="Calibri" panose="020F0502020204030204" pitchFamily="34" charset="0"/>
                <a:cs typeface="Calibri" panose="020F0502020204030204" pitchFamily="34" charset="0"/>
              </a:rPr>
              <a:t> :</a:t>
            </a:r>
          </a:p>
          <a:p>
            <a:pPr marL="0" indent="0" algn="l">
              <a:buNone/>
            </a:pPr>
            <a:r>
              <a:rPr lang="en-US" altLang="en-US" sz="2800" dirty="0">
                <a:latin typeface="Calibri" panose="020F0502020204030204" pitchFamily="34" charset="0"/>
                <a:cs typeface="Calibri" panose="020F0502020204030204" pitchFamily="34" charset="0"/>
              </a:rPr>
              <a:t> - </a:t>
            </a:r>
            <a:r>
              <a:rPr lang="en-US" altLang="en-US" sz="2800" dirty="0" err="1">
                <a:latin typeface="Calibri" panose="020F0502020204030204" pitchFamily="34" charset="0"/>
                <a:cs typeface="Calibri" panose="020F0502020204030204" pitchFamily="34" charset="0"/>
              </a:rPr>
              <a:t>rmic</a:t>
            </a:r>
            <a:r>
              <a:rPr lang="en-US" altLang="en-US" sz="2800" dirty="0">
                <a:latin typeface="Calibri" panose="020F0502020204030204" pitchFamily="34" charset="0"/>
                <a:cs typeface="Calibri" panose="020F0502020204030204" pitchFamily="34" charset="0"/>
              </a:rPr>
              <a:t>  &lt;</a:t>
            </a:r>
            <a:r>
              <a:rPr lang="en-US" altLang="en-US" sz="2800" dirty="0" err="1">
                <a:latin typeface="Calibri" panose="020F0502020204030204" pitchFamily="34" charset="0"/>
                <a:cs typeface="Calibri" panose="020F0502020204030204" pitchFamily="34" charset="0"/>
              </a:rPr>
              <a:t>tên</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lớp</a:t>
            </a:r>
            <a:r>
              <a:rPr lang="en-US" altLang="en-US" sz="2800" dirty="0">
                <a:latin typeface="Calibri" panose="020F0502020204030204" pitchFamily="34" charset="0"/>
                <a:cs typeface="Calibri" panose="020F0502020204030204" pitchFamily="34" charset="0"/>
              </a:rPr>
              <a:t> implement&gt;</a:t>
            </a:r>
          </a:p>
          <a:p>
            <a:pPr algn="l">
              <a:buFont typeface="Arial" panose="020B0604020202020204" pitchFamily="34" charset="0"/>
              <a:buChar char="•"/>
            </a:pPr>
            <a:r>
              <a:rPr lang="en-US" altLang="en-US" sz="2800" i="1"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Biên</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dịch</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chương</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trính</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Client,Server</a:t>
            </a:r>
            <a:endParaRPr lang="en-US" altLang="en-US" sz="28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Chạy</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chương</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trình</a:t>
            </a:r>
            <a:endParaRPr lang="en-US" altLang="en-US" sz="2800" dirty="0">
              <a:latin typeface="Calibri" panose="020F0502020204030204" pitchFamily="34" charset="0"/>
              <a:cs typeface="Calibri" panose="020F0502020204030204" pitchFamily="34" charset="0"/>
            </a:endParaRPr>
          </a:p>
          <a:p>
            <a:pPr marL="0" indent="0" algn="l">
              <a:buNone/>
            </a:pP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chạy</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rmiregistry</a:t>
            </a:r>
            <a:endParaRPr lang="en-US" altLang="en-US" sz="2800" dirty="0">
              <a:latin typeface="Calibri" panose="020F0502020204030204" pitchFamily="34" charset="0"/>
              <a:cs typeface="Calibri" panose="020F0502020204030204" pitchFamily="34" charset="0"/>
            </a:endParaRPr>
          </a:p>
          <a:p>
            <a:pPr marL="0" indent="0" algn="l">
              <a:buNone/>
            </a:pP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chạy</a:t>
            </a:r>
            <a:r>
              <a:rPr lang="en-US" altLang="en-US" sz="2800" dirty="0">
                <a:latin typeface="Calibri" panose="020F0502020204030204" pitchFamily="34" charset="0"/>
                <a:cs typeface="Calibri" panose="020F0502020204030204" pitchFamily="34" charset="0"/>
              </a:rPr>
              <a:t> server</a:t>
            </a:r>
          </a:p>
          <a:p>
            <a:pPr marL="0" indent="0" algn="l">
              <a:buNone/>
            </a:pP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chạy</a:t>
            </a:r>
            <a:r>
              <a:rPr lang="en-US" altLang="en-US" sz="2800" dirty="0">
                <a:latin typeface="Calibri" panose="020F0502020204030204" pitchFamily="34" charset="0"/>
                <a:cs typeface="Calibri" panose="020F0502020204030204" pitchFamily="34" charset="0"/>
              </a:rPr>
              <a:t> client  </a:t>
            </a:r>
          </a:p>
          <a:p>
            <a:pPr marL="0" indent="0">
              <a:buNone/>
            </a:pP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6">
            <a:extLst>
              <a:ext uri="{FF2B5EF4-FFF2-40B4-BE49-F238E27FC236}">
                <a16:creationId xmlns:a16="http://schemas.microsoft.com/office/drawing/2014/main" id="{E4F21014-218F-6075-61E6-CFA6FA867EAC}"/>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5603" name="Text Box 6">
            <a:extLst>
              <a:ext uri="{FF2B5EF4-FFF2-40B4-BE49-F238E27FC236}">
                <a16:creationId xmlns:a16="http://schemas.microsoft.com/office/drawing/2014/main" id="{44A5CE45-693B-4397-4B46-C937812FF33E}"/>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25608" name="Rectangle 2">
            <a:extLst>
              <a:ext uri="{FF2B5EF4-FFF2-40B4-BE49-F238E27FC236}">
                <a16:creationId xmlns:a16="http://schemas.microsoft.com/office/drawing/2014/main" id="{E8ADA871-E585-B74E-9988-46F132E065F1}"/>
              </a:ext>
            </a:extLst>
          </p:cNvPr>
          <p:cNvSpPr>
            <a:spLocks noChangeArrowheads="1"/>
          </p:cNvSpPr>
          <p:nvPr/>
        </p:nvSpPr>
        <p:spPr bwMode="auto">
          <a:xfrm>
            <a:off x="19812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0F7047B0-45F7-3C08-FBAF-C3BEB8591AA9}"/>
              </a:ext>
            </a:extLst>
          </p:cNvPr>
          <p:cNvSpPr>
            <a:spLocks noGrp="1"/>
          </p:cNvSpPr>
          <p:nvPr>
            <p:ph type="title"/>
          </p:nvPr>
        </p:nvSpPr>
        <p:spPr/>
        <p:txBody>
          <a:bodyPr>
            <a:normAutofit/>
          </a:bodyPr>
          <a:lstStyle/>
          <a:p>
            <a:r>
              <a:rPr lang="en-US" dirty="0"/>
              <a:t>PHÁT TRIỂN UD PHÂN TÁN VỚI JAVARMI</a:t>
            </a:r>
          </a:p>
        </p:txBody>
      </p:sp>
      <p:sp>
        <p:nvSpPr>
          <p:cNvPr id="3" name="Content Placeholder 2">
            <a:extLst>
              <a:ext uri="{FF2B5EF4-FFF2-40B4-BE49-F238E27FC236}">
                <a16:creationId xmlns:a16="http://schemas.microsoft.com/office/drawing/2014/main" id="{5356B813-645A-465E-4533-EA897C44A156}"/>
              </a:ext>
            </a:extLst>
          </p:cNvPr>
          <p:cNvSpPr>
            <a:spLocks noGrp="1"/>
          </p:cNvSpPr>
          <p:nvPr>
            <p:ph idx="1"/>
          </p:nvPr>
        </p:nvSpPr>
        <p:spPr>
          <a:xfrm>
            <a:off x="838200" y="1671978"/>
            <a:ext cx="10515600" cy="4576763"/>
          </a:xfrm>
        </p:spPr>
        <p:txBody>
          <a:bodyPr>
            <a:normAutofit/>
          </a:bodyPr>
          <a:lstStyle/>
          <a:p>
            <a:pPr marL="0" indent="0" algn="just">
              <a:buNone/>
              <a:defRPr/>
            </a:pPr>
            <a:r>
              <a:rPr lang="en-US" b="1" dirty="0" err="1">
                <a:solidFill>
                  <a:srgbClr val="FF0000"/>
                </a:solidFill>
                <a:latin typeface="Calibri" panose="020F0502020204030204" pitchFamily="34" charset="0"/>
                <a:cs typeface="Calibri" panose="020F0502020204030204" pitchFamily="34" charset="0"/>
              </a:rPr>
              <a:t>Ví</a:t>
            </a:r>
            <a:r>
              <a:rPr lang="en-US" b="1" dirty="0">
                <a:solidFill>
                  <a:srgbClr val="FF0000"/>
                </a:solidFill>
                <a:latin typeface="Calibri" panose="020F0502020204030204" pitchFamily="34" charset="0"/>
                <a:cs typeface="Calibri" panose="020F0502020204030204" pitchFamily="34" charset="0"/>
              </a:rPr>
              <a:t> </a:t>
            </a:r>
            <a:r>
              <a:rPr lang="en-US" b="1" dirty="0" err="1">
                <a:solidFill>
                  <a:srgbClr val="FF0000"/>
                </a:solidFill>
                <a:latin typeface="Calibri" panose="020F0502020204030204" pitchFamily="34" charset="0"/>
                <a:cs typeface="Calibri" panose="020F0502020204030204" pitchFamily="34" charset="0"/>
              </a:rPr>
              <a:t>dụ</a:t>
            </a:r>
            <a:r>
              <a:rPr lang="en-US" b="1" dirty="0">
                <a:solidFill>
                  <a:srgbClr val="FF0000"/>
                </a:solidFill>
                <a:latin typeface="Calibri" panose="020F0502020204030204" pitchFamily="34" charset="0"/>
                <a:cs typeface="Calibri" panose="020F0502020204030204" pitchFamily="34" charset="0"/>
              </a:rPr>
              <a:t> 1</a:t>
            </a:r>
          </a:p>
          <a:p>
            <a:pPr algn="just">
              <a:defRPr/>
            </a:pPr>
            <a:r>
              <a:rPr lang="en-US" dirty="0">
                <a:latin typeface="Calibri" panose="020F0502020204030204" pitchFamily="34" charset="0"/>
                <a:cs typeface="Calibri" panose="020F0502020204030204" pitchFamily="34" charset="0"/>
              </a:rPr>
              <a:t>Client </a:t>
            </a:r>
            <a:r>
              <a:rPr lang="en-US" dirty="0" err="1">
                <a:latin typeface="Calibri" panose="020F0502020204030204" pitchFamily="34" charset="0"/>
                <a:cs typeface="Calibri" panose="020F0502020204030204" pitchFamily="34" charset="0"/>
              </a:rPr>
              <a:t>gửi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cho</a:t>
            </a:r>
            <a:r>
              <a:rPr lang="en-US" dirty="0">
                <a:latin typeface="Calibri" panose="020F0502020204030204" pitchFamily="34" charset="0"/>
                <a:cs typeface="Calibri" panose="020F0502020204030204" pitchFamily="34" charset="0"/>
              </a:rPr>
              <a:t> Server </a:t>
            </a:r>
            <a:r>
              <a:rPr lang="en-US" dirty="0" err="1">
                <a:latin typeface="Calibri" panose="020F0502020204030204" pitchFamily="34" charset="0"/>
                <a:cs typeface="Calibri" panose="020F0502020204030204" pitchFamily="34" charset="0"/>
              </a:rPr>
              <a:t>lời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chào</a:t>
            </a:r>
            <a:r>
              <a:rPr lang="en-US" dirty="0">
                <a:latin typeface="Calibri" panose="020F0502020204030204" pitchFamily="34" charset="0"/>
                <a:cs typeface="Calibri" panose="020F0502020204030204" pitchFamily="34" charset="0"/>
              </a:rPr>
              <a:t>, Server </a:t>
            </a:r>
            <a:r>
              <a:rPr lang="en-US" dirty="0" err="1">
                <a:latin typeface="Calibri" panose="020F0502020204030204" pitchFamily="34" charset="0"/>
                <a:cs typeface="Calibri" panose="020F0502020204030204" pitchFamily="34" charset="0"/>
              </a:rPr>
              <a:t>thực</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hiện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trả</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lời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lại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cho</a:t>
            </a:r>
            <a:r>
              <a:rPr lang="en-US" dirty="0">
                <a:latin typeface="Calibri" panose="020F0502020204030204" pitchFamily="34" charset="0"/>
                <a:cs typeface="Calibri" panose="020F0502020204030204" pitchFamily="34" charset="0"/>
              </a:rPr>
              <a:t> Client.</a:t>
            </a:r>
          </a:p>
          <a:p>
            <a:pPr algn="just">
              <a:defRPr/>
            </a:pPr>
            <a:r>
              <a:rPr lang="en-US" dirty="0" err="1">
                <a:latin typeface="Calibri" panose="020F0502020204030204" pitchFamily="34" charset="0"/>
                <a:cs typeface="Calibri" panose="020F0502020204030204" pitchFamily="34" charset="0"/>
              </a:rPr>
              <a:t>Yêu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cầu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Hiển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thị</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lời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chào</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của</a:t>
            </a:r>
            <a:r>
              <a:rPr lang="en-US" dirty="0">
                <a:latin typeface="Calibri" panose="020F0502020204030204" pitchFamily="34" charset="0"/>
                <a:cs typeface="Calibri" panose="020F0502020204030204" pitchFamily="34" charset="0"/>
              </a:rPr>
              <a:t> Server </a:t>
            </a:r>
            <a:r>
              <a:rPr lang="en-US" dirty="0" err="1">
                <a:latin typeface="Calibri" panose="020F0502020204030204" pitchFamily="34" charset="0"/>
                <a:cs typeface="Calibri" panose="020F0502020204030204" pitchFamily="34" charset="0"/>
              </a:rPr>
              <a:t>trên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màn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hình</a:t>
            </a:r>
            <a:r>
              <a:rPr lang="en-US" dirty="0">
                <a:latin typeface="Calibri" panose="020F0502020204030204" pitchFamily="34" charset="0"/>
                <a:cs typeface="Calibri" panose="020F0502020204030204" pitchFamily="34" charset="0"/>
              </a:rPr>
              <a:t> Client </a:t>
            </a:r>
            <a:r>
              <a:rPr lang="en-US" dirty="0" err="1">
                <a:latin typeface="Calibri" panose="020F0502020204030204" pitchFamily="34" charset="0"/>
                <a:cs typeface="Calibri" panose="020F0502020204030204" pitchFamily="34" charset="0"/>
              </a:rPr>
              <a:t>theo</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kỹ</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thuật</a:t>
            </a:r>
            <a:r>
              <a:rPr lang="en-US" dirty="0">
                <a:latin typeface="Calibri" panose="020F0502020204030204" pitchFamily="34" charset="0"/>
                <a:cs typeface="Calibri" panose="020F0502020204030204" pitchFamily="34" charset="0"/>
              </a:rPr>
              <a:t> RMI  </a:t>
            </a:r>
          </a:p>
          <a:p>
            <a:pPr algn="just">
              <a:defRPr/>
            </a:pPr>
            <a:endParaRPr lang="en-US" b="1" dirty="0">
              <a:latin typeface="Calibri" panose="020F0502020204030204" pitchFamily="34" charset="0"/>
              <a:cs typeface="Calibri" panose="020F0502020204030204" pitchFamily="34" charset="0"/>
            </a:endParaRPr>
          </a:p>
          <a:p>
            <a:pPr marL="0" indent="0">
              <a:buNone/>
              <a:defRPr/>
            </a:pPr>
            <a:r>
              <a:rPr lang="en-US" b="1" dirty="0" err="1">
                <a:solidFill>
                  <a:srgbClr val="FF0000"/>
                </a:solidFill>
                <a:latin typeface="Calibri" panose="020F0502020204030204" pitchFamily="34" charset="0"/>
                <a:cs typeface="Calibri" panose="020F0502020204030204" pitchFamily="34" charset="0"/>
              </a:rPr>
              <a:t>Ví</a:t>
            </a:r>
            <a:r>
              <a:rPr lang="en-US" b="1" dirty="0">
                <a:solidFill>
                  <a:srgbClr val="FF0000"/>
                </a:solidFill>
                <a:latin typeface="Calibri" panose="020F0502020204030204" pitchFamily="34" charset="0"/>
                <a:cs typeface="Calibri" panose="020F0502020204030204" pitchFamily="34" charset="0"/>
              </a:rPr>
              <a:t> </a:t>
            </a:r>
            <a:r>
              <a:rPr lang="en-US" b="1" dirty="0" err="1">
                <a:solidFill>
                  <a:srgbClr val="FF0000"/>
                </a:solidFill>
                <a:latin typeface="Calibri" panose="020F0502020204030204" pitchFamily="34" charset="0"/>
                <a:cs typeface="Calibri" panose="020F0502020204030204" pitchFamily="34" charset="0"/>
              </a:rPr>
              <a:t>dụ</a:t>
            </a:r>
            <a:r>
              <a:rPr lang="en-US" b="1" dirty="0">
                <a:solidFill>
                  <a:srgbClr val="FF0000"/>
                </a:solidFill>
                <a:latin typeface="Calibri" panose="020F0502020204030204" pitchFamily="34" charset="0"/>
                <a:cs typeface="Calibri" panose="020F0502020204030204" pitchFamily="34" charset="0"/>
              </a:rPr>
              <a:t> 2</a:t>
            </a:r>
          </a:p>
          <a:p>
            <a:pPr algn="just">
              <a:defRPr/>
            </a:pPr>
            <a:r>
              <a:rPr lang="en-US" dirty="0">
                <a:latin typeface="Calibri" panose="020F0502020204030204" pitchFamily="34" charset="0"/>
                <a:cs typeface="Calibri" panose="020F0502020204030204" pitchFamily="34" charset="0"/>
              </a:rPr>
              <a:t>Client </a:t>
            </a:r>
            <a:r>
              <a:rPr lang="en-US" dirty="0" err="1">
                <a:latin typeface="Calibri" panose="020F0502020204030204" pitchFamily="34" charset="0"/>
                <a:cs typeface="Calibri" panose="020F0502020204030204" pitchFamily="34" charset="0"/>
              </a:rPr>
              <a:t>gửi</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cho</a:t>
            </a:r>
            <a:r>
              <a:rPr lang="en-US" dirty="0">
                <a:latin typeface="Calibri" panose="020F0502020204030204" pitchFamily="34" charset="0"/>
                <a:cs typeface="Calibri" panose="020F0502020204030204" pitchFamily="34" charset="0"/>
              </a:rPr>
              <a:t> Server 1 </a:t>
            </a:r>
            <a:r>
              <a:rPr lang="en-US" dirty="0" err="1">
                <a:latin typeface="Calibri" panose="020F0502020204030204" pitchFamily="34" charset="0"/>
                <a:cs typeface="Calibri" panose="020F0502020204030204" pitchFamily="34" charset="0"/>
              </a:rPr>
              <a:t>số</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nguyên</a:t>
            </a:r>
            <a:r>
              <a:rPr lang="en-US" dirty="0">
                <a:latin typeface="Calibri" panose="020F0502020204030204" pitchFamily="34" charset="0"/>
                <a:cs typeface="Calibri" panose="020F0502020204030204" pitchFamily="34" charset="0"/>
              </a:rPr>
              <a:t> k </a:t>
            </a:r>
            <a:r>
              <a:rPr lang="en-US" dirty="0" err="1">
                <a:latin typeface="Calibri" panose="020F0502020204030204" pitchFamily="34" charset="0"/>
                <a:cs typeface="Calibri" panose="020F0502020204030204" pitchFamily="34" charset="0"/>
              </a:rPr>
              <a:t>nhập</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từ</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bàn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phím</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đến</a:t>
            </a:r>
            <a:r>
              <a:rPr lang="en-US" dirty="0">
                <a:latin typeface="Calibri" panose="020F0502020204030204" pitchFamily="34" charset="0"/>
                <a:cs typeface="Calibri" panose="020F0502020204030204" pitchFamily="34" charset="0"/>
              </a:rPr>
              <a:t> Server.</a:t>
            </a:r>
          </a:p>
          <a:p>
            <a:pPr algn="just">
              <a:defRPr/>
            </a:pPr>
            <a:r>
              <a:rPr lang="en-US" dirty="0" err="1">
                <a:latin typeface="Calibri" panose="020F0502020204030204" pitchFamily="34" charset="0"/>
                <a:cs typeface="Calibri" panose="020F0502020204030204" pitchFamily="34" charset="0"/>
              </a:rPr>
              <a:t>Yêu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cầu</a:t>
            </a:r>
            <a:r>
              <a:rPr lang="en-US" dirty="0">
                <a:latin typeface="Calibri" panose="020F0502020204030204" pitchFamily="34" charset="0"/>
                <a:cs typeface="Calibri" panose="020F0502020204030204" pitchFamily="34" charset="0"/>
              </a:rPr>
              <a:t> : Server </a:t>
            </a:r>
            <a:r>
              <a:rPr lang="en-US" dirty="0" err="1">
                <a:latin typeface="Calibri" panose="020F0502020204030204" pitchFamily="34" charset="0"/>
                <a:cs typeface="Calibri" panose="020F0502020204030204" pitchFamily="34" charset="0"/>
              </a:rPr>
              <a:t>tính</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tổng</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của</a:t>
            </a:r>
            <a:r>
              <a:rPr lang="en-US" dirty="0">
                <a:latin typeface="Calibri" panose="020F0502020204030204" pitchFamily="34" charset="0"/>
                <a:cs typeface="Calibri" panose="020F0502020204030204" pitchFamily="34" charset="0"/>
              </a:rPr>
              <a:t> k </a:t>
            </a:r>
            <a:r>
              <a:rPr lang="en-US" dirty="0" err="1">
                <a:latin typeface="Calibri" panose="020F0502020204030204" pitchFamily="34" charset="0"/>
                <a:cs typeface="Calibri" panose="020F0502020204030204" pitchFamily="34" charset="0"/>
              </a:rPr>
              <a:t>số</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tự</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nhiên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đầu</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tiên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và</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hiển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thị</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kết</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quả</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trên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màn</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hình</a:t>
            </a:r>
            <a:r>
              <a:rPr lang="en-US" dirty="0">
                <a:latin typeface="Calibri" panose="020F0502020204030204" pitchFamily="34" charset="0"/>
                <a:cs typeface="Calibri" panose="020F0502020204030204" pitchFamily="34" charset="0"/>
              </a:rPr>
              <a:t> Client </a:t>
            </a:r>
            <a:r>
              <a:rPr lang="en-US" dirty="0" err="1">
                <a:latin typeface="Calibri" panose="020F0502020204030204" pitchFamily="34" charset="0"/>
                <a:cs typeface="Calibri" panose="020F0502020204030204" pitchFamily="34" charset="0"/>
              </a:rPr>
              <a:t>theo</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kỹ</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thuật</a:t>
            </a:r>
            <a:r>
              <a:rPr lang="en-US" dirty="0">
                <a:latin typeface="Calibri" panose="020F0502020204030204" pitchFamily="34" charset="0"/>
                <a:cs typeface="Calibri" panose="020F0502020204030204" pitchFamily="34" charset="0"/>
              </a:rPr>
              <a:t> RMI</a:t>
            </a:r>
            <a:endParaRPr lang="en-US" b="1" dirty="0">
              <a:latin typeface="Calibri" panose="020F0502020204030204" pitchFamily="34" charset="0"/>
              <a:cs typeface="Calibri" panose="020F0502020204030204" pitchFamily="34" charset="0"/>
            </a:endParaRPr>
          </a:p>
          <a:p>
            <a:pPr marL="342900" indent="-342900">
              <a:buFont typeface="Arial" pitchFamily="34" charset="0"/>
              <a:buChar char="•"/>
              <a:defRPr/>
            </a:pP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6">
            <a:extLst>
              <a:ext uri="{FF2B5EF4-FFF2-40B4-BE49-F238E27FC236}">
                <a16:creationId xmlns:a16="http://schemas.microsoft.com/office/drawing/2014/main" id="{DE1DDA68-9AC6-D1C7-0ABF-267CF159A740}"/>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8" name="Text Box 4">
            <a:extLst>
              <a:ext uri="{FF2B5EF4-FFF2-40B4-BE49-F238E27FC236}">
                <a16:creationId xmlns:a16="http://schemas.microsoft.com/office/drawing/2014/main" id="{5DD46279-31CF-92C6-607A-200E5129D465}"/>
              </a:ext>
            </a:extLst>
          </p:cNvPr>
          <p:cNvSpPr txBox="1">
            <a:spLocks noChangeArrowheads="1"/>
          </p:cNvSpPr>
          <p:nvPr/>
        </p:nvSpPr>
        <p:spPr bwMode="auto">
          <a:xfrm>
            <a:off x="2133600" y="1752601"/>
            <a:ext cx="8458200" cy="2308324"/>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just">
              <a:defRPr/>
            </a:pPr>
            <a:endParaRPr lang="en-US" sz="2400" dirty="0"/>
          </a:p>
          <a:p>
            <a:pPr algn="just">
              <a:defRPr/>
            </a:pPr>
            <a:endParaRPr lang="en-US" sz="2400" dirty="0"/>
          </a:p>
          <a:p>
            <a:pPr algn="l">
              <a:defRPr/>
            </a:pPr>
            <a:r>
              <a:rPr lang="en-US" sz="2400" dirty="0"/>
              <a:t>  </a:t>
            </a:r>
          </a:p>
          <a:p>
            <a:pPr algn="just">
              <a:defRPr/>
            </a:pPr>
            <a:endParaRPr lang="en-US" sz="2400" dirty="0"/>
          </a:p>
          <a:p>
            <a:pPr algn="just">
              <a:defRPr/>
            </a:pPr>
            <a:r>
              <a:rPr lang="en-US" sz="2400" b="1" dirty="0"/>
              <a:t>	</a:t>
            </a:r>
          </a:p>
          <a:p>
            <a:pPr marL="342900" indent="-342900">
              <a:buFont typeface="Arial" pitchFamily="34" charset="0"/>
              <a:buChar char="•"/>
              <a:defRPr/>
            </a:pPr>
            <a:endParaRPr lang="en-US" sz="2400" dirty="0"/>
          </a:p>
        </p:txBody>
      </p:sp>
      <p:sp>
        <p:nvSpPr>
          <p:cNvPr id="26628" name="Rectangle 2">
            <a:extLst>
              <a:ext uri="{FF2B5EF4-FFF2-40B4-BE49-F238E27FC236}">
                <a16:creationId xmlns:a16="http://schemas.microsoft.com/office/drawing/2014/main" id="{143F94A7-94AD-8E4B-1D39-D1AAC8BD2B5B}"/>
              </a:ext>
            </a:extLst>
          </p:cNvPr>
          <p:cNvSpPr>
            <a:spLocks noChangeArrowheads="1"/>
          </p:cNvSpPr>
          <p:nvPr/>
        </p:nvSpPr>
        <p:spPr bwMode="auto">
          <a:xfrm>
            <a:off x="1981200" y="152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800" b="1" dirty="0">
              <a:solidFill>
                <a:srgbClr val="FF0000"/>
              </a:solidFill>
              <a:latin typeface="Times New Roman" panose="02020603050405020304" pitchFamily="18" charset="0"/>
              <a:cs typeface="Times New Roman" panose="02020603050405020304" pitchFamily="18" charset="0"/>
            </a:endParaRPr>
          </a:p>
        </p:txBody>
      </p:sp>
      <p:pic>
        <p:nvPicPr>
          <p:cNvPr id="26629" name="Picture 7">
            <a:extLst>
              <a:ext uri="{FF2B5EF4-FFF2-40B4-BE49-F238E27FC236}">
                <a16:creationId xmlns:a16="http://schemas.microsoft.com/office/drawing/2014/main" id="{B33194D3-CBC8-F044-1462-F1ACE2034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2819400"/>
            <a:ext cx="7242175"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pic>
      <p:sp>
        <p:nvSpPr>
          <p:cNvPr id="4" name="Title 3">
            <a:extLst>
              <a:ext uri="{FF2B5EF4-FFF2-40B4-BE49-F238E27FC236}">
                <a16:creationId xmlns:a16="http://schemas.microsoft.com/office/drawing/2014/main" id="{84FD5096-4644-E113-680B-07F7EF81DD1C}"/>
              </a:ext>
            </a:extLst>
          </p:cNvPr>
          <p:cNvSpPr>
            <a:spLocks noGrp="1"/>
          </p:cNvSpPr>
          <p:nvPr>
            <p:ph type="title"/>
          </p:nvPr>
        </p:nvSpPr>
        <p:spPr/>
        <p:txBody>
          <a:bodyPr>
            <a:normAutofit/>
          </a:bodyPr>
          <a:lstStyle/>
          <a:p>
            <a:r>
              <a:rPr lang="en-US" dirty="0"/>
              <a:t>PHÁT TRIỂN UD PHÂN TÁN VỚI JAVARMI</a:t>
            </a:r>
          </a:p>
        </p:txBody>
      </p:sp>
      <p:sp>
        <p:nvSpPr>
          <p:cNvPr id="5" name="Content Placeholder 4">
            <a:extLst>
              <a:ext uri="{FF2B5EF4-FFF2-40B4-BE49-F238E27FC236}">
                <a16:creationId xmlns:a16="http://schemas.microsoft.com/office/drawing/2014/main" id="{38F7EB92-C455-F8AC-65A5-BD6F32FCB6C0}"/>
              </a:ext>
            </a:extLst>
          </p:cNvPr>
          <p:cNvSpPr>
            <a:spLocks noGrp="1"/>
          </p:cNvSpPr>
          <p:nvPr>
            <p:ph idx="1"/>
          </p:nvPr>
        </p:nvSpPr>
        <p:spPr>
          <a:xfrm>
            <a:off x="952500" y="1767682"/>
            <a:ext cx="10515600" cy="4576763"/>
          </a:xfrm>
        </p:spPr>
        <p:txBody>
          <a:bodyPr/>
          <a:lstStyle/>
          <a:p>
            <a:pPr marL="0" indent="0">
              <a:buNone/>
            </a:pPr>
            <a:r>
              <a:rPr lang="en-US" altLang="en-US" sz="2800" b="1" dirty="0" err="1">
                <a:solidFill>
                  <a:srgbClr val="C00000"/>
                </a:solidFill>
                <a:latin typeface="Calibri" panose="020F0502020204030204" pitchFamily="34" charset="0"/>
                <a:cs typeface="Calibri" panose="020F0502020204030204" pitchFamily="34" charset="0"/>
              </a:rPr>
              <a:t>Ví</a:t>
            </a:r>
            <a:r>
              <a:rPr lang="en-US" altLang="en-US" sz="2800" b="1" dirty="0">
                <a:solidFill>
                  <a:srgbClr val="C00000"/>
                </a:solidFill>
                <a:latin typeface="Calibri" panose="020F0502020204030204" pitchFamily="34" charset="0"/>
                <a:cs typeface="Calibri" panose="020F0502020204030204" pitchFamily="34" charset="0"/>
              </a:rPr>
              <a:t> </a:t>
            </a:r>
            <a:r>
              <a:rPr lang="en-US" altLang="en-US" sz="2800" b="1" dirty="0" err="1">
                <a:solidFill>
                  <a:srgbClr val="C00000"/>
                </a:solidFill>
                <a:latin typeface="Calibri" panose="020F0502020204030204" pitchFamily="34" charset="0"/>
                <a:cs typeface="Calibri" panose="020F0502020204030204" pitchFamily="34" charset="0"/>
              </a:rPr>
              <a:t>dụ</a:t>
            </a:r>
            <a:r>
              <a:rPr lang="en-US" altLang="en-US" sz="2800" b="1" dirty="0">
                <a:solidFill>
                  <a:srgbClr val="C00000"/>
                </a:solidFill>
                <a:latin typeface="Calibri" panose="020F0502020204030204" pitchFamily="34" charset="0"/>
                <a:cs typeface="Calibri" panose="020F0502020204030204" pitchFamily="34" charset="0"/>
              </a:rPr>
              <a:t> 1</a:t>
            </a:r>
          </a:p>
          <a:p>
            <a:r>
              <a:rPr lang="en-US" altLang="en-US" sz="2800" dirty="0">
                <a:latin typeface="Calibri" panose="020F0502020204030204" pitchFamily="34" charset="0"/>
                <a:cs typeface="Calibri" panose="020F0502020204030204" pitchFamily="34" charset="0"/>
              </a:rPr>
              <a:t> B1 : </a:t>
            </a:r>
            <a:r>
              <a:rPr lang="en-US" altLang="en-US" sz="2800" dirty="0" err="1">
                <a:latin typeface="Calibri" panose="020F0502020204030204" pitchFamily="34" charset="0"/>
                <a:cs typeface="Calibri" panose="020F0502020204030204" pitchFamily="34" charset="0"/>
              </a:rPr>
              <a:t>Tạo</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lớp</a:t>
            </a:r>
            <a:r>
              <a:rPr lang="en-US" altLang="en-US" sz="2800" dirty="0">
                <a:latin typeface="Calibri" panose="020F0502020204030204" pitchFamily="34" charset="0"/>
                <a:cs typeface="Calibri" panose="020F0502020204030204" pitchFamily="34" charset="0"/>
              </a:rPr>
              <a:t> Interface (Xinchao.java)</a:t>
            </a:r>
          </a:p>
          <a:p>
            <a:endParaRPr lang="en-US" altLang="en-US" sz="2800" b="1" dirty="0">
              <a:solidFill>
                <a:srgbClr val="C00000"/>
              </a:solidFill>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6">
            <a:extLst>
              <a:ext uri="{FF2B5EF4-FFF2-40B4-BE49-F238E27FC236}">
                <a16:creationId xmlns:a16="http://schemas.microsoft.com/office/drawing/2014/main" id="{1F4EF5ED-CF05-CD1E-0280-AAC7837B1F11}"/>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8" name="Text Box 4">
            <a:extLst>
              <a:ext uri="{FF2B5EF4-FFF2-40B4-BE49-F238E27FC236}">
                <a16:creationId xmlns:a16="http://schemas.microsoft.com/office/drawing/2014/main" id="{5084E355-AA49-C81C-D1C2-D7E4E989510E}"/>
              </a:ext>
            </a:extLst>
          </p:cNvPr>
          <p:cNvSpPr txBox="1">
            <a:spLocks noChangeArrowheads="1"/>
          </p:cNvSpPr>
          <p:nvPr/>
        </p:nvSpPr>
        <p:spPr bwMode="auto">
          <a:xfrm>
            <a:off x="2057400" y="1601789"/>
            <a:ext cx="8229600" cy="378565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buFontTx/>
              <a:buChar char="•"/>
              <a:defRPr/>
            </a:pPr>
            <a:endParaRPr lang="en-US" sz="2400" dirty="0">
              <a:latin typeface="Times New Roman" pitchFamily="18" charset="0"/>
              <a:cs typeface="Times New Roman" pitchFamily="18" charset="0"/>
            </a:endParaRPr>
          </a:p>
          <a:p>
            <a:pPr algn="just">
              <a:defRPr/>
            </a:pPr>
            <a:r>
              <a:rPr lang="en-US" sz="2400" b="1" dirty="0">
                <a:latin typeface="Times New Roman" pitchFamily="18" charset="0"/>
                <a:cs typeface="Times New Roman" pitchFamily="18" charset="0"/>
              </a:rPr>
              <a:t>	</a:t>
            </a:r>
          </a:p>
          <a:p>
            <a:pPr marL="342900" indent="-342900">
              <a:buFont typeface="Arial" pitchFamily="34" charset="0"/>
              <a:buChar char="•"/>
              <a:defRPr/>
            </a:pPr>
            <a:endParaRPr lang="en-US" sz="2400" dirty="0">
              <a:latin typeface="Times New Roman" pitchFamily="18" charset="0"/>
              <a:cs typeface="Times New Roman" pitchFamily="18" charset="0"/>
            </a:endParaRPr>
          </a:p>
        </p:txBody>
      </p:sp>
      <p:pic>
        <p:nvPicPr>
          <p:cNvPr id="27652" name="Picture 2">
            <a:extLst>
              <a:ext uri="{FF2B5EF4-FFF2-40B4-BE49-F238E27FC236}">
                <a16:creationId xmlns:a16="http://schemas.microsoft.com/office/drawing/2014/main" id="{F50DA232-4A48-97A6-8960-4EF74301F0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114" y="2495550"/>
            <a:ext cx="6948487"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pic>
      <p:sp>
        <p:nvSpPr>
          <p:cNvPr id="2" name="Title 1">
            <a:extLst>
              <a:ext uri="{FF2B5EF4-FFF2-40B4-BE49-F238E27FC236}">
                <a16:creationId xmlns:a16="http://schemas.microsoft.com/office/drawing/2014/main" id="{9F201FF9-7095-2406-AA43-6B3AE1D31DB7}"/>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F1C93AF1-A7F9-37C4-E372-B003CDFBE65D}"/>
              </a:ext>
            </a:extLst>
          </p:cNvPr>
          <p:cNvSpPr>
            <a:spLocks noGrp="1"/>
          </p:cNvSpPr>
          <p:nvPr>
            <p:ph idx="1"/>
          </p:nvPr>
        </p:nvSpPr>
        <p:spPr/>
        <p:txBody>
          <a:bodyPr/>
          <a:lstStyle/>
          <a:p>
            <a:r>
              <a:rPr lang="en-US" dirty="0"/>
              <a:t> B2 : </a:t>
            </a:r>
            <a:r>
              <a:rPr lang="en-US" dirty="0" err="1"/>
              <a:t>Cài</a:t>
            </a:r>
            <a:r>
              <a:rPr lang="en-US" dirty="0"/>
              <a:t> </a:t>
            </a:r>
            <a:r>
              <a:rPr lang="en-US" dirty="0" err="1"/>
              <a:t>đặt</a:t>
            </a:r>
            <a:r>
              <a:rPr lang="en-US" dirty="0"/>
              <a:t> </a:t>
            </a:r>
            <a:r>
              <a:rPr lang="en-US" dirty="0" err="1"/>
              <a:t>lớp</a:t>
            </a:r>
            <a:r>
              <a:rPr lang="en-US" dirty="0"/>
              <a:t> </a:t>
            </a:r>
            <a:r>
              <a:rPr lang="en-US" dirty="0" err="1"/>
              <a:t>thực</a:t>
            </a:r>
            <a:r>
              <a:rPr lang="en-US" dirty="0"/>
              <a:t> </a:t>
            </a:r>
            <a:r>
              <a:rPr lang="en-US" dirty="0" err="1"/>
              <a:t>hiện</a:t>
            </a:r>
            <a:r>
              <a:rPr lang="en-US" dirty="0"/>
              <a:t> </a:t>
            </a:r>
            <a:r>
              <a:rPr lang="en-US" dirty="0" err="1"/>
              <a:t>từ</a:t>
            </a:r>
            <a:r>
              <a:rPr lang="en-US" dirty="0"/>
              <a:t> </a:t>
            </a:r>
            <a:r>
              <a:rPr lang="en-US" dirty="0" err="1"/>
              <a:t>lớp</a:t>
            </a:r>
            <a:r>
              <a:rPr lang="en-US" dirty="0"/>
              <a:t> Interface (XinchaoImpl.java)</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6">
            <a:extLst>
              <a:ext uri="{FF2B5EF4-FFF2-40B4-BE49-F238E27FC236}">
                <a16:creationId xmlns:a16="http://schemas.microsoft.com/office/drawing/2014/main" id="{6E89B55B-3256-FC6C-0013-9AB70EC847A7}"/>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8" name="Text Box 4">
            <a:extLst>
              <a:ext uri="{FF2B5EF4-FFF2-40B4-BE49-F238E27FC236}">
                <a16:creationId xmlns:a16="http://schemas.microsoft.com/office/drawing/2014/main" id="{B86B4B5B-2921-46D5-E510-3D08F9A888AA}"/>
              </a:ext>
            </a:extLst>
          </p:cNvPr>
          <p:cNvSpPr txBox="1">
            <a:spLocks noChangeArrowheads="1"/>
          </p:cNvSpPr>
          <p:nvPr/>
        </p:nvSpPr>
        <p:spPr bwMode="auto">
          <a:xfrm>
            <a:off x="2057400" y="1601789"/>
            <a:ext cx="8458200" cy="378565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defRPr/>
            </a:pPr>
            <a:endParaRPr lang="en-US" sz="2400" dirty="0">
              <a:latin typeface="Times New Roman" pitchFamily="18" charset="0"/>
              <a:cs typeface="Times New Roman" pitchFamily="18" charset="0"/>
            </a:endParaRPr>
          </a:p>
          <a:p>
            <a:pPr algn="just">
              <a:buFontTx/>
              <a:buChar char="•"/>
              <a:defRPr/>
            </a:pPr>
            <a:endParaRPr lang="en-US" sz="2400" dirty="0">
              <a:latin typeface="Times New Roman" pitchFamily="18" charset="0"/>
              <a:cs typeface="Times New Roman" pitchFamily="18" charset="0"/>
            </a:endParaRPr>
          </a:p>
          <a:p>
            <a:pPr marL="342900" indent="-342900">
              <a:buFont typeface="Arial" pitchFamily="34" charset="0"/>
              <a:buChar char="•"/>
              <a:defRPr/>
            </a:pPr>
            <a:endParaRPr lang="en-US" sz="2400" dirty="0">
              <a:latin typeface="Times New Roman" pitchFamily="18" charset="0"/>
              <a:cs typeface="Times New Roman" pitchFamily="18" charset="0"/>
            </a:endParaRPr>
          </a:p>
        </p:txBody>
      </p:sp>
      <p:pic>
        <p:nvPicPr>
          <p:cNvPr id="28676" name="Picture 2">
            <a:extLst>
              <a:ext uri="{FF2B5EF4-FFF2-40B4-BE49-F238E27FC236}">
                <a16:creationId xmlns:a16="http://schemas.microsoft.com/office/drawing/2014/main" id="{70CCADF7-FA4F-EEC6-4A85-C3AC8B94C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076" y="2590800"/>
            <a:ext cx="709612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pic>
      <p:sp>
        <p:nvSpPr>
          <p:cNvPr id="2" name="Title 1">
            <a:extLst>
              <a:ext uri="{FF2B5EF4-FFF2-40B4-BE49-F238E27FC236}">
                <a16:creationId xmlns:a16="http://schemas.microsoft.com/office/drawing/2014/main" id="{D59AAB37-0E75-F5BD-D5C6-75220E48F06F}"/>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57010F50-AA16-AA54-ECEB-F923D5DB995B}"/>
              </a:ext>
            </a:extLst>
          </p:cNvPr>
          <p:cNvSpPr>
            <a:spLocks noGrp="1"/>
          </p:cNvSpPr>
          <p:nvPr>
            <p:ph idx="1"/>
          </p:nvPr>
        </p:nvSpPr>
        <p:spPr>
          <a:xfrm>
            <a:off x="795338" y="1590903"/>
            <a:ext cx="10515600" cy="4576763"/>
          </a:xfrm>
        </p:spPr>
        <p:txBody>
          <a:bodyPr/>
          <a:lstStyle/>
          <a:p>
            <a:pPr algn="l">
              <a:buFontTx/>
              <a:buChar char="•"/>
              <a:defRPr/>
            </a:pPr>
            <a:r>
              <a:rPr lang="en-US" sz="2800" dirty="0">
                <a:latin typeface="Calibri" panose="020F0502020204030204" pitchFamily="34" charset="0"/>
                <a:cs typeface="Calibri" panose="020F0502020204030204" pitchFamily="34" charset="0"/>
              </a:rPr>
              <a:t> B3 : </a:t>
            </a:r>
            <a:r>
              <a:rPr lang="en-US" sz="2800" dirty="0" err="1">
                <a:latin typeface="Calibri" panose="020F0502020204030204" pitchFamily="34" charset="0"/>
                <a:cs typeface="Calibri" panose="020F0502020204030204" pitchFamily="34" charset="0"/>
              </a:rPr>
              <a:t>Xây</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dựng</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đối</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tượng</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phân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tán</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trên</a:t>
            </a:r>
            <a:r>
              <a:rPr lang="en-US" sz="2800" dirty="0">
                <a:latin typeface="Calibri" panose="020F0502020204030204" pitchFamily="34" charset="0"/>
                <a:cs typeface="Calibri" panose="020F0502020204030204" pitchFamily="34" charset="0"/>
              </a:rPr>
              <a:t> Server </a:t>
            </a:r>
            <a:r>
              <a:rPr lang="en-US" sz="2800" dirty="0">
                <a:solidFill>
                  <a:srgbClr val="C00000"/>
                </a:solidFill>
                <a:latin typeface="Calibri" panose="020F0502020204030204" pitchFamily="34" charset="0"/>
                <a:cs typeface="Calibri" panose="020F0502020204030204" pitchFamily="34" charset="0"/>
              </a:rPr>
              <a:t>(Server.java)</a:t>
            </a: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6">
            <a:extLst>
              <a:ext uri="{FF2B5EF4-FFF2-40B4-BE49-F238E27FC236}">
                <a16:creationId xmlns:a16="http://schemas.microsoft.com/office/drawing/2014/main" id="{DD4FC78F-BFA4-51D2-D0BF-6625485B59F0}"/>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pic>
        <p:nvPicPr>
          <p:cNvPr id="29701" name="Picture 3">
            <a:extLst>
              <a:ext uri="{FF2B5EF4-FFF2-40B4-BE49-F238E27FC236}">
                <a16:creationId xmlns:a16="http://schemas.microsoft.com/office/drawing/2014/main" id="{2C5D3BB5-0A67-F00A-BE02-5BF23F806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3676" y="2438400"/>
            <a:ext cx="6638925"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pic>
      <p:sp>
        <p:nvSpPr>
          <p:cNvPr id="2" name="Title 1">
            <a:extLst>
              <a:ext uri="{FF2B5EF4-FFF2-40B4-BE49-F238E27FC236}">
                <a16:creationId xmlns:a16="http://schemas.microsoft.com/office/drawing/2014/main" id="{7AFFC564-597D-9551-8E7B-B26248C2B411}"/>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ACA79CE7-2B01-7478-9879-86B50125E4EE}"/>
              </a:ext>
            </a:extLst>
          </p:cNvPr>
          <p:cNvSpPr>
            <a:spLocks noGrp="1"/>
          </p:cNvSpPr>
          <p:nvPr>
            <p:ph idx="1"/>
          </p:nvPr>
        </p:nvSpPr>
        <p:spPr>
          <a:xfrm>
            <a:off x="1028700" y="1620612"/>
            <a:ext cx="10515600" cy="4576763"/>
          </a:xfrm>
        </p:spPr>
        <p:txBody>
          <a:bodyPr/>
          <a:lstStyle/>
          <a:p>
            <a:pPr algn="l">
              <a:buFontTx/>
              <a:buChar char="•"/>
              <a:defRPr/>
            </a:pPr>
            <a:r>
              <a:rPr lang="en-US" sz="2800" dirty="0">
                <a:latin typeface="Calibri" panose="020F0502020204030204" pitchFamily="34" charset="0"/>
                <a:cs typeface="Calibri" panose="020F0502020204030204" pitchFamily="34" charset="0"/>
              </a:rPr>
              <a:t> B4 : </a:t>
            </a:r>
            <a:r>
              <a:rPr lang="en-US" sz="2800" dirty="0" err="1">
                <a:latin typeface="Calibri" panose="020F0502020204030204" pitchFamily="34" charset="0"/>
                <a:cs typeface="Calibri" panose="020F0502020204030204" pitchFamily="34" charset="0"/>
              </a:rPr>
              <a:t>Xây</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dựng</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chương</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trình</a:t>
            </a:r>
            <a:r>
              <a:rPr lang="en-US" sz="2800" dirty="0">
                <a:latin typeface="Calibri" panose="020F0502020204030204" pitchFamily="34" charset="0"/>
                <a:cs typeface="Calibri" panose="020F0502020204030204" pitchFamily="34" charset="0"/>
              </a:rPr>
              <a:t> Client </a:t>
            </a:r>
            <a:r>
              <a:rPr lang="en-US" sz="2800" dirty="0">
                <a:solidFill>
                  <a:srgbClr val="C00000"/>
                </a:solidFill>
                <a:latin typeface="Calibri" panose="020F0502020204030204" pitchFamily="34" charset="0"/>
                <a:cs typeface="Calibri" panose="020F0502020204030204" pitchFamily="34" charset="0"/>
              </a:rPr>
              <a:t>(Client.java)</a:t>
            </a: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6">
            <a:extLst>
              <a:ext uri="{FF2B5EF4-FFF2-40B4-BE49-F238E27FC236}">
                <a16:creationId xmlns:a16="http://schemas.microsoft.com/office/drawing/2014/main" id="{F576A120-C018-FDCE-979A-69D61DF46CEB}"/>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0723" name="Text Box 4">
            <a:extLst>
              <a:ext uri="{FF2B5EF4-FFF2-40B4-BE49-F238E27FC236}">
                <a16:creationId xmlns:a16="http://schemas.microsoft.com/office/drawing/2014/main" id="{E94CC830-9345-BA93-7108-F18B858EA809}"/>
              </a:ext>
            </a:extLst>
          </p:cNvPr>
          <p:cNvSpPr txBox="1">
            <a:spLocks noChangeArrowheads="1"/>
          </p:cNvSpPr>
          <p:nvPr/>
        </p:nvSpPr>
        <p:spPr bwMode="auto">
          <a:xfrm>
            <a:off x="1966232" y="2391311"/>
            <a:ext cx="84582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lvl="1" algn="l"/>
            <a:r>
              <a:rPr lang="en-US" altLang="en-US" sz="2000" dirty="0">
                <a:latin typeface="Times New Roman" panose="02020603050405020304" pitchFamily="18" charset="0"/>
                <a:cs typeface="Times New Roman" panose="02020603050405020304" pitchFamily="18" charset="0"/>
              </a:rPr>
              <a:t>ECHO OFF</a:t>
            </a:r>
          </a:p>
          <a:p>
            <a:pPr lvl="1" algn="l"/>
            <a:r>
              <a:rPr lang="en-US" altLang="en-US" sz="2000" dirty="0">
                <a:latin typeface="Times New Roman" panose="02020603050405020304" pitchFamily="18" charset="0"/>
                <a:cs typeface="Times New Roman" panose="02020603050405020304" pitchFamily="18" charset="0"/>
              </a:rPr>
              <a:t>Echo	---------------------------------------------------- </a:t>
            </a:r>
          </a:p>
          <a:p>
            <a:pPr lvl="1" algn="l"/>
            <a:r>
              <a:rPr lang="en-US" altLang="en-US" sz="2000" dirty="0">
                <a:latin typeface="Times New Roman" panose="02020603050405020304" pitchFamily="18" charset="0"/>
                <a:cs typeface="Times New Roman" panose="02020603050405020304" pitchFamily="18" charset="0"/>
              </a:rPr>
              <a:t>Echo		CHUONG TRINH COMPILE</a:t>
            </a:r>
          </a:p>
          <a:p>
            <a:pPr lvl="1" algn="l"/>
            <a:r>
              <a:rPr lang="en-US" altLang="en-US" sz="2000" dirty="0">
                <a:latin typeface="Times New Roman" panose="02020603050405020304" pitchFamily="18" charset="0"/>
                <a:cs typeface="Times New Roman" panose="02020603050405020304" pitchFamily="18" charset="0"/>
              </a:rPr>
              <a:t>Echo	---------------------------------------------------- </a:t>
            </a:r>
          </a:p>
          <a:p>
            <a:pPr lvl="1" algn="l"/>
            <a:r>
              <a:rPr lang="en-US" altLang="en-US" sz="2000" dirty="0">
                <a:latin typeface="Times New Roman" panose="02020603050405020304" pitchFamily="18" charset="0"/>
                <a:cs typeface="Times New Roman" panose="02020603050405020304" pitchFamily="18" charset="0"/>
              </a:rPr>
              <a:t>Path= C:\Program Files\Java\jdk1.7.0_01\bin</a:t>
            </a:r>
          </a:p>
          <a:p>
            <a:pPr lvl="1" algn="l"/>
            <a:r>
              <a:rPr lang="en-US" altLang="en-US" sz="2000" dirty="0">
                <a:latin typeface="Times New Roman" panose="02020603050405020304" pitchFamily="18" charset="0"/>
                <a:cs typeface="Times New Roman" panose="02020603050405020304" pitchFamily="18" charset="0"/>
              </a:rPr>
              <a:t>Echo -----------Dich </a:t>
            </a:r>
            <a:r>
              <a:rPr lang="en-US" altLang="en-US" sz="2000" dirty="0" err="1">
                <a:latin typeface="Times New Roman" panose="02020603050405020304" pitchFamily="18" charset="0"/>
                <a:cs typeface="Times New Roman" panose="02020603050405020304" pitchFamily="18" charset="0"/>
              </a:rPr>
              <a:t>cac</a:t>
            </a:r>
            <a:r>
              <a:rPr lang="en-US" altLang="en-US" sz="2000" dirty="0">
                <a:latin typeface="Times New Roman" panose="02020603050405020304" pitchFamily="18" charset="0"/>
                <a:cs typeface="Times New Roman" panose="02020603050405020304" pitchFamily="18" charset="0"/>
              </a:rPr>
              <a:t> tap tin *.java	--------- </a:t>
            </a:r>
          </a:p>
          <a:p>
            <a:pPr lvl="1" algn="l"/>
            <a:r>
              <a:rPr lang="en-US" altLang="en-US" sz="2000" dirty="0">
                <a:latin typeface="Times New Roman" panose="02020603050405020304" pitchFamily="18" charset="0"/>
                <a:cs typeface="Times New Roman" panose="02020603050405020304" pitchFamily="18" charset="0"/>
              </a:rPr>
              <a:t>del *.class</a:t>
            </a:r>
          </a:p>
          <a:p>
            <a:pPr lvl="1" algn="l"/>
            <a:r>
              <a:rPr lang="en-US" altLang="en-US" sz="2000" dirty="0" err="1">
                <a:latin typeface="Times New Roman" panose="02020603050405020304" pitchFamily="18" charset="0"/>
                <a:cs typeface="Times New Roman" panose="02020603050405020304" pitchFamily="18" charset="0"/>
              </a:rPr>
              <a:t>javac</a:t>
            </a:r>
            <a:r>
              <a:rPr lang="en-US" altLang="en-US" sz="2000" dirty="0">
                <a:latin typeface="Times New Roman" panose="02020603050405020304" pitchFamily="18" charset="0"/>
                <a:cs typeface="Times New Roman" panose="02020603050405020304" pitchFamily="18" charset="0"/>
              </a:rPr>
              <a:t> *.java</a:t>
            </a:r>
          </a:p>
          <a:p>
            <a:pPr lvl="1" algn="l"/>
            <a:r>
              <a:rPr lang="en-US" altLang="en-US" sz="2000" dirty="0">
                <a:latin typeface="Times New Roman" panose="02020603050405020304" pitchFamily="18" charset="0"/>
                <a:cs typeface="Times New Roman" panose="02020603050405020304" pitchFamily="18" charset="0"/>
              </a:rPr>
              <a:t>Echo ----Tao tap tin </a:t>
            </a:r>
            <a:r>
              <a:rPr lang="en-US" altLang="en-US" sz="2000" dirty="0" err="1">
                <a:latin typeface="Times New Roman" panose="02020603050405020304" pitchFamily="18" charset="0"/>
                <a:cs typeface="Times New Roman" panose="02020603050405020304" pitchFamily="18" charset="0"/>
              </a:rPr>
              <a:t>trung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gian</a:t>
            </a:r>
            <a:r>
              <a:rPr lang="en-US" altLang="en-US" sz="2000" dirty="0">
                <a:latin typeface="Times New Roman" panose="02020603050405020304" pitchFamily="18" charset="0"/>
                <a:cs typeface="Times New Roman" panose="02020603050405020304" pitchFamily="18" charset="0"/>
              </a:rPr>
              <a:t> _Stub </a:t>
            </a:r>
            <a:r>
              <a:rPr lang="en-US" altLang="en-US" sz="2000" dirty="0" err="1">
                <a:latin typeface="Times New Roman" panose="02020603050405020304" pitchFamily="18" charset="0"/>
                <a:cs typeface="Times New Roman" panose="02020603050405020304" pitchFamily="18" charset="0"/>
              </a:rPr>
              <a:t>va</a:t>
            </a:r>
            <a:r>
              <a:rPr lang="en-US" altLang="en-US" sz="2000" dirty="0">
                <a:latin typeface="Times New Roman" panose="02020603050405020304" pitchFamily="18" charset="0"/>
                <a:cs typeface="Times New Roman" panose="02020603050405020304" pitchFamily="18" charset="0"/>
              </a:rPr>
              <a:t> _Skel </a:t>
            </a:r>
            <a:r>
              <a:rPr lang="en-US" altLang="en-US" sz="2000" dirty="0" err="1">
                <a:latin typeface="Times New Roman" panose="02020603050405020304" pitchFamily="18" charset="0"/>
                <a:cs typeface="Times New Roman" panose="02020603050405020304" pitchFamily="18" charset="0"/>
              </a:rPr>
              <a:t>cho</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doi</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tuong</a:t>
            </a:r>
            <a:r>
              <a:rPr lang="en-US" altLang="en-US" sz="2000" dirty="0">
                <a:latin typeface="Times New Roman" panose="02020603050405020304" pitchFamily="18" charset="0"/>
                <a:cs typeface="Times New Roman" panose="02020603050405020304" pitchFamily="18" charset="0"/>
              </a:rPr>
              <a:t>  </a:t>
            </a:r>
          </a:p>
          <a:p>
            <a:pPr lvl="1" algn="l"/>
            <a:r>
              <a:rPr lang="en-US" altLang="en-US" sz="2000" b="1" dirty="0" err="1">
                <a:solidFill>
                  <a:srgbClr val="00B050"/>
                </a:solidFill>
                <a:latin typeface="Times New Roman" panose="02020603050405020304" pitchFamily="18" charset="0"/>
                <a:cs typeface="Times New Roman" panose="02020603050405020304" pitchFamily="18" charset="0"/>
              </a:rPr>
              <a:t>rmic</a:t>
            </a:r>
            <a:r>
              <a:rPr lang="en-US" altLang="en-US" sz="2000" b="1" dirty="0">
                <a:solidFill>
                  <a:srgbClr val="00B050"/>
                </a:solidFill>
                <a:latin typeface="Times New Roman" panose="02020603050405020304" pitchFamily="18" charset="0"/>
                <a:cs typeface="Times New Roman" panose="02020603050405020304" pitchFamily="18" charset="0"/>
              </a:rPr>
              <a:t> </a:t>
            </a:r>
            <a:r>
              <a:rPr lang="en-US" altLang="en-US" sz="2000" b="1" dirty="0" err="1">
                <a:solidFill>
                  <a:srgbClr val="00B050"/>
                </a:solidFill>
                <a:latin typeface="Times New Roman" panose="02020603050405020304" pitchFamily="18" charset="0"/>
                <a:cs typeface="Times New Roman" panose="02020603050405020304" pitchFamily="18" charset="0"/>
              </a:rPr>
              <a:t>HelloImpl</a:t>
            </a:r>
            <a:endParaRPr lang="en-US" altLang="en-US" sz="2000" b="1" dirty="0">
              <a:solidFill>
                <a:srgbClr val="00B050"/>
              </a:solidFill>
              <a:latin typeface="Times New Roman" panose="02020603050405020304" pitchFamily="18" charset="0"/>
              <a:cs typeface="Times New Roman" panose="02020603050405020304" pitchFamily="18" charset="0"/>
            </a:endParaRPr>
          </a:p>
          <a:p>
            <a:pPr lvl="1" algn="l"/>
            <a:r>
              <a:rPr lang="en-US" altLang="en-US" sz="2000" b="1" dirty="0">
                <a:solidFill>
                  <a:srgbClr val="00B050"/>
                </a:solidFill>
                <a:latin typeface="Times New Roman" panose="02020603050405020304" pitchFamily="18" charset="0"/>
                <a:cs typeface="Times New Roman" panose="02020603050405020304" pitchFamily="18" charset="0"/>
              </a:rPr>
              <a:t>start </a:t>
            </a:r>
            <a:r>
              <a:rPr lang="en-US" altLang="en-US" sz="2000" b="1" dirty="0" err="1">
                <a:solidFill>
                  <a:srgbClr val="00B050"/>
                </a:solidFill>
                <a:latin typeface="Times New Roman" panose="02020603050405020304" pitchFamily="18" charset="0"/>
                <a:cs typeface="Times New Roman" panose="02020603050405020304" pitchFamily="18" charset="0"/>
              </a:rPr>
              <a:t>rmiregistry</a:t>
            </a:r>
            <a:endParaRPr lang="en-US" altLang="en-US" sz="2000" b="1" dirty="0">
              <a:solidFill>
                <a:srgbClr val="00B050"/>
              </a:solidFill>
              <a:latin typeface="Times New Roman" panose="02020603050405020304" pitchFamily="18" charset="0"/>
              <a:cs typeface="Times New Roman" panose="02020603050405020304" pitchFamily="18" charset="0"/>
            </a:endParaRPr>
          </a:p>
          <a:p>
            <a:pPr lvl="1" algn="l"/>
            <a:r>
              <a:rPr lang="en-US" altLang="en-US" sz="2000" dirty="0">
                <a:latin typeface="Times New Roman" panose="02020603050405020304" pitchFamily="18" charset="0"/>
                <a:cs typeface="Times New Roman" panose="02020603050405020304" pitchFamily="18" charset="0"/>
              </a:rPr>
              <a:t>@pause</a:t>
            </a:r>
          </a:p>
        </p:txBody>
      </p:sp>
      <p:sp>
        <p:nvSpPr>
          <p:cNvPr id="2" name="Title 1">
            <a:extLst>
              <a:ext uri="{FF2B5EF4-FFF2-40B4-BE49-F238E27FC236}">
                <a16:creationId xmlns:a16="http://schemas.microsoft.com/office/drawing/2014/main" id="{CC3FEF8E-057C-C482-0063-A945A6696113}"/>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7174AF24-CA36-5D4B-D636-63DCB9E07AA1}"/>
              </a:ext>
            </a:extLst>
          </p:cNvPr>
          <p:cNvSpPr>
            <a:spLocks noGrp="1"/>
          </p:cNvSpPr>
          <p:nvPr>
            <p:ph idx="1"/>
          </p:nvPr>
        </p:nvSpPr>
        <p:spPr>
          <a:xfrm>
            <a:off x="937532" y="1600200"/>
            <a:ext cx="10515600" cy="4576763"/>
          </a:xfrm>
        </p:spPr>
        <p:txBody>
          <a:bodyPr/>
          <a:lstStyle/>
          <a:p>
            <a:r>
              <a:rPr lang="en-US" altLang="en-US" sz="2800" dirty="0">
                <a:cs typeface="Times New Roman" panose="02020603050405020304" pitchFamily="18" charset="0"/>
              </a:rPr>
              <a:t> B5 : </a:t>
            </a:r>
            <a:r>
              <a:rPr lang="en-US" altLang="en-US" sz="2800" dirty="0" err="1">
                <a:cs typeface="Times New Roman" panose="02020603050405020304" pitchFamily="18" charset="0"/>
              </a:rPr>
              <a:t>Tạo</a:t>
            </a:r>
            <a:r>
              <a:rPr lang="en-US" altLang="en-US" sz="2800" dirty="0">
                <a:cs typeface="Times New Roman" panose="02020603050405020304" pitchFamily="18" charset="0"/>
              </a:rPr>
              <a:t> Stub </a:t>
            </a:r>
            <a:r>
              <a:rPr lang="en-US" altLang="en-US" sz="2800" dirty="0" err="1">
                <a:cs typeface="Times New Roman" panose="02020603050405020304" pitchFamily="18" charset="0"/>
              </a:rPr>
              <a:t>và</a:t>
            </a:r>
            <a:r>
              <a:rPr lang="en-US" altLang="en-US" sz="2800" dirty="0">
                <a:cs typeface="Times New Roman" panose="02020603050405020304" pitchFamily="18" charset="0"/>
              </a:rPr>
              <a:t> Skel </a:t>
            </a:r>
            <a:r>
              <a:rPr lang="en-US" altLang="en-US" sz="2800" dirty="0">
                <a:solidFill>
                  <a:srgbClr val="C00000"/>
                </a:solidFill>
                <a:cs typeface="Times New Roman" panose="02020603050405020304" pitchFamily="18" charset="0"/>
              </a:rPr>
              <a:t>(build.bat)</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6">
            <a:extLst>
              <a:ext uri="{FF2B5EF4-FFF2-40B4-BE49-F238E27FC236}">
                <a16:creationId xmlns:a16="http://schemas.microsoft.com/office/drawing/2014/main" id="{9C3EAC1D-BFEF-7C7D-1534-99096A6511C7}"/>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1747" name="Text Box 4">
            <a:extLst>
              <a:ext uri="{FF2B5EF4-FFF2-40B4-BE49-F238E27FC236}">
                <a16:creationId xmlns:a16="http://schemas.microsoft.com/office/drawing/2014/main" id="{C0BC5B74-9AA0-2023-C4C6-1F776FDA94E9}"/>
              </a:ext>
            </a:extLst>
          </p:cNvPr>
          <p:cNvSpPr txBox="1">
            <a:spLocks noChangeArrowheads="1"/>
          </p:cNvSpPr>
          <p:nvPr/>
        </p:nvSpPr>
        <p:spPr bwMode="auto">
          <a:xfrm>
            <a:off x="2057400" y="2244467"/>
            <a:ext cx="84582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lvl="1" algn="l"/>
            <a:r>
              <a:rPr lang="en-US" altLang="en-US" sz="2000" dirty="0">
                <a:latin typeface="Times New Roman" panose="02020603050405020304" pitchFamily="18" charset="0"/>
                <a:cs typeface="Times New Roman" panose="02020603050405020304" pitchFamily="18" charset="0"/>
              </a:rPr>
              <a:t>CLS</a:t>
            </a:r>
          </a:p>
          <a:p>
            <a:pPr lvl="1" algn="l"/>
            <a:r>
              <a:rPr lang="en-US" altLang="en-US" sz="2000" dirty="0">
                <a:latin typeface="Times New Roman" panose="02020603050405020304" pitchFamily="18" charset="0"/>
                <a:cs typeface="Times New Roman" panose="02020603050405020304" pitchFamily="18" charset="0"/>
              </a:rPr>
              <a:t>@ECHO OFF</a:t>
            </a:r>
          </a:p>
          <a:p>
            <a:pPr lvl="1" algn="l"/>
            <a:r>
              <a:rPr lang="en-US" altLang="en-US" sz="2000" dirty="0">
                <a:latin typeface="Times New Roman" panose="02020603050405020304" pitchFamily="18" charset="0"/>
                <a:cs typeface="Times New Roman" panose="02020603050405020304" pitchFamily="18" charset="0"/>
              </a:rPr>
              <a:t>ECHO =============================================	</a:t>
            </a:r>
          </a:p>
          <a:p>
            <a:pPr lvl="1" algn="l"/>
            <a:r>
              <a:rPr lang="en-US" altLang="en-US" sz="2000" dirty="0">
                <a:latin typeface="Times New Roman" panose="02020603050405020304" pitchFamily="18" charset="0"/>
                <a:cs typeface="Times New Roman" panose="02020603050405020304" pitchFamily="18" charset="0"/>
              </a:rPr>
              <a:t>ECHO		CUA SO LAM VIEC CUA SERVER 	</a:t>
            </a:r>
          </a:p>
          <a:p>
            <a:pPr lvl="1" algn="l"/>
            <a:r>
              <a:rPr lang="en-US" altLang="en-US" sz="2000" dirty="0">
                <a:latin typeface="Times New Roman" panose="02020603050405020304" pitchFamily="18" charset="0"/>
                <a:cs typeface="Times New Roman" panose="02020603050405020304" pitchFamily="18" charset="0"/>
              </a:rPr>
              <a:t>ECHO</a:t>
            </a:r>
          </a:p>
          <a:p>
            <a:pPr lvl="1" algn="l"/>
            <a:r>
              <a:rPr lang="en-US" altLang="en-US" sz="2000" dirty="0">
                <a:latin typeface="Times New Roman" panose="02020603050405020304" pitchFamily="18" charset="0"/>
                <a:cs typeface="Times New Roman" panose="02020603050405020304" pitchFamily="18" charset="0"/>
              </a:rPr>
              <a:t>=============================================</a:t>
            </a:r>
          </a:p>
          <a:p>
            <a:pPr lvl="1" algn="l"/>
            <a:r>
              <a:rPr lang="en-US" altLang="en-US" sz="2000" dirty="0">
                <a:latin typeface="Times New Roman" panose="02020603050405020304" pitchFamily="18" charset="0"/>
                <a:cs typeface="Times New Roman" panose="02020603050405020304" pitchFamily="18" charset="0"/>
              </a:rPr>
              <a:t>Path= C:\Program Files\Java\jdk1.7.0_01\bin</a:t>
            </a:r>
          </a:p>
          <a:p>
            <a:pPr lvl="1" algn="l"/>
            <a:r>
              <a:rPr lang="en-US" altLang="en-US" sz="2000" dirty="0">
                <a:latin typeface="Times New Roman" panose="02020603050405020304" pitchFamily="18" charset="0"/>
                <a:cs typeface="Times New Roman" panose="02020603050405020304" pitchFamily="18" charset="0"/>
              </a:rPr>
              <a:t>set CLASSPATH=.;%CLASSPATH%;</a:t>
            </a:r>
          </a:p>
          <a:p>
            <a:pPr lvl="1" algn="l"/>
            <a:r>
              <a:rPr lang="en-US" altLang="en-US" sz="2000" dirty="0">
                <a:latin typeface="Times New Roman" panose="02020603050405020304" pitchFamily="18" charset="0"/>
                <a:cs typeface="Times New Roman" panose="02020603050405020304" pitchFamily="18" charset="0"/>
              </a:rPr>
              <a:t> java Server </a:t>
            </a:r>
          </a:p>
          <a:p>
            <a:pPr lvl="1" algn="l"/>
            <a:r>
              <a:rPr lang="en-US" altLang="en-US" sz="2000" dirty="0">
                <a:latin typeface="Times New Roman" panose="02020603050405020304" pitchFamily="18" charset="0"/>
                <a:cs typeface="Times New Roman" panose="02020603050405020304" pitchFamily="18" charset="0"/>
              </a:rPr>
              <a:t>pause</a:t>
            </a:r>
          </a:p>
        </p:txBody>
      </p:sp>
      <p:sp>
        <p:nvSpPr>
          <p:cNvPr id="2" name="Title 1">
            <a:extLst>
              <a:ext uri="{FF2B5EF4-FFF2-40B4-BE49-F238E27FC236}">
                <a16:creationId xmlns:a16="http://schemas.microsoft.com/office/drawing/2014/main" id="{ACE74E16-5465-20BC-8BAC-E57820CC558C}"/>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5D1FAB1C-049C-D9FF-4703-9C56A8C8F537}"/>
              </a:ext>
            </a:extLst>
          </p:cNvPr>
          <p:cNvSpPr>
            <a:spLocks noGrp="1"/>
          </p:cNvSpPr>
          <p:nvPr>
            <p:ph idx="1"/>
          </p:nvPr>
        </p:nvSpPr>
        <p:spPr>
          <a:xfrm>
            <a:off x="1028700" y="1541134"/>
            <a:ext cx="10515600" cy="4576763"/>
          </a:xfrm>
        </p:spPr>
        <p:txBody>
          <a:bodyPr/>
          <a:lstStyle/>
          <a:p>
            <a:r>
              <a:rPr lang="en-US" altLang="en-US" sz="2800" dirty="0">
                <a:cs typeface="Times New Roman" panose="02020603050405020304" pitchFamily="18" charset="0"/>
              </a:rPr>
              <a:t> B6 : </a:t>
            </a:r>
            <a:r>
              <a:rPr lang="en-US" altLang="en-US" sz="2800" dirty="0" err="1">
                <a:cs typeface="Times New Roman" panose="02020603050405020304" pitchFamily="18" charset="0"/>
              </a:rPr>
              <a:t>Chạy</a:t>
            </a:r>
            <a:r>
              <a:rPr lang="en-US" altLang="en-US" sz="2800" dirty="0">
                <a:cs typeface="Times New Roman" panose="02020603050405020304" pitchFamily="18" charset="0"/>
              </a:rPr>
              <a:t> </a:t>
            </a:r>
            <a:r>
              <a:rPr lang="en-US" altLang="en-US" sz="2800" dirty="0" err="1">
                <a:cs typeface="Times New Roman" panose="02020603050405020304" pitchFamily="18" charset="0"/>
              </a:rPr>
              <a:t>chương</a:t>
            </a:r>
            <a:r>
              <a:rPr lang="en-US" altLang="en-US" sz="2800" dirty="0">
                <a:cs typeface="Times New Roman" panose="02020603050405020304" pitchFamily="18" charset="0"/>
              </a:rPr>
              <a:t> </a:t>
            </a:r>
            <a:r>
              <a:rPr lang="en-US" altLang="en-US" sz="2800" dirty="0" err="1">
                <a:cs typeface="Times New Roman" panose="02020603050405020304" pitchFamily="18" charset="0"/>
              </a:rPr>
              <a:t>trình</a:t>
            </a:r>
            <a:r>
              <a:rPr lang="en-US" altLang="en-US" sz="2800" dirty="0">
                <a:cs typeface="Times New Roman" panose="02020603050405020304" pitchFamily="18" charset="0"/>
              </a:rPr>
              <a:t> </a:t>
            </a:r>
            <a:r>
              <a:rPr lang="en-US" altLang="en-US" sz="2800" dirty="0" err="1">
                <a:cs typeface="Times New Roman" panose="02020603050405020304" pitchFamily="18" charset="0"/>
              </a:rPr>
              <a:t>trên</a:t>
            </a:r>
            <a:r>
              <a:rPr lang="en-US" altLang="en-US" sz="2800" dirty="0">
                <a:cs typeface="Times New Roman" panose="02020603050405020304" pitchFamily="18" charset="0"/>
              </a:rPr>
              <a:t> server  </a:t>
            </a:r>
            <a:r>
              <a:rPr lang="en-US" altLang="en-US" sz="2800" dirty="0">
                <a:solidFill>
                  <a:srgbClr val="C00000"/>
                </a:solidFill>
                <a:cs typeface="Times New Roman" panose="02020603050405020304" pitchFamily="18" charset="0"/>
              </a:rPr>
              <a:t>(server.bat)</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6">
            <a:extLst>
              <a:ext uri="{FF2B5EF4-FFF2-40B4-BE49-F238E27FC236}">
                <a16:creationId xmlns:a16="http://schemas.microsoft.com/office/drawing/2014/main" id="{C0C4AC05-F83B-651A-B7B3-CCE8E24825EC}"/>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2771" name="Text Box 4">
            <a:extLst>
              <a:ext uri="{FF2B5EF4-FFF2-40B4-BE49-F238E27FC236}">
                <a16:creationId xmlns:a16="http://schemas.microsoft.com/office/drawing/2014/main" id="{2C82275B-4DC8-3C5D-D0FB-4F0C752198E0}"/>
              </a:ext>
            </a:extLst>
          </p:cNvPr>
          <p:cNvSpPr txBox="1">
            <a:spLocks noChangeArrowheads="1"/>
          </p:cNvSpPr>
          <p:nvPr/>
        </p:nvSpPr>
        <p:spPr bwMode="auto">
          <a:xfrm>
            <a:off x="2133600" y="2514600"/>
            <a:ext cx="83058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lvl="1" algn="l"/>
            <a:r>
              <a:rPr lang="en-US" altLang="en-US" sz="2000" dirty="0">
                <a:latin typeface="Times New Roman" panose="02020603050405020304" pitchFamily="18" charset="0"/>
                <a:cs typeface="Times New Roman" panose="02020603050405020304" pitchFamily="18" charset="0"/>
              </a:rPr>
              <a:t>CLS</a:t>
            </a:r>
          </a:p>
          <a:p>
            <a:pPr lvl="1" algn="l"/>
            <a:r>
              <a:rPr lang="en-US" altLang="en-US" sz="2000" dirty="0">
                <a:latin typeface="Times New Roman" panose="02020603050405020304" pitchFamily="18" charset="0"/>
                <a:cs typeface="Times New Roman" panose="02020603050405020304" pitchFamily="18" charset="0"/>
              </a:rPr>
              <a:t>@ECHO OFF</a:t>
            </a:r>
          </a:p>
          <a:p>
            <a:pPr lvl="1" algn="l"/>
            <a:r>
              <a:rPr lang="en-US" altLang="en-US" sz="2000" dirty="0">
                <a:latin typeface="Times New Roman" panose="02020603050405020304" pitchFamily="18" charset="0"/>
                <a:cs typeface="Times New Roman" panose="02020603050405020304" pitchFamily="18" charset="0"/>
              </a:rPr>
              <a:t>ECHO =============================================	</a:t>
            </a:r>
          </a:p>
          <a:p>
            <a:pPr lvl="1" algn="l"/>
            <a:r>
              <a:rPr lang="en-US" altLang="en-US" sz="2000" dirty="0">
                <a:latin typeface="Times New Roman" panose="02020603050405020304" pitchFamily="18" charset="0"/>
                <a:cs typeface="Times New Roman" panose="02020603050405020304" pitchFamily="18" charset="0"/>
              </a:rPr>
              <a:t>ECHO		CUA SO LAM VIEC CUA CLIENT 	</a:t>
            </a:r>
          </a:p>
          <a:p>
            <a:pPr lvl="1" algn="l"/>
            <a:r>
              <a:rPr lang="en-US" altLang="en-US" sz="2000" dirty="0">
                <a:latin typeface="Times New Roman" panose="02020603050405020304" pitchFamily="18" charset="0"/>
                <a:cs typeface="Times New Roman" panose="02020603050405020304" pitchFamily="18" charset="0"/>
              </a:rPr>
              <a:t>ECHO</a:t>
            </a:r>
          </a:p>
          <a:p>
            <a:pPr lvl="1" algn="l"/>
            <a:r>
              <a:rPr lang="en-US" altLang="en-US" sz="2000" dirty="0">
                <a:latin typeface="Times New Roman" panose="02020603050405020304" pitchFamily="18" charset="0"/>
                <a:cs typeface="Times New Roman" panose="02020603050405020304" pitchFamily="18" charset="0"/>
              </a:rPr>
              <a:t>==================================================</a:t>
            </a:r>
          </a:p>
          <a:p>
            <a:pPr lvl="1" algn="l"/>
            <a:r>
              <a:rPr lang="en-US" altLang="en-US" sz="2000" dirty="0">
                <a:latin typeface="Times New Roman" panose="02020603050405020304" pitchFamily="18" charset="0"/>
                <a:cs typeface="Times New Roman" panose="02020603050405020304" pitchFamily="18" charset="0"/>
              </a:rPr>
              <a:t>Path= C:\Program Files\Java\jdk1.7.0_01\bin</a:t>
            </a:r>
          </a:p>
          <a:p>
            <a:pPr lvl="1" algn="l"/>
            <a:r>
              <a:rPr lang="en-US" altLang="en-US" sz="2000" dirty="0">
                <a:latin typeface="Times New Roman" panose="02020603050405020304" pitchFamily="18" charset="0"/>
                <a:cs typeface="Times New Roman" panose="02020603050405020304" pitchFamily="18" charset="0"/>
              </a:rPr>
              <a:t>set CLASSPATH=.;%CLASSPATH%;</a:t>
            </a:r>
          </a:p>
          <a:p>
            <a:pPr lvl="1" algn="l"/>
            <a:r>
              <a:rPr lang="en-US" altLang="en-US" sz="2000" dirty="0">
                <a:latin typeface="Times New Roman" panose="02020603050405020304" pitchFamily="18" charset="0"/>
                <a:cs typeface="Times New Roman" panose="02020603050405020304" pitchFamily="18" charset="0"/>
              </a:rPr>
              <a:t> java Client</a:t>
            </a:r>
          </a:p>
          <a:p>
            <a:pPr lvl="1" algn="l"/>
            <a:r>
              <a:rPr lang="en-US" altLang="en-US" sz="2000" dirty="0">
                <a:latin typeface="Times New Roman" panose="02020603050405020304" pitchFamily="18" charset="0"/>
                <a:cs typeface="Times New Roman" panose="02020603050405020304" pitchFamily="18" charset="0"/>
              </a:rPr>
              <a:t>pause</a:t>
            </a:r>
          </a:p>
        </p:txBody>
      </p:sp>
      <p:sp>
        <p:nvSpPr>
          <p:cNvPr id="2" name="Title 1">
            <a:extLst>
              <a:ext uri="{FF2B5EF4-FFF2-40B4-BE49-F238E27FC236}">
                <a16:creationId xmlns:a16="http://schemas.microsoft.com/office/drawing/2014/main" id="{A3A3313A-F0C9-FACF-0DB9-62A2861FFFCE}"/>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02167B49-1C77-C0B4-C9A0-740E1493FD3D}"/>
              </a:ext>
            </a:extLst>
          </p:cNvPr>
          <p:cNvSpPr>
            <a:spLocks noGrp="1"/>
          </p:cNvSpPr>
          <p:nvPr>
            <p:ph idx="1"/>
          </p:nvPr>
        </p:nvSpPr>
        <p:spPr>
          <a:xfrm>
            <a:off x="1028700" y="1595437"/>
            <a:ext cx="10515600" cy="4576763"/>
          </a:xfrm>
        </p:spPr>
        <p:txBody>
          <a:bodyPr/>
          <a:lstStyle/>
          <a:p>
            <a:r>
              <a:rPr lang="en-US" altLang="en-US" sz="2800" dirty="0">
                <a:latin typeface="Calibri" panose="020F0502020204030204" pitchFamily="34" charset="0"/>
                <a:cs typeface="Calibri" panose="020F0502020204030204" pitchFamily="34" charset="0"/>
              </a:rPr>
              <a:t> B7 : </a:t>
            </a:r>
            <a:r>
              <a:rPr lang="en-US" altLang="en-US" sz="2800" dirty="0" err="1">
                <a:latin typeface="Calibri" panose="020F0502020204030204" pitchFamily="34" charset="0"/>
                <a:cs typeface="Calibri" panose="020F0502020204030204" pitchFamily="34" charset="0"/>
              </a:rPr>
              <a:t>Chạy</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chương</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trình</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trên</a:t>
            </a:r>
            <a:r>
              <a:rPr lang="en-US" altLang="en-US" sz="2800" dirty="0">
                <a:latin typeface="Calibri" panose="020F0502020204030204" pitchFamily="34" charset="0"/>
                <a:cs typeface="Calibri" panose="020F0502020204030204" pitchFamily="34" charset="0"/>
              </a:rPr>
              <a:t> client  </a:t>
            </a:r>
            <a:r>
              <a:rPr lang="en-US" altLang="en-US" sz="2800" dirty="0">
                <a:solidFill>
                  <a:srgbClr val="C00000"/>
                </a:solidFill>
                <a:latin typeface="Calibri" panose="020F0502020204030204" pitchFamily="34" charset="0"/>
                <a:cs typeface="Calibri" panose="020F0502020204030204" pitchFamily="34" charset="0"/>
              </a:rPr>
              <a:t>(Client.bat)</a:t>
            </a: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6">
            <a:extLst>
              <a:ext uri="{FF2B5EF4-FFF2-40B4-BE49-F238E27FC236}">
                <a16:creationId xmlns:a16="http://schemas.microsoft.com/office/drawing/2014/main" id="{D3CEE02E-B716-9BCE-6CA6-A242DFA2E183}"/>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9" name="Text Box 4">
            <a:extLst>
              <a:ext uri="{FF2B5EF4-FFF2-40B4-BE49-F238E27FC236}">
                <a16:creationId xmlns:a16="http://schemas.microsoft.com/office/drawing/2014/main" id="{43C10CBE-947E-A182-6987-0017CB4FD850}"/>
              </a:ext>
            </a:extLst>
          </p:cNvPr>
          <p:cNvSpPr txBox="1">
            <a:spLocks noChangeArrowheads="1"/>
          </p:cNvSpPr>
          <p:nvPr/>
        </p:nvSpPr>
        <p:spPr bwMode="auto">
          <a:xfrm>
            <a:off x="2057400" y="2568575"/>
            <a:ext cx="3924300" cy="1570038"/>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buFontTx/>
              <a:buChar char="•"/>
              <a:defRPr/>
            </a:pPr>
            <a:r>
              <a:rPr lang="en-US" sz="2400">
                <a:latin typeface="Times New Roman" pitchFamily="18" charset="0"/>
                <a:cs typeface="Times New Roman" pitchFamily="18" charset="0"/>
              </a:rPr>
              <a:t> Server</a:t>
            </a:r>
          </a:p>
          <a:p>
            <a:pPr algn="l">
              <a:defRPr/>
            </a:pPr>
            <a:r>
              <a:rPr lang="en-US" sz="2400">
                <a:solidFill>
                  <a:srgbClr val="0000CC"/>
                </a:solidFill>
                <a:latin typeface="Times New Roman" pitchFamily="18" charset="0"/>
                <a:cs typeface="Times New Roman" pitchFamily="18" charset="0"/>
              </a:rPr>
              <a:t>  - Server.class</a:t>
            </a:r>
          </a:p>
          <a:p>
            <a:pPr algn="l">
              <a:defRPr/>
            </a:pPr>
            <a:r>
              <a:rPr lang="en-US" sz="2400">
                <a:solidFill>
                  <a:srgbClr val="0000CC"/>
                </a:solidFill>
                <a:latin typeface="Times New Roman" pitchFamily="18" charset="0"/>
                <a:cs typeface="Times New Roman" pitchFamily="18" charset="0"/>
              </a:rPr>
              <a:t>  - Xinchao_Skel.class</a:t>
            </a:r>
          </a:p>
          <a:p>
            <a:pPr algn="l">
              <a:defRPr/>
            </a:pPr>
            <a:endParaRPr lang="en-US" sz="2400">
              <a:solidFill>
                <a:srgbClr val="0000CC"/>
              </a:solidFill>
              <a:latin typeface="Times New Roman" pitchFamily="18" charset="0"/>
              <a:cs typeface="Times New Roman" pitchFamily="18" charset="0"/>
            </a:endParaRPr>
          </a:p>
        </p:txBody>
      </p:sp>
      <p:sp>
        <p:nvSpPr>
          <p:cNvPr id="11" name="Text Box 4">
            <a:extLst>
              <a:ext uri="{FF2B5EF4-FFF2-40B4-BE49-F238E27FC236}">
                <a16:creationId xmlns:a16="http://schemas.microsoft.com/office/drawing/2014/main" id="{7C0BF7A6-E13D-2B13-4245-9CF280540920}"/>
              </a:ext>
            </a:extLst>
          </p:cNvPr>
          <p:cNvSpPr txBox="1">
            <a:spLocks noChangeArrowheads="1"/>
          </p:cNvSpPr>
          <p:nvPr/>
        </p:nvSpPr>
        <p:spPr bwMode="auto">
          <a:xfrm>
            <a:off x="6515100" y="2568576"/>
            <a:ext cx="3924300" cy="230822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a:buFontTx/>
              <a:buChar char="•"/>
              <a:defRPr/>
            </a:pPr>
            <a:r>
              <a:rPr lang="en-US" sz="2400">
                <a:latin typeface="Times New Roman" pitchFamily="18" charset="0"/>
                <a:cs typeface="Times New Roman" pitchFamily="18" charset="0"/>
              </a:rPr>
              <a:t> Client</a:t>
            </a:r>
          </a:p>
          <a:p>
            <a:pPr algn="l">
              <a:defRPr/>
            </a:pPr>
            <a:r>
              <a:rPr lang="en-US" sz="2400">
                <a:solidFill>
                  <a:srgbClr val="0000CC"/>
                </a:solidFill>
                <a:latin typeface="Times New Roman" pitchFamily="18" charset="0"/>
                <a:cs typeface="Times New Roman" pitchFamily="18" charset="0"/>
              </a:rPr>
              <a:t>  - Client.class</a:t>
            </a:r>
          </a:p>
          <a:p>
            <a:pPr algn="l">
              <a:defRPr/>
            </a:pPr>
            <a:r>
              <a:rPr lang="en-US" sz="2400">
                <a:solidFill>
                  <a:srgbClr val="0000CC"/>
                </a:solidFill>
                <a:latin typeface="Times New Roman" pitchFamily="18" charset="0"/>
                <a:cs typeface="Times New Roman" pitchFamily="18" charset="0"/>
              </a:rPr>
              <a:t>  - XinchaoImpl.class</a:t>
            </a:r>
          </a:p>
          <a:p>
            <a:pPr algn="l">
              <a:defRPr/>
            </a:pPr>
            <a:r>
              <a:rPr lang="en-US" sz="2400">
                <a:solidFill>
                  <a:srgbClr val="0000CC"/>
                </a:solidFill>
                <a:latin typeface="Times New Roman" pitchFamily="18" charset="0"/>
                <a:cs typeface="Times New Roman" pitchFamily="18" charset="0"/>
              </a:rPr>
              <a:t>  - XinchaoImpl_Stub.class</a:t>
            </a:r>
          </a:p>
          <a:p>
            <a:pPr algn="l">
              <a:defRPr/>
            </a:pPr>
            <a:endParaRPr lang="en-US" sz="2400">
              <a:solidFill>
                <a:srgbClr val="0000CC"/>
              </a:solidFill>
              <a:latin typeface="Times New Roman" pitchFamily="18" charset="0"/>
              <a:cs typeface="Times New Roman" pitchFamily="18" charset="0"/>
            </a:endParaRPr>
          </a:p>
          <a:p>
            <a:pPr algn="l">
              <a:defRPr/>
            </a:pPr>
            <a:endParaRPr lang="en-US" sz="2400">
              <a:solidFill>
                <a:srgbClr val="0000CC"/>
              </a:solidFill>
              <a:latin typeface="Times New Roman" pitchFamily="18" charset="0"/>
              <a:cs typeface="Times New Roman" pitchFamily="18" charset="0"/>
            </a:endParaRPr>
          </a:p>
        </p:txBody>
      </p:sp>
      <p:sp>
        <p:nvSpPr>
          <p:cNvPr id="2" name="Title 1">
            <a:extLst>
              <a:ext uri="{FF2B5EF4-FFF2-40B4-BE49-F238E27FC236}">
                <a16:creationId xmlns:a16="http://schemas.microsoft.com/office/drawing/2014/main" id="{B36D9E44-BCE5-B569-7E30-83B0FEEF9829}"/>
              </a:ext>
            </a:extLst>
          </p:cNvPr>
          <p:cNvSpPr>
            <a:spLocks noGrp="1"/>
          </p:cNvSpPr>
          <p:nvPr>
            <p:ph type="title"/>
          </p:nvPr>
        </p:nvSpPr>
        <p:spPr/>
        <p:txBody>
          <a:bodyPr/>
          <a:lstStyle/>
          <a:p>
            <a:r>
              <a:rPr lang="en-US" dirty="0"/>
              <a:t>PHÁT TRIỂN UD PHÂN TÁN VỚI JAVARMI</a:t>
            </a:r>
          </a:p>
        </p:txBody>
      </p:sp>
      <p:sp>
        <p:nvSpPr>
          <p:cNvPr id="3" name="Content Placeholder 2">
            <a:extLst>
              <a:ext uri="{FF2B5EF4-FFF2-40B4-BE49-F238E27FC236}">
                <a16:creationId xmlns:a16="http://schemas.microsoft.com/office/drawing/2014/main" id="{AA5C88FF-8301-3F20-66A6-506AD65DF2C4}"/>
              </a:ext>
            </a:extLst>
          </p:cNvPr>
          <p:cNvSpPr>
            <a:spLocks noGrp="1"/>
          </p:cNvSpPr>
          <p:nvPr>
            <p:ph idx="1"/>
          </p:nvPr>
        </p:nvSpPr>
        <p:spPr>
          <a:xfrm>
            <a:off x="838200" y="1868488"/>
            <a:ext cx="10515600" cy="4576763"/>
          </a:xfrm>
        </p:spPr>
        <p:txBody>
          <a:bodyPr/>
          <a:lstStyle/>
          <a:p>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Tổ</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chức</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các</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lớp</a:t>
            </a:r>
            <a:r>
              <a:rPr lang="en-US" altLang="en-US" sz="2800" dirty="0">
                <a:latin typeface="Calibri" panose="020F0502020204030204" pitchFamily="34" charset="0"/>
                <a:cs typeface="Calibri" panose="020F0502020204030204" pitchFamily="34" charset="0"/>
              </a:rPr>
              <a:t> </a:t>
            </a:r>
            <a:r>
              <a:rPr lang="en-US" altLang="en-US" sz="2800" dirty="0" err="1">
                <a:latin typeface="Calibri" panose="020F0502020204030204" pitchFamily="34" charset="0"/>
                <a:cs typeface="Calibri" panose="020F0502020204030204" pitchFamily="34" charset="0"/>
              </a:rPr>
              <a:t>tại</a:t>
            </a:r>
            <a:r>
              <a:rPr lang="en-US" altLang="en-US" sz="2800" dirty="0">
                <a:latin typeface="Calibri" panose="020F0502020204030204" pitchFamily="34" charset="0"/>
                <a:cs typeface="Calibri" panose="020F0502020204030204" pitchFamily="34" charset="0"/>
              </a:rPr>
              <a:t> Client/Server</a:t>
            </a:r>
            <a:endParaRPr lang="en-US" altLang="en-US" sz="2800" dirty="0">
              <a:solidFill>
                <a:srgbClr val="C00000"/>
              </a:solidFill>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6">
            <a:extLst>
              <a:ext uri="{FF2B5EF4-FFF2-40B4-BE49-F238E27FC236}">
                <a16:creationId xmlns:a16="http://schemas.microsoft.com/office/drawing/2014/main" id="{088E11BA-BA65-050E-B055-B612B1989874}"/>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4819" name="Text Box 4">
            <a:extLst>
              <a:ext uri="{FF2B5EF4-FFF2-40B4-BE49-F238E27FC236}">
                <a16:creationId xmlns:a16="http://schemas.microsoft.com/office/drawing/2014/main" id="{6C90FCFE-0EA0-E431-ACBB-151B91962F34}"/>
              </a:ext>
            </a:extLst>
          </p:cNvPr>
          <p:cNvSpPr txBox="1">
            <a:spLocks noChangeArrowheads="1"/>
          </p:cNvSpPr>
          <p:nvPr/>
        </p:nvSpPr>
        <p:spPr bwMode="auto">
          <a:xfrm>
            <a:off x="2133600" y="1828801"/>
            <a:ext cx="8305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buFontTx/>
              <a:buChar char="•"/>
            </a:pP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Lần</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lượt</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chạy</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các</a:t>
            </a:r>
            <a:r>
              <a:rPr lang="en-US" altLang="en-US" sz="2400" dirty="0">
                <a:latin typeface="Calibri" panose="020F0502020204030204" pitchFamily="34" charset="0"/>
                <a:cs typeface="Calibri" panose="020F0502020204030204" pitchFamily="34" charset="0"/>
              </a:rPr>
              <a:t> file : </a:t>
            </a:r>
            <a:r>
              <a:rPr lang="en-US" altLang="en-US" sz="2400" dirty="0">
                <a:solidFill>
                  <a:srgbClr val="C00000"/>
                </a:solidFill>
                <a:latin typeface="Calibri" panose="020F0502020204030204" pitchFamily="34" charset="0"/>
                <a:cs typeface="Calibri" panose="020F0502020204030204" pitchFamily="34" charset="0"/>
              </a:rPr>
              <a:t>build.bat, Server.bat, Client.bat</a:t>
            </a:r>
          </a:p>
          <a:p>
            <a:pPr algn="l"/>
            <a:r>
              <a:rPr lang="en-US" altLang="en-US" sz="2400" dirty="0">
                <a:latin typeface="Calibri" panose="020F0502020204030204" pitchFamily="34" charset="0"/>
                <a:cs typeface="Calibri" panose="020F0502020204030204" pitchFamily="34" charset="0"/>
              </a:rPr>
              <a:t>ta </a:t>
            </a:r>
            <a:r>
              <a:rPr lang="en-US" altLang="en-US" sz="2400" dirty="0" err="1">
                <a:latin typeface="Calibri" panose="020F0502020204030204" pitchFamily="34" charset="0"/>
                <a:cs typeface="Calibri" panose="020F0502020204030204" pitchFamily="34" charset="0"/>
              </a:rPr>
              <a:t>thu</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được</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kết</a:t>
            </a:r>
            <a:r>
              <a:rPr lang="en-US" altLang="en-US" sz="2400" dirty="0">
                <a:latin typeface="Calibri" panose="020F0502020204030204" pitchFamily="34" charset="0"/>
                <a:cs typeface="Calibri" panose="020F0502020204030204" pitchFamily="34" charset="0"/>
              </a:rPr>
              <a:t> quả </a:t>
            </a:r>
            <a:r>
              <a:rPr lang="en-US" altLang="en-US" sz="2400" dirty="0" err="1">
                <a:latin typeface="Calibri" panose="020F0502020204030204" pitchFamily="34" charset="0"/>
                <a:cs typeface="Calibri" panose="020F0502020204030204" pitchFamily="34" charset="0"/>
              </a:rPr>
              <a:t>như</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sau</a:t>
            </a:r>
            <a:r>
              <a:rPr lang="en-US" altLang="en-US" sz="2400" dirty="0">
                <a:latin typeface="Calibri" panose="020F0502020204030204" pitchFamily="34" charset="0"/>
                <a:cs typeface="Calibri" panose="020F0502020204030204" pitchFamily="34" charset="0"/>
              </a:rPr>
              <a:t> :</a:t>
            </a:r>
          </a:p>
        </p:txBody>
      </p:sp>
      <p:pic>
        <p:nvPicPr>
          <p:cNvPr id="34822" name="Picture 2">
            <a:extLst>
              <a:ext uri="{FF2B5EF4-FFF2-40B4-BE49-F238E27FC236}">
                <a16:creationId xmlns:a16="http://schemas.microsoft.com/office/drawing/2014/main" id="{0BED9BE7-1AAC-1284-21FD-99F3EF5A6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8976" y="2819401"/>
            <a:ext cx="5522913"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FF99"/>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23" name="Text Box 4">
            <a:extLst>
              <a:ext uri="{FF2B5EF4-FFF2-40B4-BE49-F238E27FC236}">
                <a16:creationId xmlns:a16="http://schemas.microsoft.com/office/drawing/2014/main" id="{0288EE7D-AA7C-97C9-8B46-8A2DE9B088D4}"/>
              </a:ext>
            </a:extLst>
          </p:cNvPr>
          <p:cNvSpPr txBox="1">
            <a:spLocks noChangeArrowheads="1"/>
          </p:cNvSpPr>
          <p:nvPr/>
        </p:nvSpPr>
        <p:spPr bwMode="auto">
          <a:xfrm>
            <a:off x="2133600" y="5410201"/>
            <a:ext cx="830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Kết</a:t>
            </a:r>
            <a:r>
              <a:rPr lang="en-US" altLang="en-US" sz="2400" dirty="0">
                <a:latin typeface="Calibri" panose="020F0502020204030204" pitchFamily="34" charset="0"/>
                <a:cs typeface="Calibri" panose="020F0502020204030204" pitchFamily="34" charset="0"/>
              </a:rPr>
              <a:t> quả </a:t>
            </a:r>
            <a:r>
              <a:rPr lang="en-US" altLang="en-US" sz="2400" dirty="0" err="1">
                <a:latin typeface="Calibri" panose="020F0502020204030204" pitchFamily="34" charset="0"/>
                <a:cs typeface="Calibri" panose="020F0502020204030204" pitchFamily="34" charset="0"/>
              </a:rPr>
              <a:t>khi</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chạy</a:t>
            </a:r>
            <a:r>
              <a:rPr lang="en-US" altLang="en-US" sz="2400" dirty="0">
                <a:latin typeface="Calibri" panose="020F0502020204030204" pitchFamily="34" charset="0"/>
                <a:cs typeface="Calibri" panose="020F0502020204030204" pitchFamily="34" charset="0"/>
              </a:rPr>
              <a:t> file </a:t>
            </a:r>
            <a:r>
              <a:rPr lang="en-US" altLang="en-US" sz="2400" dirty="0">
                <a:solidFill>
                  <a:srgbClr val="C00000"/>
                </a:solidFill>
                <a:latin typeface="Calibri" panose="020F0502020204030204" pitchFamily="34" charset="0"/>
                <a:cs typeface="Calibri" panose="020F0502020204030204" pitchFamily="34" charset="0"/>
              </a:rPr>
              <a:t>build.bat . </a:t>
            </a:r>
            <a:endParaRPr lang="en-US" altLang="en-US" sz="2000" dirty="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BEBE658E-4165-7B8A-3010-B5EEF6757BAE}"/>
              </a:ext>
            </a:extLst>
          </p:cNvPr>
          <p:cNvSpPr>
            <a:spLocks noGrp="1"/>
          </p:cNvSpPr>
          <p:nvPr>
            <p:ph type="title"/>
          </p:nvPr>
        </p:nvSpPr>
        <p:spPr/>
        <p:txBody>
          <a:bodyPr/>
          <a:lstStyle/>
          <a:p>
            <a:r>
              <a:rPr lang="en-US" dirty="0"/>
              <a:t>PHÁT TRIỂN UD PHÂN TÁN VỚI JAVARMI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6">
            <a:extLst>
              <a:ext uri="{FF2B5EF4-FFF2-40B4-BE49-F238E27FC236}">
                <a16:creationId xmlns:a16="http://schemas.microsoft.com/office/drawing/2014/main" id="{E6BED476-EFD7-0D5C-A70A-B938FBD55B66}"/>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5843" name="Text Box 4">
            <a:extLst>
              <a:ext uri="{FF2B5EF4-FFF2-40B4-BE49-F238E27FC236}">
                <a16:creationId xmlns:a16="http://schemas.microsoft.com/office/drawing/2014/main" id="{40FD07CF-B4D8-3982-797E-2867DF57E2F3}"/>
              </a:ext>
            </a:extLst>
          </p:cNvPr>
          <p:cNvSpPr txBox="1">
            <a:spLocks noChangeArrowheads="1"/>
          </p:cNvSpPr>
          <p:nvPr/>
        </p:nvSpPr>
        <p:spPr bwMode="auto">
          <a:xfrm>
            <a:off x="2133600" y="1828801"/>
            <a:ext cx="830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buFontTx/>
              <a:buChar char="•"/>
            </a:pP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Kết</a:t>
            </a:r>
            <a:r>
              <a:rPr lang="en-US" altLang="en-US" sz="2400" dirty="0">
                <a:latin typeface="Calibri" panose="020F0502020204030204" pitchFamily="34" charset="0"/>
                <a:cs typeface="Calibri" panose="020F0502020204030204" pitchFamily="34" charset="0"/>
              </a:rPr>
              <a:t> quả </a:t>
            </a:r>
            <a:r>
              <a:rPr lang="en-US" altLang="en-US" sz="2400" dirty="0" err="1">
                <a:latin typeface="Calibri" panose="020F0502020204030204" pitchFamily="34" charset="0"/>
                <a:cs typeface="Calibri" panose="020F0502020204030204" pitchFamily="34" charset="0"/>
              </a:rPr>
              <a:t>khi</a:t>
            </a:r>
            <a:r>
              <a:rPr lang="en-US" altLang="en-US" sz="2400" dirty="0">
                <a:latin typeface="Calibri" panose="020F0502020204030204" pitchFamily="34" charset="0"/>
                <a:cs typeface="Calibri" panose="020F0502020204030204" pitchFamily="34" charset="0"/>
              </a:rPr>
              <a:t> </a:t>
            </a:r>
            <a:r>
              <a:rPr lang="en-US" altLang="en-US" sz="2400" dirty="0" err="1">
                <a:latin typeface="Calibri" panose="020F0502020204030204" pitchFamily="34" charset="0"/>
                <a:cs typeface="Calibri" panose="020F0502020204030204" pitchFamily="34" charset="0"/>
              </a:rPr>
              <a:t>chạy</a:t>
            </a:r>
            <a:r>
              <a:rPr lang="en-US" altLang="en-US" sz="2400" dirty="0">
                <a:latin typeface="Calibri" panose="020F0502020204030204" pitchFamily="34" charset="0"/>
                <a:cs typeface="Calibri" panose="020F0502020204030204" pitchFamily="34" charset="0"/>
              </a:rPr>
              <a:t> fie </a:t>
            </a:r>
            <a:r>
              <a:rPr lang="en-US" altLang="en-US" sz="2400" dirty="0">
                <a:solidFill>
                  <a:srgbClr val="C00000"/>
                </a:solidFill>
                <a:latin typeface="Calibri" panose="020F0502020204030204" pitchFamily="34" charset="0"/>
                <a:cs typeface="Calibri" panose="020F0502020204030204" pitchFamily="34" charset="0"/>
              </a:rPr>
              <a:t>Server.bat</a:t>
            </a:r>
            <a:endParaRPr lang="en-US" altLang="en-US" sz="2400" dirty="0">
              <a:latin typeface="Calibri" panose="020F0502020204030204" pitchFamily="34" charset="0"/>
              <a:cs typeface="Calibri" panose="020F0502020204030204" pitchFamily="34" charset="0"/>
            </a:endParaRPr>
          </a:p>
        </p:txBody>
      </p:sp>
      <p:pic>
        <p:nvPicPr>
          <p:cNvPr id="35846" name="Picture 3">
            <a:extLst>
              <a:ext uri="{FF2B5EF4-FFF2-40B4-BE49-F238E27FC236}">
                <a16:creationId xmlns:a16="http://schemas.microsoft.com/office/drawing/2014/main" id="{2CB7C92F-F756-81BD-8AF9-57FF24CB8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590801"/>
            <a:ext cx="5486400" cy="257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FF99"/>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itle 1">
            <a:extLst>
              <a:ext uri="{FF2B5EF4-FFF2-40B4-BE49-F238E27FC236}">
                <a16:creationId xmlns:a16="http://schemas.microsoft.com/office/drawing/2014/main" id="{AC5031AC-2A78-7ADF-6AEA-FF51764B2E5A}"/>
              </a:ext>
            </a:extLst>
          </p:cNvPr>
          <p:cNvSpPr>
            <a:spLocks noGrp="1"/>
          </p:cNvSpPr>
          <p:nvPr>
            <p:ph type="title"/>
          </p:nvPr>
        </p:nvSpPr>
        <p:spPr/>
        <p:txBody>
          <a:bodyPr/>
          <a:lstStyle/>
          <a:p>
            <a:r>
              <a:rPr lang="en-US" dirty="0"/>
              <a:t>PHÁT TRIỂN UD PHÂN TÁN VỚI JAVARMI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a:extLst>
              <a:ext uri="{FF2B5EF4-FFF2-40B4-BE49-F238E27FC236}">
                <a16:creationId xmlns:a16="http://schemas.microsoft.com/office/drawing/2014/main" id="{120F1F0B-7335-042D-0955-8B440D19C0E7}"/>
              </a:ext>
            </a:extLst>
          </p:cNvPr>
          <p:cNvSpPr txBox="1">
            <a:spLocks noChangeArrowheads="1"/>
          </p:cNvSpPr>
          <p:nvPr/>
        </p:nvSpPr>
        <p:spPr bwMode="auto">
          <a:xfrm>
            <a:off x="2009775" y="6445251"/>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med"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000" b="1">
                <a:solidFill>
                  <a:schemeClr val="bg1"/>
                </a:solidFill>
              </a:rPr>
              <a:t>DUYTAN UNIVERSITY</a:t>
            </a:r>
          </a:p>
        </p:txBody>
      </p:sp>
      <p:sp>
        <p:nvSpPr>
          <p:cNvPr id="36867" name="Text Box 4">
            <a:extLst>
              <a:ext uri="{FF2B5EF4-FFF2-40B4-BE49-F238E27FC236}">
                <a16:creationId xmlns:a16="http://schemas.microsoft.com/office/drawing/2014/main" id="{AC173DB2-84BF-45C5-F428-2E648655A588}"/>
              </a:ext>
            </a:extLst>
          </p:cNvPr>
          <p:cNvSpPr txBox="1">
            <a:spLocks noChangeArrowheads="1"/>
          </p:cNvSpPr>
          <p:nvPr/>
        </p:nvSpPr>
        <p:spPr bwMode="auto">
          <a:xfrm>
            <a:off x="2133600" y="1828801"/>
            <a:ext cx="830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buFontTx/>
              <a:buChar char="•"/>
            </a:pPr>
            <a:r>
              <a:rPr lang="en-US" altLang="en-US" sz="2400" dirty="0">
                <a:latin typeface="+mn-lt"/>
                <a:cs typeface="Times New Roman" panose="02020603050405020304" pitchFamily="18" charset="0"/>
              </a:rPr>
              <a:t> </a:t>
            </a:r>
            <a:r>
              <a:rPr lang="en-US" altLang="en-US" sz="2400" dirty="0" err="1">
                <a:latin typeface="+mn-lt"/>
                <a:cs typeface="Times New Roman" panose="02020603050405020304" pitchFamily="18" charset="0"/>
              </a:rPr>
              <a:t>Kết</a:t>
            </a:r>
            <a:r>
              <a:rPr lang="en-US" altLang="en-US" sz="2400" dirty="0">
                <a:latin typeface="+mn-lt"/>
                <a:cs typeface="Times New Roman" panose="02020603050405020304" pitchFamily="18" charset="0"/>
              </a:rPr>
              <a:t> quả </a:t>
            </a:r>
            <a:r>
              <a:rPr lang="en-US" altLang="en-US" sz="2400" dirty="0" err="1">
                <a:latin typeface="+mn-lt"/>
                <a:cs typeface="Times New Roman" panose="02020603050405020304" pitchFamily="18" charset="0"/>
              </a:rPr>
              <a:t>khi</a:t>
            </a:r>
            <a:r>
              <a:rPr lang="en-US" altLang="en-US" sz="2400" dirty="0">
                <a:latin typeface="+mn-lt"/>
                <a:cs typeface="Times New Roman" panose="02020603050405020304" pitchFamily="18" charset="0"/>
              </a:rPr>
              <a:t> </a:t>
            </a:r>
            <a:r>
              <a:rPr lang="en-US" altLang="en-US" sz="2400" dirty="0" err="1">
                <a:latin typeface="+mn-lt"/>
                <a:cs typeface="Times New Roman" panose="02020603050405020304" pitchFamily="18" charset="0"/>
              </a:rPr>
              <a:t>chạy</a:t>
            </a:r>
            <a:r>
              <a:rPr lang="en-US" altLang="en-US" sz="2400" dirty="0">
                <a:latin typeface="+mn-lt"/>
                <a:cs typeface="Times New Roman" panose="02020603050405020304" pitchFamily="18" charset="0"/>
              </a:rPr>
              <a:t> fie </a:t>
            </a:r>
            <a:r>
              <a:rPr lang="en-US" altLang="en-US" sz="2400" dirty="0">
                <a:solidFill>
                  <a:srgbClr val="C00000"/>
                </a:solidFill>
                <a:latin typeface="+mn-lt"/>
                <a:cs typeface="Times New Roman" panose="02020603050405020304" pitchFamily="18" charset="0"/>
              </a:rPr>
              <a:t>Client.bat</a:t>
            </a:r>
            <a:endParaRPr lang="en-US" altLang="en-US" sz="2400" dirty="0">
              <a:latin typeface="+mn-lt"/>
              <a:cs typeface="Times New Roman" panose="02020603050405020304" pitchFamily="18" charset="0"/>
            </a:endParaRPr>
          </a:p>
        </p:txBody>
      </p:sp>
      <p:pic>
        <p:nvPicPr>
          <p:cNvPr id="36870" name="Picture 2">
            <a:extLst>
              <a:ext uri="{FF2B5EF4-FFF2-40B4-BE49-F238E27FC236}">
                <a16:creationId xmlns:a16="http://schemas.microsoft.com/office/drawing/2014/main" id="{C6B85F97-ACC4-4BA3-4FE4-E9AF82ED3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495550"/>
            <a:ext cx="5486400" cy="226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FF99"/>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itle 1">
            <a:extLst>
              <a:ext uri="{FF2B5EF4-FFF2-40B4-BE49-F238E27FC236}">
                <a16:creationId xmlns:a16="http://schemas.microsoft.com/office/drawing/2014/main" id="{3C54C3C3-A078-C8B7-ACD7-8F744F990941}"/>
              </a:ext>
            </a:extLst>
          </p:cNvPr>
          <p:cNvSpPr>
            <a:spLocks noGrp="1"/>
          </p:cNvSpPr>
          <p:nvPr>
            <p:ph type="title"/>
          </p:nvPr>
        </p:nvSpPr>
        <p:spPr/>
        <p:txBody>
          <a:bodyPr/>
          <a:lstStyle/>
          <a:p>
            <a:r>
              <a:rPr lang="en-US" dirty="0"/>
              <a:t>PHÁT TRIỂN UD PHÂN TÁN VỚI JAVARMI</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4009</TotalTime>
  <Words>2171</Words>
  <Application>Microsoft Macintosh PowerPoint</Application>
  <PresentationFormat>Widescreen</PresentationFormat>
  <Paragraphs>271</Paragraphs>
  <Slides>35</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Symbol</vt:lpstr>
      <vt:lpstr>Tahoma</vt:lpstr>
      <vt:lpstr>Times New Roman</vt:lpstr>
      <vt:lpstr>Wingdings</vt:lpstr>
      <vt:lpstr>Office Theme</vt:lpstr>
      <vt:lpstr>ỨNG DỤNG PHÂN TÁN 7. Phát triển ứng dụng phân tán </vt:lpstr>
      <vt:lpstr>NỘI DUNG</vt:lpstr>
      <vt:lpstr>GIỚI THIỆU</vt:lpstr>
      <vt:lpstr>Các yêu cầu đối với  các ứng dụng phân tán</vt:lpstr>
      <vt:lpstr>NGÔN NGỮ LẬP TRÌNH PHÂN TÁN</vt:lpstr>
      <vt:lpstr>NGÔN NGỮ LẬP TRÌNH PHÂN TÁN</vt:lpstr>
      <vt:lpstr>NGÔN NGỮ LẬP TRÌNH PHÂN TÁN</vt:lpstr>
      <vt:lpstr>MÔ HÌNH THIẾT KẾ</vt:lpstr>
      <vt:lpstr>Phân theo cụm/đám (Clustering) </vt:lpstr>
      <vt:lpstr>Phân theo cụm/đám (Clustering) </vt:lpstr>
      <vt:lpstr>Phân theo tính toán lưới (Grid Computing)</vt:lpstr>
      <vt:lpstr>Điện toán đám mây</vt:lpstr>
      <vt:lpstr>Điện toán đám mây</vt:lpstr>
      <vt:lpstr>Cơ sở dữ liệu</vt:lpstr>
      <vt:lpstr>PHÁT TRIỂN UD PHÂN TÁN VỚI JAVA RMI</vt:lpstr>
      <vt:lpstr>KỸ THUẬT PHÂN TÁN</vt:lpstr>
      <vt:lpstr>PHÁT TRIỂN UD PHÂN TÁN VỚI REST</vt:lpstr>
      <vt:lpstr>PHÁT TRIỂN UD PHÂN TÁN VỚI JAVA RMI</vt:lpstr>
      <vt:lpstr>PHÁT TRIỂN UD PHÂN TÁN VỚI JAVARMI</vt:lpstr>
      <vt:lpstr>Mô hình tổng quát</vt:lpstr>
      <vt:lpstr>Mô hình tổng quát</vt:lpstr>
      <vt:lpstr>Quá trình thực hiện</vt:lpstr>
      <vt:lpstr>Quá trình thực hiện</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lpstr>PHÁT TRIỂN UD PHÂN TÁN VỚI JAVARMI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Bài 4  Tựa bài</dc:title>
  <dc:creator>Luong Vi Minh</dc:creator>
  <cp:lastModifiedBy>Nguyễn Thành Trung</cp:lastModifiedBy>
  <cp:revision>66</cp:revision>
  <dcterms:created xsi:type="dcterms:W3CDTF">2022-01-10T03:14:20Z</dcterms:created>
  <dcterms:modified xsi:type="dcterms:W3CDTF">2024-12-06T14:03:59Z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