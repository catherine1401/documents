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Lst>
  <p:sldSz cx="12192000" cy="6858000"/>
  <p:notesSz cx="9144000" cy="6858000"/>
  <p:embeddedFontLst>
    <p:embeddedFont>
      <p:font typeface="Play" panose="020B060402020202020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1iflT7iWztAk2RfdbCC9Peo9Z4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025990-8255-4F40-B27B-E03801E2F3F3}">
  <a:tblStyle styleId="{F9025990-8255-4F40-B27B-E03801E2F3F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guide orient="horz" pos="288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lab301somay@phenikaa-uni.edu.vn</a:t>
            </a:r>
            <a:endParaRPr/>
          </a:p>
          <a:p>
            <a:pPr marL="0" lvl="0" indent="0" algn="l" rtl="0">
              <a:spcBef>
                <a:spcPts val="0"/>
              </a:spcBef>
              <a:spcAft>
                <a:spcPts val="0"/>
              </a:spcAft>
              <a:buNone/>
            </a:pPr>
            <a:r>
              <a:rPr lang="en-US"/>
              <a:t>123456a@</a:t>
            </a:r>
            <a:endParaRPr/>
          </a:p>
        </p:txBody>
      </p:sp>
      <p:sp>
        <p:nvSpPr>
          <p:cNvPr id="403" name="Google Shape;403;p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1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1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1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1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1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1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1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1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1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1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1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1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2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2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4dc0e4fdeb_0_0:notes"/>
          <p:cNvSpPr>
            <a:spLocks noGrp="1" noRot="1" noChangeAspect="1"/>
          </p:cNvSpPr>
          <p:nvPr>
            <p:ph type="sldImg" idx="2"/>
          </p:nvPr>
        </p:nvSpPr>
        <p:spPr>
          <a:xfrm>
            <a:off x="2514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4dc0e4fdeb_0_0: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g34dc0e4fdeb_0_0:notes"/>
          <p:cNvSpPr txBox="1">
            <a:spLocks noGrp="1"/>
          </p:cNvSpPr>
          <p:nvPr>
            <p:ph type="sldNum" idx="12"/>
          </p:nvPr>
        </p:nvSpPr>
        <p:spPr>
          <a:xfrm>
            <a:off x="5180013" y="6513513"/>
            <a:ext cx="39624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2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2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2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2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2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27"/>
          <p:cNvSpPr txBox="1">
            <a:spLocks noGrp="1"/>
          </p:cNvSpPr>
          <p:nvPr>
            <p:ph type="dt" idx="10"/>
          </p:nvPr>
        </p:nvSpPr>
        <p:spPr>
          <a:xfrm>
            <a:off x="785026" y="6353004"/>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7"/>
          <p:cNvSpPr txBox="1">
            <a:spLocks noGrp="1"/>
          </p:cNvSpPr>
          <p:nvPr>
            <p:ph type="ftr" idx="11"/>
          </p:nvPr>
        </p:nvSpPr>
        <p:spPr>
          <a:xfrm>
            <a:off x="4140198"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7"/>
          <p:cNvSpPr txBox="1">
            <a:spLocks noGrp="1"/>
          </p:cNvSpPr>
          <p:nvPr>
            <p:ph type="sldNum" idx="12"/>
          </p:nvPr>
        </p:nvSpPr>
        <p:spPr>
          <a:xfrm>
            <a:off x="882831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7"/>
          <p:cNvSpPr/>
          <p:nvPr/>
        </p:nvSpPr>
        <p:spPr>
          <a:xfrm>
            <a:off x="0" y="0"/>
            <a:ext cx="12192000" cy="6486525"/>
          </a:xfrm>
          <a:prstGeom prst="rect">
            <a:avLst/>
          </a:prstGeom>
          <a:solidFill>
            <a:srgbClr val="223771"/>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27"/>
          <p:cNvSpPr txBox="1">
            <a:spLocks noGrp="1"/>
          </p:cNvSpPr>
          <p:nvPr>
            <p:ph type="ctrTitle"/>
          </p:nvPr>
        </p:nvSpPr>
        <p:spPr>
          <a:xfrm>
            <a:off x="785026" y="2676083"/>
            <a:ext cx="10583741" cy="99749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800"/>
              <a:buFont typeface="Arial"/>
              <a:buNone/>
              <a:defRPr sz="48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subTitle" idx="1"/>
          </p:nvPr>
        </p:nvSpPr>
        <p:spPr>
          <a:xfrm>
            <a:off x="785025" y="4249066"/>
            <a:ext cx="10583741" cy="384905"/>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800"/>
              <a:buNone/>
              <a:defRPr sz="2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2" name="Google Shape;22;p27"/>
          <p:cNvPicPr preferRelativeResize="0"/>
          <p:nvPr/>
        </p:nvPicPr>
        <p:blipFill rotWithShape="1">
          <a:blip r:embed="rId2">
            <a:alphaModFix/>
          </a:blip>
          <a:srcRect/>
          <a:stretch/>
        </p:blipFill>
        <p:spPr>
          <a:xfrm>
            <a:off x="2712887" y="371475"/>
            <a:ext cx="6766226" cy="139396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3"/>
        <p:cNvGrpSpPr/>
        <p:nvPr/>
      </p:nvGrpSpPr>
      <p:grpSpPr>
        <a:xfrm>
          <a:off x="0" y="0"/>
          <a:ext cx="0" cy="0"/>
          <a:chOff x="0" y="0"/>
          <a:chExt cx="0" cy="0"/>
        </a:xfrm>
      </p:grpSpPr>
      <p:sp>
        <p:nvSpPr>
          <p:cNvPr id="24" name="Google Shape;24;p28"/>
          <p:cNvSpPr txBox="1">
            <a:spLocks noGrp="1"/>
          </p:cNvSpPr>
          <p:nvPr>
            <p:ph type="dt" idx="10"/>
          </p:nvPr>
        </p:nvSpPr>
        <p:spPr>
          <a:xfrm>
            <a:off x="82794" y="636252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8"/>
          <p:cNvSpPr txBox="1">
            <a:spLocks noGrp="1"/>
          </p:cNvSpPr>
          <p:nvPr>
            <p:ph type="sldNum" idx="12"/>
          </p:nvPr>
        </p:nvSpPr>
        <p:spPr>
          <a:xfrm>
            <a:off x="930859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8"/>
          <p:cNvSpPr txBox="1"/>
          <p:nvPr/>
        </p:nvSpPr>
        <p:spPr>
          <a:xfrm>
            <a:off x="10405835" y="6593718"/>
            <a:ext cx="1653425"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chemeClr val="lt1"/>
                </a:solidFill>
                <a:latin typeface="Arial"/>
                <a:ea typeface="Arial"/>
                <a:cs typeface="Arial"/>
                <a:sym typeface="Arial"/>
              </a:rPr>
              <a:t>phenikaa-uni.edu.vn</a:t>
            </a:r>
            <a:endParaRPr/>
          </a:p>
        </p:txBody>
      </p:sp>
      <p:sp>
        <p:nvSpPr>
          <p:cNvPr id="28" name="Google Shape;28;p28"/>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9" name="Google Shape;29;p28"/>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0" name="Google Shape;30;p28"/>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31"/>
        <p:cNvGrpSpPr/>
        <p:nvPr/>
      </p:nvGrpSpPr>
      <p:grpSpPr>
        <a:xfrm>
          <a:off x="0" y="0"/>
          <a:ext cx="0" cy="0"/>
          <a:chOff x="0" y="0"/>
          <a:chExt cx="0" cy="0"/>
        </a:xfrm>
      </p:grpSpPr>
      <p:sp>
        <p:nvSpPr>
          <p:cNvPr id="32" name="Google Shape;3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29"/>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6" name="Google Shape;36;p29"/>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7" name="Google Shape;37;p29"/>
          <p:cNvSpPr/>
          <p:nvPr/>
        </p:nvSpPr>
        <p:spPr>
          <a:xfrm>
            <a:off x="324528" y="1359877"/>
            <a:ext cx="9581472" cy="440787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9"/>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1" type="secHead">
  <p:cSld name="SECTION_HEADER">
    <p:spTree>
      <p:nvGrpSpPr>
        <p:cNvPr id="1" name="Shape 39"/>
        <p:cNvGrpSpPr/>
        <p:nvPr/>
      </p:nvGrpSpPr>
      <p:grpSpPr>
        <a:xfrm>
          <a:off x="0" y="0"/>
          <a:ext cx="0" cy="0"/>
          <a:chOff x="0" y="0"/>
          <a:chExt cx="0" cy="0"/>
        </a:xfrm>
      </p:grpSpPr>
      <p:grpSp>
        <p:nvGrpSpPr>
          <p:cNvPr id="40" name="Google Shape;40;p30"/>
          <p:cNvGrpSpPr/>
          <p:nvPr/>
        </p:nvGrpSpPr>
        <p:grpSpPr>
          <a:xfrm>
            <a:off x="572679" y="-14455"/>
            <a:ext cx="11619321" cy="6855963"/>
            <a:chOff x="572679" y="2037"/>
            <a:chExt cx="11619321" cy="6855963"/>
          </a:xfrm>
        </p:grpSpPr>
        <p:sp>
          <p:nvSpPr>
            <p:cNvPr id="41" name="Google Shape;41;p30"/>
            <p:cNvSpPr/>
            <p:nvPr/>
          </p:nvSpPr>
          <p:spPr>
            <a:xfrm>
              <a:off x="572679" y="5917721"/>
              <a:ext cx="4282108" cy="940279"/>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 name="Google Shape;42;p30"/>
            <p:cNvSpPr/>
            <p:nvPr/>
          </p:nvSpPr>
          <p:spPr>
            <a:xfrm>
              <a:off x="572679" y="4071144"/>
              <a:ext cx="11619321" cy="2786856"/>
            </a:xfrm>
            <a:custGeom>
              <a:avLst/>
              <a:gdLst/>
              <a:ahLst/>
              <a:cxnLst/>
              <a:rect l="l" t="t" r="r" b="b"/>
              <a:pathLst>
                <a:path w="11619321" h="2786856" extrusionOk="0">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 name="Google Shape;43;p30"/>
            <p:cNvSpPr/>
            <p:nvPr/>
          </p:nvSpPr>
          <p:spPr>
            <a:xfrm>
              <a:off x="9134016" y="2037"/>
              <a:ext cx="3057984" cy="4786313"/>
            </a:xfrm>
            <a:custGeom>
              <a:avLst/>
              <a:gdLst/>
              <a:ahLst/>
              <a:cxnLst/>
              <a:rect l="l" t="t" r="r" b="b"/>
              <a:pathLst>
                <a:path w="3057984" h="4621213" extrusionOk="0">
                  <a:moveTo>
                    <a:pt x="0" y="0"/>
                  </a:moveTo>
                  <a:lnTo>
                    <a:pt x="3057526" y="0"/>
                  </a:lnTo>
                  <a:cubicBezTo>
                    <a:pt x="3059114" y="1540404"/>
                    <a:pt x="3055938" y="3080809"/>
                    <a:pt x="3057526" y="4621213"/>
                  </a:cubicBezTo>
                  <a:lnTo>
                    <a:pt x="0" y="3930651"/>
                  </a:lnTo>
                  <a:lnTo>
                    <a:pt x="0" y="0"/>
                  </a:lnTo>
                  <a:close/>
                </a:path>
              </a:pathLst>
            </a:custGeom>
            <a:solidFill>
              <a:srgbClr val="143C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4" name="Google Shape;44;p30"/>
            <p:cNvPicPr preferRelativeResize="0"/>
            <p:nvPr/>
          </p:nvPicPr>
          <p:blipFill rotWithShape="1">
            <a:blip r:embed="rId2">
              <a:alphaModFix/>
            </a:blip>
            <a:srcRect/>
            <a:stretch/>
          </p:blipFill>
          <p:spPr>
            <a:xfrm>
              <a:off x="933450" y="4011879"/>
              <a:ext cx="11258550" cy="2846121"/>
            </a:xfrm>
            <a:prstGeom prst="rect">
              <a:avLst/>
            </a:prstGeom>
            <a:noFill/>
            <a:ln>
              <a:noFill/>
            </a:ln>
          </p:spPr>
        </p:pic>
      </p:grpSp>
      <p:sp>
        <p:nvSpPr>
          <p:cNvPr id="45" name="Google Shape;45;p30"/>
          <p:cNvSpPr txBox="1">
            <a:spLocks noGrp="1"/>
          </p:cNvSpPr>
          <p:nvPr>
            <p:ph type="title"/>
          </p:nvPr>
        </p:nvSpPr>
        <p:spPr>
          <a:xfrm>
            <a:off x="365760" y="366471"/>
            <a:ext cx="8768256" cy="22939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Play"/>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0"/>
          <p:cNvSpPr txBox="1">
            <a:spLocks noGrp="1"/>
          </p:cNvSpPr>
          <p:nvPr>
            <p:ph type="subTitle" idx="1"/>
          </p:nvPr>
        </p:nvSpPr>
        <p:spPr>
          <a:xfrm>
            <a:off x="365760" y="2688190"/>
            <a:ext cx="8768256" cy="2098121"/>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2"/>
              </a:buClr>
              <a:buSzPts val="2400"/>
              <a:buNone/>
              <a:defRPr sz="2400">
                <a:solidFill>
                  <a:schemeClr val="dk2"/>
                </a:solidFill>
              </a:defRPr>
            </a:lvl1pPr>
            <a:lvl2pPr lvl="1" algn="l">
              <a:lnSpc>
                <a:spcPct val="90000"/>
              </a:lnSpc>
              <a:spcBef>
                <a:spcPts val="500"/>
              </a:spcBef>
              <a:spcAft>
                <a:spcPts val="0"/>
              </a:spcAft>
              <a:buClr>
                <a:srgbClr val="888888"/>
              </a:buClr>
              <a:buSzPts val="2000"/>
              <a:buNone/>
              <a:defRPr sz="2000">
                <a:solidFill>
                  <a:srgbClr val="888888"/>
                </a:solidFill>
              </a:defRPr>
            </a:lvl2pPr>
            <a:lvl3pPr lvl="2" algn="l">
              <a:lnSpc>
                <a:spcPct val="90000"/>
              </a:lnSpc>
              <a:spcBef>
                <a:spcPts val="500"/>
              </a:spcBef>
              <a:spcAft>
                <a:spcPts val="0"/>
              </a:spcAft>
              <a:buClr>
                <a:srgbClr val="888888"/>
              </a:buClr>
              <a:buSzPts val="1800"/>
              <a:buNone/>
              <a:defRPr sz="1800">
                <a:solidFill>
                  <a:srgbClr val="888888"/>
                </a:solidFill>
              </a:defRPr>
            </a:lvl3pPr>
            <a:lvl4pPr lvl="3" algn="l">
              <a:lnSpc>
                <a:spcPct val="90000"/>
              </a:lnSpc>
              <a:spcBef>
                <a:spcPts val="500"/>
              </a:spcBef>
              <a:spcAft>
                <a:spcPts val="0"/>
              </a:spcAft>
              <a:buClr>
                <a:srgbClr val="888888"/>
              </a:buClr>
              <a:buSzPts val="1600"/>
              <a:buNone/>
              <a:defRPr sz="1600">
                <a:solidFill>
                  <a:srgbClr val="888888"/>
                </a:solidFill>
              </a:defRPr>
            </a:lvl4pPr>
            <a:lvl5pPr lvl="4" algn="l">
              <a:lnSpc>
                <a:spcPct val="90000"/>
              </a:lnSpc>
              <a:spcBef>
                <a:spcPts val="500"/>
              </a:spcBef>
              <a:spcAft>
                <a:spcPts val="0"/>
              </a:spcAft>
              <a:buClr>
                <a:srgbClr val="888888"/>
              </a:buClr>
              <a:buSzPts val="1600"/>
              <a:buNone/>
              <a:defRPr sz="1600">
                <a:solidFill>
                  <a:srgbClr val="888888"/>
                </a:solidFill>
              </a:defRPr>
            </a:lvl5pPr>
            <a:lvl6pPr lvl="5" algn="l">
              <a:lnSpc>
                <a:spcPct val="90000"/>
              </a:lnSpc>
              <a:spcBef>
                <a:spcPts val="500"/>
              </a:spcBef>
              <a:spcAft>
                <a:spcPts val="0"/>
              </a:spcAft>
              <a:buClr>
                <a:srgbClr val="888888"/>
              </a:buClr>
              <a:buSzPts val="1600"/>
              <a:buNone/>
              <a:defRPr sz="1600">
                <a:solidFill>
                  <a:srgbClr val="888888"/>
                </a:solidFill>
              </a:defRPr>
            </a:lvl6pPr>
            <a:lvl7pPr lvl="6" algn="l">
              <a:lnSpc>
                <a:spcPct val="90000"/>
              </a:lnSpc>
              <a:spcBef>
                <a:spcPts val="500"/>
              </a:spcBef>
              <a:spcAft>
                <a:spcPts val="0"/>
              </a:spcAft>
              <a:buClr>
                <a:srgbClr val="888888"/>
              </a:buClr>
              <a:buSzPts val="1600"/>
              <a:buNone/>
              <a:defRPr sz="1600">
                <a:solidFill>
                  <a:srgbClr val="888888"/>
                </a:solidFill>
              </a:defRPr>
            </a:lvl7pPr>
            <a:lvl8pPr lvl="7" algn="l">
              <a:lnSpc>
                <a:spcPct val="90000"/>
              </a:lnSpc>
              <a:spcBef>
                <a:spcPts val="500"/>
              </a:spcBef>
              <a:spcAft>
                <a:spcPts val="0"/>
              </a:spcAft>
              <a:buClr>
                <a:srgbClr val="888888"/>
              </a:buClr>
              <a:buSzPts val="1600"/>
              <a:buNone/>
              <a:defRPr sz="1600">
                <a:solidFill>
                  <a:srgbClr val="888888"/>
                </a:solidFill>
              </a:defRPr>
            </a:lvl8pPr>
            <a:lvl9pPr lvl="8"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47" name="Google Shape;47;p30"/>
          <p:cNvPicPr preferRelativeResize="0"/>
          <p:nvPr/>
        </p:nvPicPr>
        <p:blipFill rotWithShape="1">
          <a:blip r:embed="rId3">
            <a:alphaModFix/>
          </a:blip>
          <a:srcRect/>
          <a:stretch/>
        </p:blipFill>
        <p:spPr>
          <a:xfrm>
            <a:off x="242008" y="210239"/>
            <a:ext cx="2732129" cy="55022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48"/>
        <p:cNvGrpSpPr/>
        <p:nvPr/>
      </p:nvGrpSpPr>
      <p:grpSpPr>
        <a:xfrm>
          <a:off x="0" y="0"/>
          <a:ext cx="0" cy="0"/>
          <a:chOff x="0" y="0"/>
          <a:chExt cx="0" cy="0"/>
        </a:xfrm>
      </p:grpSpPr>
      <p:sp>
        <p:nvSpPr>
          <p:cNvPr id="49" name="Google Shape;4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31"/>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3" name="Google Shape;53;p31"/>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54" name="Google Shape;54;p31"/>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55"/>
        <p:cNvGrpSpPr/>
        <p:nvPr/>
      </p:nvGrpSpPr>
      <p:grpSpPr>
        <a:xfrm>
          <a:off x="0" y="0"/>
          <a:ext cx="0" cy="0"/>
          <a:chOff x="0" y="0"/>
          <a:chExt cx="0" cy="0"/>
        </a:xfrm>
      </p:grpSpPr>
      <p:sp>
        <p:nvSpPr>
          <p:cNvPr id="56" name="Google Shape;56;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9" name="Google Shape;59;p32"/>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60" name="Google Shape;60;p32"/>
          <p:cNvSpPr txBox="1"/>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757575"/>
                </a:solidFill>
                <a:latin typeface="Arial"/>
                <a:ea typeface="Arial"/>
                <a:cs typeface="Arial"/>
                <a:sym typeface="Arial"/>
              </a:rPr>
              <a:t>‹#›</a:t>
            </a:fld>
            <a:endParaRPr sz="1200">
              <a:solidFill>
                <a:srgbClr val="757575"/>
              </a:solidFill>
              <a:latin typeface="Arial"/>
              <a:ea typeface="Arial"/>
              <a:cs typeface="Arial"/>
              <a:sym typeface="Arial"/>
            </a:endParaRPr>
          </a:p>
        </p:txBody>
      </p:sp>
      <p:sp>
        <p:nvSpPr>
          <p:cNvPr id="61" name="Google Shape;61;p32"/>
          <p:cNvSpPr txBox="1"/>
          <p:nvPr/>
        </p:nvSpPr>
        <p:spPr>
          <a:xfrm>
            <a:off x="243244" y="615639"/>
            <a:ext cx="4443057" cy="977901"/>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223771"/>
              </a:buClr>
              <a:buSzPts val="4400"/>
              <a:buFont typeface="Play"/>
              <a:buNone/>
            </a:pPr>
            <a:r>
              <a:rPr lang="en-US" sz="4400" b="1">
                <a:solidFill>
                  <a:srgbClr val="223771"/>
                </a:solidFill>
                <a:latin typeface="Play"/>
                <a:ea typeface="Play"/>
                <a:cs typeface="Play"/>
                <a:sym typeface="Play"/>
              </a:rPr>
              <a:t>Tổng Kết</a:t>
            </a:r>
            <a:endParaRPr sz="4400" b="1">
              <a:solidFill>
                <a:srgbClr val="223771"/>
              </a:solidFill>
              <a:latin typeface="Play"/>
              <a:ea typeface="Play"/>
              <a:cs typeface="Play"/>
              <a:sym typeface="Play"/>
            </a:endParaRPr>
          </a:p>
        </p:txBody>
      </p:sp>
      <p:pic>
        <p:nvPicPr>
          <p:cNvPr id="62" name="Google Shape;62;p32"/>
          <p:cNvPicPr preferRelativeResize="0"/>
          <p:nvPr/>
        </p:nvPicPr>
        <p:blipFill rotWithShape="1">
          <a:blip r:embed="rId3">
            <a:alphaModFix/>
          </a:blip>
          <a:srcRect/>
          <a:stretch/>
        </p:blipFill>
        <p:spPr>
          <a:xfrm>
            <a:off x="968565" y="2892425"/>
            <a:ext cx="2511045" cy="2743200"/>
          </a:xfrm>
          <a:prstGeom prst="rect">
            <a:avLst/>
          </a:prstGeom>
          <a:noFill/>
          <a:ln>
            <a:noFill/>
          </a:ln>
        </p:spPr>
      </p:pic>
      <p:sp>
        <p:nvSpPr>
          <p:cNvPr id="63" name="Google Shape;63;p32"/>
          <p:cNvSpPr txBox="1">
            <a:spLocks noGrp="1"/>
          </p:cNvSpPr>
          <p:nvPr>
            <p:ph type="body" idx="1"/>
          </p:nvPr>
        </p:nvSpPr>
        <p:spPr>
          <a:xfrm>
            <a:off x="4592635" y="842319"/>
            <a:ext cx="7356121" cy="5592431"/>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Font typeface="Noto Sans Symbols"/>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2 Content Columns">
  <p:cSld name="Title and 2 Content Columns">
    <p:bg>
      <p:bgPr>
        <a:solidFill>
          <a:schemeClr val="lt1"/>
        </a:solidFill>
        <a:effectLst/>
      </p:bgPr>
    </p:bg>
    <p:spTree>
      <p:nvGrpSpPr>
        <p:cNvPr id="1" name="Shape 64"/>
        <p:cNvGrpSpPr/>
        <p:nvPr/>
      </p:nvGrpSpPr>
      <p:grpSpPr>
        <a:xfrm>
          <a:off x="0" y="0"/>
          <a:ext cx="0" cy="0"/>
          <a:chOff x="0" y="0"/>
          <a:chExt cx="0" cy="0"/>
        </a:xfrm>
      </p:grpSpPr>
      <p:sp>
        <p:nvSpPr>
          <p:cNvPr id="65" name="Google Shape;65;p33"/>
          <p:cNvSpPr txBox="1">
            <a:spLocks noGrp="1"/>
          </p:cNvSpPr>
          <p:nvPr>
            <p:ph type="sldNum" idx="12"/>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chemeClr val="dk2"/>
                </a:solidFill>
                <a:latin typeface="Arial"/>
                <a:ea typeface="Arial"/>
                <a:cs typeface="Arial"/>
                <a:sym typeface="Arial"/>
              </a:defRPr>
            </a:lvl1pPr>
            <a:lvl2pPr marL="0" lvl="1" indent="0" algn="r">
              <a:spcBef>
                <a:spcPts val="0"/>
              </a:spcBef>
              <a:buNone/>
              <a:defRPr sz="1100">
                <a:solidFill>
                  <a:schemeClr val="dk2"/>
                </a:solidFill>
                <a:latin typeface="Arial"/>
                <a:ea typeface="Arial"/>
                <a:cs typeface="Arial"/>
                <a:sym typeface="Arial"/>
              </a:defRPr>
            </a:lvl2pPr>
            <a:lvl3pPr marL="0" lvl="2" indent="0" algn="r">
              <a:spcBef>
                <a:spcPts val="0"/>
              </a:spcBef>
              <a:buNone/>
              <a:defRPr sz="1100">
                <a:solidFill>
                  <a:schemeClr val="dk2"/>
                </a:solidFill>
                <a:latin typeface="Arial"/>
                <a:ea typeface="Arial"/>
                <a:cs typeface="Arial"/>
                <a:sym typeface="Arial"/>
              </a:defRPr>
            </a:lvl3pPr>
            <a:lvl4pPr marL="0" lvl="3" indent="0" algn="r">
              <a:spcBef>
                <a:spcPts val="0"/>
              </a:spcBef>
              <a:buNone/>
              <a:defRPr sz="1100">
                <a:solidFill>
                  <a:schemeClr val="dk2"/>
                </a:solidFill>
                <a:latin typeface="Arial"/>
                <a:ea typeface="Arial"/>
                <a:cs typeface="Arial"/>
                <a:sym typeface="Arial"/>
              </a:defRPr>
            </a:lvl4pPr>
            <a:lvl5pPr marL="0" lvl="4" indent="0" algn="r">
              <a:spcBef>
                <a:spcPts val="0"/>
              </a:spcBef>
              <a:buNone/>
              <a:defRPr sz="1100">
                <a:solidFill>
                  <a:schemeClr val="dk2"/>
                </a:solidFill>
                <a:latin typeface="Arial"/>
                <a:ea typeface="Arial"/>
                <a:cs typeface="Arial"/>
                <a:sym typeface="Arial"/>
              </a:defRPr>
            </a:lvl5pPr>
            <a:lvl6pPr marL="0" lvl="5" indent="0" algn="r">
              <a:spcBef>
                <a:spcPts val="0"/>
              </a:spcBef>
              <a:buNone/>
              <a:defRPr sz="1100">
                <a:solidFill>
                  <a:schemeClr val="dk2"/>
                </a:solidFill>
                <a:latin typeface="Arial"/>
                <a:ea typeface="Arial"/>
                <a:cs typeface="Arial"/>
                <a:sym typeface="Arial"/>
              </a:defRPr>
            </a:lvl6pPr>
            <a:lvl7pPr marL="0" lvl="6" indent="0" algn="r">
              <a:spcBef>
                <a:spcPts val="0"/>
              </a:spcBef>
              <a:buNone/>
              <a:defRPr sz="1100">
                <a:solidFill>
                  <a:schemeClr val="dk2"/>
                </a:solidFill>
                <a:latin typeface="Arial"/>
                <a:ea typeface="Arial"/>
                <a:cs typeface="Arial"/>
                <a:sym typeface="Arial"/>
              </a:defRPr>
            </a:lvl7pPr>
            <a:lvl8pPr marL="0" lvl="7" indent="0" algn="r">
              <a:spcBef>
                <a:spcPts val="0"/>
              </a:spcBef>
              <a:buNone/>
              <a:defRPr sz="1100">
                <a:solidFill>
                  <a:schemeClr val="dk2"/>
                </a:solidFill>
                <a:latin typeface="Arial"/>
                <a:ea typeface="Arial"/>
                <a:cs typeface="Arial"/>
                <a:sym typeface="Arial"/>
              </a:defRPr>
            </a:lvl8pPr>
            <a:lvl9pPr marL="0" lvl="8" indent="0" algn="r">
              <a:spcBef>
                <a:spcPts val="0"/>
              </a:spcBef>
              <a:buNone/>
              <a:defRPr sz="11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6" name="Google Shape;66;p33"/>
          <p:cNvSpPr txBox="1">
            <a:spLocks noGrp="1"/>
          </p:cNvSpPr>
          <p:nvPr>
            <p:ph type="body" idx="1"/>
          </p:nvPr>
        </p:nvSpPr>
        <p:spPr>
          <a:xfrm>
            <a:off x="365760"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33"/>
          <p:cNvSpPr txBox="1">
            <a:spLocks noGrp="1"/>
          </p:cNvSpPr>
          <p:nvPr>
            <p:ph type="body" idx="2"/>
          </p:nvPr>
        </p:nvSpPr>
        <p:spPr>
          <a:xfrm>
            <a:off x="6265689"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33"/>
          <p:cNvSpPr/>
          <p:nvPr/>
        </p:nvSpPr>
        <p:spPr>
          <a:xfrm>
            <a:off x="365760" y="1030844"/>
            <a:ext cx="11567160" cy="457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9" name="Google Shape;69;p33"/>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70" name="Google Shape;70;p33"/>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1"/>
        <p:cNvGrpSpPr/>
        <p:nvPr/>
      </p:nvGrpSpPr>
      <p:grpSpPr>
        <a:xfrm>
          <a:off x="0" y="0"/>
          <a:ext cx="0" cy="0"/>
          <a:chOff x="0" y="0"/>
          <a:chExt cx="0" cy="0"/>
        </a:xfrm>
      </p:grpSpPr>
      <p:sp>
        <p:nvSpPr>
          <p:cNvPr id="72" name="Google Shape;7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5" name="Google Shape;75;p34"/>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6" name="Google Shape;76;p34"/>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77"/>
        <p:cNvGrpSpPr/>
        <p:nvPr/>
      </p:nvGrpSpPr>
      <p:grpSpPr>
        <a:xfrm>
          <a:off x="0" y="0"/>
          <a:ext cx="0" cy="0"/>
          <a:chOff x="0" y="0"/>
          <a:chExt cx="0" cy="0"/>
        </a:xfrm>
      </p:grpSpPr>
      <p:sp>
        <p:nvSpPr>
          <p:cNvPr id="78" name="Google Shape;78;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35"/>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35"/>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 in middle">
  <p:cSld name="Text in middle">
    <p:spTree>
      <p:nvGrpSpPr>
        <p:cNvPr id="1" name="Shape 83"/>
        <p:cNvGrpSpPr/>
        <p:nvPr/>
      </p:nvGrpSpPr>
      <p:grpSpPr>
        <a:xfrm>
          <a:off x="0" y="0"/>
          <a:ext cx="0" cy="0"/>
          <a:chOff x="0" y="0"/>
          <a:chExt cx="0" cy="0"/>
        </a:xfrm>
      </p:grpSpPr>
      <p:sp>
        <p:nvSpPr>
          <p:cNvPr id="84" name="Google Shape;84;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7" name="Google Shape;87;p36"/>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88" name="Google Shape;88;p36"/>
          <p:cNvSpPr/>
          <p:nvPr/>
        </p:nvSpPr>
        <p:spPr>
          <a:xfrm>
            <a:off x="777834" y="1128156"/>
            <a:ext cx="10575966" cy="483919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FF0000"/>
                </a:solidFill>
                <a:latin typeface="Arial"/>
                <a:ea typeface="Arial"/>
                <a:cs typeface="Arial"/>
                <a:sym typeface="Arial"/>
              </a:rPr>
              <a:t>Question</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89"/>
        <p:cNvGrpSpPr/>
        <p:nvPr/>
      </p:nvGrpSpPr>
      <p:grpSpPr>
        <a:xfrm>
          <a:off x="0" y="0"/>
          <a:ext cx="0" cy="0"/>
          <a:chOff x="0" y="0"/>
          <a:chExt cx="0" cy="0"/>
        </a:xfrm>
      </p:grpSpPr>
      <p:sp>
        <p:nvSpPr>
          <p:cNvPr id="90" name="Google Shape;90;p37"/>
          <p:cNvSpPr txBox="1">
            <a:spLocks noGrp="1"/>
          </p:cNvSpPr>
          <p:nvPr>
            <p:ph type="ctrTitle"/>
          </p:nvPr>
        </p:nvSpPr>
        <p:spPr>
          <a:xfrm>
            <a:off x="7263685" y="2846231"/>
            <a:ext cx="4417452" cy="1460428"/>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223771"/>
              </a:buClr>
              <a:buSzPts val="5600"/>
              <a:buFont typeface="Arial"/>
              <a:buNone/>
              <a:defRPr sz="5600" b="1">
                <a:solidFill>
                  <a:srgbClr val="22377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37"/>
          <p:cNvSpPr txBox="1">
            <a:spLocks noGrp="1"/>
          </p:cNvSpPr>
          <p:nvPr>
            <p:ph type="subTitle" idx="1"/>
          </p:nvPr>
        </p:nvSpPr>
        <p:spPr>
          <a:xfrm>
            <a:off x="7263685" y="4429523"/>
            <a:ext cx="4417452" cy="750072"/>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2" name="Google Shape;9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37"/>
          <p:cNvSpPr txBox="1">
            <a:spLocks noGrp="1"/>
          </p:cNvSpPr>
          <p:nvPr>
            <p:ph type="body" idx="2"/>
          </p:nvPr>
        </p:nvSpPr>
        <p:spPr>
          <a:xfrm>
            <a:off x="1" y="862149"/>
            <a:ext cx="7096258" cy="56319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37"/>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97"/>
        <p:cNvGrpSpPr/>
        <p:nvPr/>
      </p:nvGrpSpPr>
      <p:grpSpPr>
        <a:xfrm>
          <a:off x="0" y="0"/>
          <a:ext cx="0" cy="0"/>
          <a:chOff x="0" y="0"/>
          <a:chExt cx="0" cy="0"/>
        </a:xfrm>
      </p:grpSpPr>
      <p:sp>
        <p:nvSpPr>
          <p:cNvPr id="98" name="Google Shape;98;p3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3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0" name="Google Shape;10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38"/>
          <p:cNvSpPr txBox="1"/>
          <p:nvPr/>
        </p:nvSpPr>
        <p:spPr>
          <a:xfrm>
            <a:off x="324528" y="227160"/>
            <a:ext cx="8061101" cy="55328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23771"/>
              </a:buClr>
              <a:buSzPts val="3000"/>
              <a:buFont typeface="Arial"/>
              <a:buNone/>
            </a:pPr>
            <a:r>
              <a:rPr lang="en-US" sz="3000" b="1">
                <a:solidFill>
                  <a:srgbClr val="223771"/>
                </a:solidFill>
                <a:latin typeface="Arial"/>
                <a:ea typeface="Arial"/>
                <a:cs typeface="Arial"/>
                <a:sym typeface="Arial"/>
              </a:rPr>
              <a:t>CHỦ ĐỀ</a:t>
            </a:r>
            <a:endParaRPr sz="3000" b="1">
              <a:solidFill>
                <a:srgbClr val="223771"/>
              </a:solidFill>
              <a:latin typeface="Arial"/>
              <a:ea typeface="Arial"/>
              <a:cs typeface="Arial"/>
              <a:sym typeface="Arial"/>
            </a:endParaRPr>
          </a:p>
        </p:txBody>
      </p:sp>
      <p:pic>
        <p:nvPicPr>
          <p:cNvPr id="104" name="Google Shape;104;p38"/>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05"/>
        <p:cNvGrpSpPr/>
        <p:nvPr/>
      </p:nvGrpSpPr>
      <p:grpSpPr>
        <a:xfrm>
          <a:off x="0" y="0"/>
          <a:ext cx="0" cy="0"/>
          <a:chOff x="0" y="0"/>
          <a:chExt cx="0" cy="0"/>
        </a:xfrm>
      </p:grpSpPr>
      <p:sp>
        <p:nvSpPr>
          <p:cNvPr id="106" name="Google Shape;106;p39"/>
          <p:cNvSpPr txBox="1">
            <a:spLocks noGrp="1"/>
          </p:cNvSpPr>
          <p:nvPr>
            <p:ph type="title"/>
          </p:nvPr>
        </p:nvSpPr>
        <p:spPr>
          <a:xfrm>
            <a:off x="701899" y="351789"/>
            <a:ext cx="8061101" cy="9227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000"/>
              <a:buFont typeface="Play"/>
              <a:buNone/>
              <a:defRPr sz="30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39"/>
          <p:cNvSpPr txBox="1">
            <a:spLocks noGrp="1"/>
          </p:cNvSpPr>
          <p:nvPr>
            <p:ph type="body" idx="1"/>
          </p:nvPr>
        </p:nvSpPr>
        <p:spPr>
          <a:xfrm>
            <a:off x="701899" y="1639781"/>
            <a:ext cx="333670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9"/>
          <p:cNvSpPr txBox="1">
            <a:spLocks noGrp="1"/>
          </p:cNvSpPr>
          <p:nvPr>
            <p:ph type="body" idx="2"/>
          </p:nvPr>
        </p:nvSpPr>
        <p:spPr>
          <a:xfrm>
            <a:off x="4611710" y="1639781"/>
            <a:ext cx="333187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2" name="Google Shape;112;p39"/>
          <p:cNvSpPr txBox="1">
            <a:spLocks noGrp="1"/>
          </p:cNvSpPr>
          <p:nvPr>
            <p:ph type="body" idx="3"/>
          </p:nvPr>
        </p:nvSpPr>
        <p:spPr>
          <a:xfrm>
            <a:off x="8426539" y="1639781"/>
            <a:ext cx="333187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3" name="Google Shape;113;p39"/>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14"/>
        <p:cNvGrpSpPr/>
        <p:nvPr/>
      </p:nvGrpSpPr>
      <p:grpSpPr>
        <a:xfrm>
          <a:off x="0" y="0"/>
          <a:ext cx="0" cy="0"/>
          <a:chOff x="0" y="0"/>
          <a:chExt cx="0" cy="0"/>
        </a:xfrm>
      </p:grpSpPr>
      <p:sp>
        <p:nvSpPr>
          <p:cNvPr id="115" name="Google Shape;11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18" name="Google Shape;118;p40"/>
          <p:cNvPicPr preferRelativeResize="0"/>
          <p:nvPr/>
        </p:nvPicPr>
        <p:blipFill rotWithShape="1">
          <a:blip r:embed="rId2">
            <a:alphaModFix/>
          </a:blip>
          <a:srcRect/>
          <a:stretch/>
        </p:blipFill>
        <p:spPr>
          <a:xfrm>
            <a:off x="143692" y="90029"/>
            <a:ext cx="2539035" cy="51133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19"/>
        <p:cNvGrpSpPr/>
        <p:nvPr/>
      </p:nvGrpSpPr>
      <p:grpSpPr>
        <a:xfrm>
          <a:off x="0" y="0"/>
          <a:ext cx="0" cy="0"/>
          <a:chOff x="0" y="0"/>
          <a:chExt cx="0" cy="0"/>
        </a:xfrm>
      </p:grpSpPr>
      <p:sp>
        <p:nvSpPr>
          <p:cNvPr id="120" name="Google Shape;12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23" name="Google Shape;123;p41"/>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Vertical Title and Text" type="vertTitleAndTx">
  <p:cSld name="VERTICAL_TITLE_AND_VERTICAL_TEXT">
    <p:spTree>
      <p:nvGrpSpPr>
        <p:cNvPr id="1" name="Shape 124"/>
        <p:cNvGrpSpPr/>
        <p:nvPr/>
      </p:nvGrpSpPr>
      <p:grpSpPr>
        <a:xfrm>
          <a:off x="0" y="0"/>
          <a:ext cx="0" cy="0"/>
          <a:chOff x="0" y="0"/>
          <a:chExt cx="0" cy="0"/>
        </a:xfrm>
      </p:grpSpPr>
      <p:sp>
        <p:nvSpPr>
          <p:cNvPr id="125" name="Google Shape;125;p4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4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30" name="Google Shape;130;p42"/>
          <p:cNvPicPr preferRelativeResize="0"/>
          <p:nvPr/>
        </p:nvPicPr>
        <p:blipFill rotWithShape="1">
          <a:blip r:embed="rId2">
            <a:alphaModFix/>
          </a:blip>
          <a:srcRect/>
          <a:stretch/>
        </p:blipFill>
        <p:spPr>
          <a:xfrm>
            <a:off x="143692" y="90029"/>
            <a:ext cx="2539035" cy="51133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3 Headers, and 3 Text Columns">
  <p:cSld name="Title, 3 Headers, and 3 Text Columns">
    <p:bg>
      <p:bgPr>
        <a:solidFill>
          <a:schemeClr val="lt1"/>
        </a:solidFill>
        <a:effectLst/>
      </p:bgPr>
    </p:bg>
    <p:spTree>
      <p:nvGrpSpPr>
        <p:cNvPr id="1" name="Shape 131"/>
        <p:cNvGrpSpPr/>
        <p:nvPr/>
      </p:nvGrpSpPr>
      <p:grpSpPr>
        <a:xfrm>
          <a:off x="0" y="0"/>
          <a:ext cx="0" cy="0"/>
          <a:chOff x="0" y="0"/>
          <a:chExt cx="0" cy="0"/>
        </a:xfrm>
      </p:grpSpPr>
      <p:sp>
        <p:nvSpPr>
          <p:cNvPr id="132" name="Google Shape;132;p43"/>
          <p:cNvSpPr txBox="1"/>
          <p:nvPr/>
        </p:nvSpPr>
        <p:spPr>
          <a:xfrm>
            <a:off x="3769081" y="6568818"/>
            <a:ext cx="465383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2"/>
                </a:solidFill>
                <a:latin typeface="Arial"/>
                <a:ea typeface="Arial"/>
                <a:cs typeface="Arial"/>
                <a:sym typeface="Arial"/>
              </a:rPr>
              <a:t>© 2022, Amazon Web Services, Inc. or its affiliates. All rights reserved.</a:t>
            </a:r>
            <a:endParaRPr/>
          </a:p>
        </p:txBody>
      </p:sp>
      <p:sp>
        <p:nvSpPr>
          <p:cNvPr id="133" name="Google Shape;133;p43"/>
          <p:cNvSpPr txBox="1">
            <a:spLocks noGrp="1"/>
          </p:cNvSpPr>
          <p:nvPr>
            <p:ph type="sldNum" idx="12"/>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chemeClr val="dk2"/>
                </a:solidFill>
                <a:latin typeface="Arial"/>
                <a:ea typeface="Arial"/>
                <a:cs typeface="Arial"/>
                <a:sym typeface="Arial"/>
              </a:defRPr>
            </a:lvl1pPr>
            <a:lvl2pPr marL="0" lvl="1" indent="0" algn="r">
              <a:spcBef>
                <a:spcPts val="0"/>
              </a:spcBef>
              <a:buNone/>
              <a:defRPr sz="1100">
                <a:solidFill>
                  <a:schemeClr val="dk2"/>
                </a:solidFill>
                <a:latin typeface="Arial"/>
                <a:ea typeface="Arial"/>
                <a:cs typeface="Arial"/>
                <a:sym typeface="Arial"/>
              </a:defRPr>
            </a:lvl2pPr>
            <a:lvl3pPr marL="0" lvl="2" indent="0" algn="r">
              <a:spcBef>
                <a:spcPts val="0"/>
              </a:spcBef>
              <a:buNone/>
              <a:defRPr sz="1100">
                <a:solidFill>
                  <a:schemeClr val="dk2"/>
                </a:solidFill>
                <a:latin typeface="Arial"/>
                <a:ea typeface="Arial"/>
                <a:cs typeface="Arial"/>
                <a:sym typeface="Arial"/>
              </a:defRPr>
            </a:lvl3pPr>
            <a:lvl4pPr marL="0" lvl="3" indent="0" algn="r">
              <a:spcBef>
                <a:spcPts val="0"/>
              </a:spcBef>
              <a:buNone/>
              <a:defRPr sz="1100">
                <a:solidFill>
                  <a:schemeClr val="dk2"/>
                </a:solidFill>
                <a:latin typeface="Arial"/>
                <a:ea typeface="Arial"/>
                <a:cs typeface="Arial"/>
                <a:sym typeface="Arial"/>
              </a:defRPr>
            </a:lvl4pPr>
            <a:lvl5pPr marL="0" lvl="4" indent="0" algn="r">
              <a:spcBef>
                <a:spcPts val="0"/>
              </a:spcBef>
              <a:buNone/>
              <a:defRPr sz="1100">
                <a:solidFill>
                  <a:schemeClr val="dk2"/>
                </a:solidFill>
                <a:latin typeface="Arial"/>
                <a:ea typeface="Arial"/>
                <a:cs typeface="Arial"/>
                <a:sym typeface="Arial"/>
              </a:defRPr>
            </a:lvl5pPr>
            <a:lvl6pPr marL="0" lvl="5" indent="0" algn="r">
              <a:spcBef>
                <a:spcPts val="0"/>
              </a:spcBef>
              <a:buNone/>
              <a:defRPr sz="1100">
                <a:solidFill>
                  <a:schemeClr val="dk2"/>
                </a:solidFill>
                <a:latin typeface="Arial"/>
                <a:ea typeface="Arial"/>
                <a:cs typeface="Arial"/>
                <a:sym typeface="Arial"/>
              </a:defRPr>
            </a:lvl6pPr>
            <a:lvl7pPr marL="0" lvl="6" indent="0" algn="r">
              <a:spcBef>
                <a:spcPts val="0"/>
              </a:spcBef>
              <a:buNone/>
              <a:defRPr sz="1100">
                <a:solidFill>
                  <a:schemeClr val="dk2"/>
                </a:solidFill>
                <a:latin typeface="Arial"/>
                <a:ea typeface="Arial"/>
                <a:cs typeface="Arial"/>
                <a:sym typeface="Arial"/>
              </a:defRPr>
            </a:lvl7pPr>
            <a:lvl8pPr marL="0" lvl="7" indent="0" algn="r">
              <a:spcBef>
                <a:spcPts val="0"/>
              </a:spcBef>
              <a:buNone/>
              <a:defRPr sz="1100">
                <a:solidFill>
                  <a:schemeClr val="dk2"/>
                </a:solidFill>
                <a:latin typeface="Arial"/>
                <a:ea typeface="Arial"/>
                <a:cs typeface="Arial"/>
                <a:sym typeface="Arial"/>
              </a:defRPr>
            </a:lvl8pPr>
            <a:lvl9pPr marL="0" lvl="8" indent="0" algn="r">
              <a:spcBef>
                <a:spcPts val="0"/>
              </a:spcBef>
              <a:buNone/>
              <a:defRPr sz="11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4" name="Google Shape;134;p43"/>
          <p:cNvSpPr txBox="1">
            <a:spLocks noGrp="1"/>
          </p:cNvSpPr>
          <p:nvPr>
            <p:ph type="title"/>
          </p:nvPr>
        </p:nvSpPr>
        <p:spPr>
          <a:xfrm>
            <a:off x="365760" y="301752"/>
            <a:ext cx="11569209" cy="731318"/>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43"/>
          <p:cNvSpPr txBox="1">
            <a:spLocks noGrp="1"/>
          </p:cNvSpPr>
          <p:nvPr>
            <p:ph type="subTitle" idx="1"/>
          </p:nvPr>
        </p:nvSpPr>
        <p:spPr>
          <a:xfrm>
            <a:off x="365760" y="1051560"/>
            <a:ext cx="3749040" cy="440329"/>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1pPr>
            <a:lvl2pPr lvl="1" algn="l">
              <a:lnSpc>
                <a:spcPct val="90000"/>
              </a:lnSpc>
              <a:spcBef>
                <a:spcPts val="500"/>
              </a:spcBef>
              <a:spcAft>
                <a:spcPts val="0"/>
              </a:spcAft>
              <a:buClr>
                <a:schemeClr val="dk1"/>
              </a:buClr>
              <a:buSzPts val="2000"/>
              <a:buNone/>
              <a:defRPr sz="2000" b="1"/>
            </a:lvl2pPr>
            <a:lvl3pPr lvl="2" algn="l">
              <a:lnSpc>
                <a:spcPct val="90000"/>
              </a:lnSpc>
              <a:spcBef>
                <a:spcPts val="500"/>
              </a:spcBef>
              <a:spcAft>
                <a:spcPts val="0"/>
              </a:spcAft>
              <a:buClr>
                <a:schemeClr val="dk1"/>
              </a:buClr>
              <a:buSzPts val="1800"/>
              <a:buNone/>
              <a:defRPr sz="1800" b="1"/>
            </a:lvl3pPr>
            <a:lvl4pPr lvl="3" algn="l">
              <a:lnSpc>
                <a:spcPct val="90000"/>
              </a:lnSpc>
              <a:spcBef>
                <a:spcPts val="500"/>
              </a:spcBef>
              <a:spcAft>
                <a:spcPts val="0"/>
              </a:spcAft>
              <a:buClr>
                <a:schemeClr val="dk1"/>
              </a:buClr>
              <a:buSzPts val="1600"/>
              <a:buNone/>
              <a:defRPr sz="1600" b="1"/>
            </a:lvl4pPr>
            <a:lvl5pPr lvl="4" algn="l">
              <a:lnSpc>
                <a:spcPct val="90000"/>
              </a:lnSpc>
              <a:spcBef>
                <a:spcPts val="500"/>
              </a:spcBef>
              <a:spcAft>
                <a:spcPts val="0"/>
              </a:spcAft>
              <a:buClr>
                <a:schemeClr val="dk1"/>
              </a:buClr>
              <a:buSzPts val="1600"/>
              <a:buNone/>
              <a:defRPr sz="1600" b="1"/>
            </a:lvl5pPr>
            <a:lvl6pPr lvl="5" algn="l">
              <a:lnSpc>
                <a:spcPct val="90000"/>
              </a:lnSpc>
              <a:spcBef>
                <a:spcPts val="500"/>
              </a:spcBef>
              <a:spcAft>
                <a:spcPts val="0"/>
              </a:spcAft>
              <a:buClr>
                <a:schemeClr val="dk1"/>
              </a:buClr>
              <a:buSzPts val="1600"/>
              <a:buNone/>
              <a:defRPr sz="1600" b="1"/>
            </a:lvl6pPr>
            <a:lvl7pPr lvl="6" algn="l">
              <a:lnSpc>
                <a:spcPct val="90000"/>
              </a:lnSpc>
              <a:spcBef>
                <a:spcPts val="500"/>
              </a:spcBef>
              <a:spcAft>
                <a:spcPts val="0"/>
              </a:spcAft>
              <a:buClr>
                <a:schemeClr val="dk1"/>
              </a:buClr>
              <a:buSzPts val="1600"/>
              <a:buNone/>
              <a:defRPr sz="1600" b="1"/>
            </a:lvl7pPr>
            <a:lvl8pPr lvl="7" algn="l">
              <a:lnSpc>
                <a:spcPct val="90000"/>
              </a:lnSpc>
              <a:spcBef>
                <a:spcPts val="500"/>
              </a:spcBef>
              <a:spcAft>
                <a:spcPts val="0"/>
              </a:spcAft>
              <a:buClr>
                <a:schemeClr val="dk1"/>
              </a:buClr>
              <a:buSzPts val="1600"/>
              <a:buNone/>
              <a:defRPr sz="1600" b="1"/>
            </a:lvl8pPr>
            <a:lvl9pPr lvl="8" algn="l">
              <a:lnSpc>
                <a:spcPct val="90000"/>
              </a:lnSpc>
              <a:spcBef>
                <a:spcPts val="500"/>
              </a:spcBef>
              <a:spcAft>
                <a:spcPts val="0"/>
              </a:spcAft>
              <a:buClr>
                <a:schemeClr val="dk1"/>
              </a:buClr>
              <a:buSzPts val="1600"/>
              <a:buNone/>
              <a:defRPr sz="1600" b="1"/>
            </a:lvl9pPr>
          </a:lstStyle>
          <a:p>
            <a:endParaRPr/>
          </a:p>
        </p:txBody>
      </p:sp>
      <p:sp>
        <p:nvSpPr>
          <p:cNvPr id="136" name="Google Shape;136;p43"/>
          <p:cNvSpPr txBox="1">
            <a:spLocks noGrp="1"/>
          </p:cNvSpPr>
          <p:nvPr>
            <p:ph type="body" idx="2"/>
          </p:nvPr>
        </p:nvSpPr>
        <p:spPr>
          <a:xfrm>
            <a:off x="365760" y="1591056"/>
            <a:ext cx="3749040" cy="4843688"/>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43"/>
          <p:cNvSpPr txBox="1">
            <a:spLocks noGrp="1"/>
          </p:cNvSpPr>
          <p:nvPr>
            <p:ph type="subTitle" idx="3"/>
          </p:nvPr>
        </p:nvSpPr>
        <p:spPr>
          <a:xfrm>
            <a:off x="4253455" y="1051560"/>
            <a:ext cx="3749040" cy="440329"/>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1pPr>
            <a:lvl2pPr lvl="1" algn="l">
              <a:lnSpc>
                <a:spcPct val="90000"/>
              </a:lnSpc>
              <a:spcBef>
                <a:spcPts val="500"/>
              </a:spcBef>
              <a:spcAft>
                <a:spcPts val="0"/>
              </a:spcAft>
              <a:buClr>
                <a:schemeClr val="dk1"/>
              </a:buClr>
              <a:buSzPts val="2000"/>
              <a:buNone/>
              <a:defRPr sz="2000" b="1"/>
            </a:lvl2pPr>
            <a:lvl3pPr lvl="2" algn="l">
              <a:lnSpc>
                <a:spcPct val="90000"/>
              </a:lnSpc>
              <a:spcBef>
                <a:spcPts val="500"/>
              </a:spcBef>
              <a:spcAft>
                <a:spcPts val="0"/>
              </a:spcAft>
              <a:buClr>
                <a:schemeClr val="dk1"/>
              </a:buClr>
              <a:buSzPts val="1800"/>
              <a:buNone/>
              <a:defRPr sz="1800" b="1"/>
            </a:lvl3pPr>
            <a:lvl4pPr lvl="3" algn="l">
              <a:lnSpc>
                <a:spcPct val="90000"/>
              </a:lnSpc>
              <a:spcBef>
                <a:spcPts val="500"/>
              </a:spcBef>
              <a:spcAft>
                <a:spcPts val="0"/>
              </a:spcAft>
              <a:buClr>
                <a:schemeClr val="dk1"/>
              </a:buClr>
              <a:buSzPts val="1600"/>
              <a:buNone/>
              <a:defRPr sz="1600" b="1"/>
            </a:lvl4pPr>
            <a:lvl5pPr lvl="4" algn="l">
              <a:lnSpc>
                <a:spcPct val="90000"/>
              </a:lnSpc>
              <a:spcBef>
                <a:spcPts val="500"/>
              </a:spcBef>
              <a:spcAft>
                <a:spcPts val="0"/>
              </a:spcAft>
              <a:buClr>
                <a:schemeClr val="dk1"/>
              </a:buClr>
              <a:buSzPts val="1600"/>
              <a:buNone/>
              <a:defRPr sz="1600" b="1"/>
            </a:lvl5pPr>
            <a:lvl6pPr lvl="5" algn="l">
              <a:lnSpc>
                <a:spcPct val="90000"/>
              </a:lnSpc>
              <a:spcBef>
                <a:spcPts val="500"/>
              </a:spcBef>
              <a:spcAft>
                <a:spcPts val="0"/>
              </a:spcAft>
              <a:buClr>
                <a:schemeClr val="dk1"/>
              </a:buClr>
              <a:buSzPts val="1600"/>
              <a:buNone/>
              <a:defRPr sz="1600" b="1"/>
            </a:lvl6pPr>
            <a:lvl7pPr lvl="6" algn="l">
              <a:lnSpc>
                <a:spcPct val="90000"/>
              </a:lnSpc>
              <a:spcBef>
                <a:spcPts val="500"/>
              </a:spcBef>
              <a:spcAft>
                <a:spcPts val="0"/>
              </a:spcAft>
              <a:buClr>
                <a:schemeClr val="dk1"/>
              </a:buClr>
              <a:buSzPts val="1600"/>
              <a:buNone/>
              <a:defRPr sz="1600" b="1"/>
            </a:lvl7pPr>
            <a:lvl8pPr lvl="7" algn="l">
              <a:lnSpc>
                <a:spcPct val="90000"/>
              </a:lnSpc>
              <a:spcBef>
                <a:spcPts val="500"/>
              </a:spcBef>
              <a:spcAft>
                <a:spcPts val="0"/>
              </a:spcAft>
              <a:buClr>
                <a:schemeClr val="dk1"/>
              </a:buClr>
              <a:buSzPts val="1600"/>
              <a:buNone/>
              <a:defRPr sz="1600" b="1"/>
            </a:lvl8pPr>
            <a:lvl9pPr lvl="8" algn="l">
              <a:lnSpc>
                <a:spcPct val="90000"/>
              </a:lnSpc>
              <a:spcBef>
                <a:spcPts val="500"/>
              </a:spcBef>
              <a:spcAft>
                <a:spcPts val="0"/>
              </a:spcAft>
              <a:buClr>
                <a:schemeClr val="dk1"/>
              </a:buClr>
              <a:buSzPts val="1600"/>
              <a:buNone/>
              <a:defRPr sz="1600" b="1"/>
            </a:lvl9pPr>
          </a:lstStyle>
          <a:p>
            <a:endParaRPr/>
          </a:p>
        </p:txBody>
      </p:sp>
      <p:sp>
        <p:nvSpPr>
          <p:cNvPr id="138" name="Google Shape;138;p43"/>
          <p:cNvSpPr txBox="1">
            <a:spLocks noGrp="1"/>
          </p:cNvSpPr>
          <p:nvPr>
            <p:ph type="body" idx="4"/>
          </p:nvPr>
        </p:nvSpPr>
        <p:spPr>
          <a:xfrm>
            <a:off x="4253455" y="1591056"/>
            <a:ext cx="3749040" cy="4843688"/>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9" name="Google Shape;139;p43"/>
          <p:cNvSpPr txBox="1">
            <a:spLocks noGrp="1"/>
          </p:cNvSpPr>
          <p:nvPr>
            <p:ph type="subTitle" idx="5"/>
          </p:nvPr>
        </p:nvSpPr>
        <p:spPr>
          <a:xfrm>
            <a:off x="8141150" y="1051560"/>
            <a:ext cx="3749040" cy="440329"/>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1pPr>
            <a:lvl2pPr lvl="1" algn="l">
              <a:lnSpc>
                <a:spcPct val="90000"/>
              </a:lnSpc>
              <a:spcBef>
                <a:spcPts val="500"/>
              </a:spcBef>
              <a:spcAft>
                <a:spcPts val="0"/>
              </a:spcAft>
              <a:buClr>
                <a:schemeClr val="dk1"/>
              </a:buClr>
              <a:buSzPts val="2000"/>
              <a:buNone/>
              <a:defRPr sz="2000" b="1"/>
            </a:lvl2pPr>
            <a:lvl3pPr lvl="2" algn="l">
              <a:lnSpc>
                <a:spcPct val="90000"/>
              </a:lnSpc>
              <a:spcBef>
                <a:spcPts val="500"/>
              </a:spcBef>
              <a:spcAft>
                <a:spcPts val="0"/>
              </a:spcAft>
              <a:buClr>
                <a:schemeClr val="dk1"/>
              </a:buClr>
              <a:buSzPts val="1800"/>
              <a:buNone/>
              <a:defRPr sz="1800" b="1"/>
            </a:lvl3pPr>
            <a:lvl4pPr lvl="3" algn="l">
              <a:lnSpc>
                <a:spcPct val="90000"/>
              </a:lnSpc>
              <a:spcBef>
                <a:spcPts val="500"/>
              </a:spcBef>
              <a:spcAft>
                <a:spcPts val="0"/>
              </a:spcAft>
              <a:buClr>
                <a:schemeClr val="dk1"/>
              </a:buClr>
              <a:buSzPts val="1600"/>
              <a:buNone/>
              <a:defRPr sz="1600" b="1"/>
            </a:lvl4pPr>
            <a:lvl5pPr lvl="4" algn="l">
              <a:lnSpc>
                <a:spcPct val="90000"/>
              </a:lnSpc>
              <a:spcBef>
                <a:spcPts val="500"/>
              </a:spcBef>
              <a:spcAft>
                <a:spcPts val="0"/>
              </a:spcAft>
              <a:buClr>
                <a:schemeClr val="dk1"/>
              </a:buClr>
              <a:buSzPts val="1600"/>
              <a:buNone/>
              <a:defRPr sz="1600" b="1"/>
            </a:lvl5pPr>
            <a:lvl6pPr lvl="5" algn="l">
              <a:lnSpc>
                <a:spcPct val="90000"/>
              </a:lnSpc>
              <a:spcBef>
                <a:spcPts val="500"/>
              </a:spcBef>
              <a:spcAft>
                <a:spcPts val="0"/>
              </a:spcAft>
              <a:buClr>
                <a:schemeClr val="dk1"/>
              </a:buClr>
              <a:buSzPts val="1600"/>
              <a:buNone/>
              <a:defRPr sz="1600" b="1"/>
            </a:lvl6pPr>
            <a:lvl7pPr lvl="6" algn="l">
              <a:lnSpc>
                <a:spcPct val="90000"/>
              </a:lnSpc>
              <a:spcBef>
                <a:spcPts val="500"/>
              </a:spcBef>
              <a:spcAft>
                <a:spcPts val="0"/>
              </a:spcAft>
              <a:buClr>
                <a:schemeClr val="dk1"/>
              </a:buClr>
              <a:buSzPts val="1600"/>
              <a:buNone/>
              <a:defRPr sz="1600" b="1"/>
            </a:lvl7pPr>
            <a:lvl8pPr lvl="7" algn="l">
              <a:lnSpc>
                <a:spcPct val="90000"/>
              </a:lnSpc>
              <a:spcBef>
                <a:spcPts val="500"/>
              </a:spcBef>
              <a:spcAft>
                <a:spcPts val="0"/>
              </a:spcAft>
              <a:buClr>
                <a:schemeClr val="dk1"/>
              </a:buClr>
              <a:buSzPts val="1600"/>
              <a:buNone/>
              <a:defRPr sz="1600" b="1"/>
            </a:lvl8pPr>
            <a:lvl9pPr lvl="8" algn="l">
              <a:lnSpc>
                <a:spcPct val="90000"/>
              </a:lnSpc>
              <a:spcBef>
                <a:spcPts val="500"/>
              </a:spcBef>
              <a:spcAft>
                <a:spcPts val="0"/>
              </a:spcAft>
              <a:buClr>
                <a:schemeClr val="dk1"/>
              </a:buClr>
              <a:buSzPts val="1600"/>
              <a:buNone/>
              <a:defRPr sz="1600" b="1"/>
            </a:lvl9pPr>
          </a:lstStyle>
          <a:p>
            <a:endParaRPr/>
          </a:p>
        </p:txBody>
      </p:sp>
      <p:sp>
        <p:nvSpPr>
          <p:cNvPr id="140" name="Google Shape;140;p43"/>
          <p:cNvSpPr txBox="1">
            <a:spLocks noGrp="1"/>
          </p:cNvSpPr>
          <p:nvPr>
            <p:ph type="body" idx="6"/>
          </p:nvPr>
        </p:nvSpPr>
        <p:spPr>
          <a:xfrm>
            <a:off x="8141150" y="1591056"/>
            <a:ext cx="3749040" cy="4843688"/>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141"/>
        <p:cNvGrpSpPr/>
        <p:nvPr/>
      </p:nvGrpSpPr>
      <p:grpSpPr>
        <a:xfrm>
          <a:off x="0" y="0"/>
          <a:ext cx="0" cy="0"/>
          <a:chOff x="0" y="0"/>
          <a:chExt cx="0" cy="0"/>
        </a:xfrm>
      </p:grpSpPr>
      <p:sp>
        <p:nvSpPr>
          <p:cNvPr id="142" name="Google Shape;14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143" name="Google Shape;14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144" name="Google Shape;14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marR="0" lvl="0"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1pPr>
            <a:lvl2pPr marL="38100" marR="0" lvl="1"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2pPr>
            <a:lvl3pPr marL="38100" marR="0" lvl="2"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3pPr>
            <a:lvl4pPr marL="38100" marR="0" lvl="3"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4pPr>
            <a:lvl5pPr marL="38100" marR="0" lvl="4"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5pPr>
            <a:lvl6pPr marL="38100" marR="0" lvl="5"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6pPr>
            <a:lvl7pPr marL="38100" marR="0" lvl="6"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7pPr>
            <a:lvl8pPr marL="38100" marR="0" lvl="7"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8pPr>
            <a:lvl9pPr marL="38100" marR="0" lvl="8" indent="0" algn="r">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9pPr>
          </a:lstStyle>
          <a:p>
            <a:pPr marL="38100" lvl="0" indent="0" algn="r" rtl="0">
              <a:spcBef>
                <a:spcPts val="0"/>
              </a:spcBef>
              <a:spcAft>
                <a:spcPts val="0"/>
              </a:spcAft>
              <a:buNone/>
            </a:pPr>
            <a:fld id="{00000000-1234-1234-1234-123412341234}" type="slidenum">
              <a:rPr lang="en-US"/>
              <a:t>‹#›</a:t>
            </a:fld>
            <a:endParaRPr/>
          </a:p>
        </p:txBody>
      </p:sp>
      <p:sp>
        <p:nvSpPr>
          <p:cNvPr id="145" name="Google Shape;145;p44"/>
          <p:cNvSpPr txBox="1">
            <a:spLocks noGrp="1"/>
          </p:cNvSpPr>
          <p:nvPr>
            <p:ph type="title"/>
          </p:nvPr>
        </p:nvSpPr>
        <p:spPr>
          <a:xfrm>
            <a:off x="838200" y="365125"/>
            <a:ext cx="10515600" cy="6254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4000"/>
              <a:buFont typeface="Calibri"/>
              <a:buNone/>
              <a:defRPr sz="40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6"/>
        <p:cNvGrpSpPr/>
        <p:nvPr/>
      </p:nvGrpSpPr>
      <p:grpSpPr>
        <a:xfrm>
          <a:off x="0" y="0"/>
          <a:ext cx="0" cy="0"/>
          <a:chOff x="0" y="0"/>
          <a:chExt cx="0" cy="0"/>
        </a:xfrm>
      </p:grpSpPr>
      <p:sp>
        <p:nvSpPr>
          <p:cNvPr id="147" name="Google Shape;147;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9" name="Google Shape;14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2"/>
        <p:cNvGrpSpPr/>
        <p:nvPr/>
      </p:nvGrpSpPr>
      <p:grpSpPr>
        <a:xfrm>
          <a:off x="0" y="0"/>
          <a:ext cx="0" cy="0"/>
          <a:chOff x="0" y="0"/>
          <a:chExt cx="0" cy="0"/>
        </a:xfrm>
      </p:grpSpPr>
      <p:sp>
        <p:nvSpPr>
          <p:cNvPr id="153" name="Google Shape;153;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58"/>
        <p:cNvGrpSpPr/>
        <p:nvPr/>
      </p:nvGrpSpPr>
      <p:grpSpPr>
        <a:xfrm>
          <a:off x="0" y="0"/>
          <a:ext cx="0" cy="0"/>
          <a:chOff x="0" y="0"/>
          <a:chExt cx="0" cy="0"/>
        </a:xfrm>
      </p:grpSpPr>
      <p:sp>
        <p:nvSpPr>
          <p:cNvPr id="159" name="Google Shape;159;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161" name="Google Shape;16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4"/>
        <p:cNvGrpSpPr/>
        <p:nvPr/>
      </p:nvGrpSpPr>
      <p:grpSpPr>
        <a:xfrm>
          <a:off x="0" y="0"/>
          <a:ext cx="0" cy="0"/>
          <a:chOff x="0" y="0"/>
          <a:chExt cx="0" cy="0"/>
        </a:xfrm>
      </p:grpSpPr>
      <p:sp>
        <p:nvSpPr>
          <p:cNvPr id="165" name="Google Shape;16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8" name="Google Shape;16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1"/>
        <p:cNvGrpSpPr/>
        <p:nvPr/>
      </p:nvGrpSpPr>
      <p:grpSpPr>
        <a:xfrm>
          <a:off x="0" y="0"/>
          <a:ext cx="0" cy="0"/>
          <a:chOff x="0" y="0"/>
          <a:chExt cx="0" cy="0"/>
        </a:xfrm>
      </p:grpSpPr>
      <p:sp>
        <p:nvSpPr>
          <p:cNvPr id="172" name="Google Shape;172;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4" name="Google Shape;174;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6" name="Google Shape;176;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0"/>
        <p:cNvGrpSpPr/>
        <p:nvPr/>
      </p:nvGrpSpPr>
      <p:grpSpPr>
        <a:xfrm>
          <a:off x="0" y="0"/>
          <a:ext cx="0" cy="0"/>
          <a:chOff x="0" y="0"/>
          <a:chExt cx="0" cy="0"/>
        </a:xfrm>
      </p:grpSpPr>
      <p:sp>
        <p:nvSpPr>
          <p:cNvPr id="181" name="Google Shape;181;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85"/>
        <p:cNvGrpSpPr/>
        <p:nvPr/>
      </p:nvGrpSpPr>
      <p:grpSpPr>
        <a:xfrm>
          <a:off x="0" y="0"/>
          <a:ext cx="0" cy="0"/>
          <a:chOff x="0" y="0"/>
          <a:chExt cx="0" cy="0"/>
        </a:xfrm>
      </p:grpSpPr>
      <p:sp>
        <p:nvSpPr>
          <p:cNvPr id="186" name="Google Shape;186;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89"/>
        <p:cNvGrpSpPr/>
        <p:nvPr/>
      </p:nvGrpSpPr>
      <p:grpSpPr>
        <a:xfrm>
          <a:off x="0" y="0"/>
          <a:ext cx="0" cy="0"/>
          <a:chOff x="0" y="0"/>
          <a:chExt cx="0" cy="0"/>
        </a:xfrm>
      </p:grpSpPr>
      <p:sp>
        <p:nvSpPr>
          <p:cNvPr id="190" name="Google Shape;190;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2" name="Google Shape;192;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96"/>
        <p:cNvGrpSpPr/>
        <p:nvPr/>
      </p:nvGrpSpPr>
      <p:grpSpPr>
        <a:xfrm>
          <a:off x="0" y="0"/>
          <a:ext cx="0" cy="0"/>
          <a:chOff x="0" y="0"/>
          <a:chExt cx="0" cy="0"/>
        </a:xfrm>
      </p:grpSpPr>
      <p:sp>
        <p:nvSpPr>
          <p:cNvPr id="197" name="Google Shape;197;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53"/>
          <p:cNvSpPr>
            <a:spLocks noGrp="1"/>
          </p:cNvSpPr>
          <p:nvPr>
            <p:ph type="pic" idx="2"/>
          </p:nvPr>
        </p:nvSpPr>
        <p:spPr>
          <a:xfrm>
            <a:off x="5183188" y="987425"/>
            <a:ext cx="6172200" cy="4873625"/>
          </a:xfrm>
          <a:prstGeom prst="rect">
            <a:avLst/>
          </a:prstGeom>
          <a:noFill/>
          <a:ln>
            <a:noFill/>
          </a:ln>
        </p:spPr>
      </p:sp>
      <p:sp>
        <p:nvSpPr>
          <p:cNvPr id="199" name="Google Shape;199;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03"/>
        <p:cNvGrpSpPr/>
        <p:nvPr/>
      </p:nvGrpSpPr>
      <p:grpSpPr>
        <a:xfrm>
          <a:off x="0" y="0"/>
          <a:ext cx="0" cy="0"/>
          <a:chOff x="0" y="0"/>
          <a:chExt cx="0" cy="0"/>
        </a:xfrm>
      </p:grpSpPr>
      <p:sp>
        <p:nvSpPr>
          <p:cNvPr id="204" name="Google Shape;204;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209"/>
        <p:cNvGrpSpPr/>
        <p:nvPr/>
      </p:nvGrpSpPr>
      <p:grpSpPr>
        <a:xfrm>
          <a:off x="0" y="0"/>
          <a:ext cx="0" cy="0"/>
          <a:chOff x="0" y="0"/>
          <a:chExt cx="0" cy="0"/>
        </a:xfrm>
      </p:grpSpPr>
      <p:sp>
        <p:nvSpPr>
          <p:cNvPr id="210" name="Google Shape;210;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215"/>
        <p:cNvGrpSpPr/>
        <p:nvPr/>
      </p:nvGrpSpPr>
      <p:grpSpPr>
        <a:xfrm>
          <a:off x="0" y="0"/>
          <a:ext cx="0" cy="0"/>
          <a:chOff x="0" y="0"/>
          <a:chExt cx="0" cy="0"/>
        </a:xfrm>
      </p:grpSpPr>
      <p:sp>
        <p:nvSpPr>
          <p:cNvPr id="216" name="Google Shape;216;p56"/>
          <p:cNvSpPr txBox="1">
            <a:spLocks noGrp="1"/>
          </p:cNvSpPr>
          <p:nvPr>
            <p:ph type="ctrTitle"/>
          </p:nvPr>
        </p:nvSpPr>
        <p:spPr>
          <a:xfrm>
            <a:off x="1491175" y="549690"/>
            <a:ext cx="9209651" cy="57823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775F55"/>
              </a:buClr>
              <a:buSzPts val="4175"/>
              <a:buFont typeface="Times New Roman"/>
              <a:buNone/>
              <a:defRPr sz="4175" b="0" i="0">
                <a:solidFill>
                  <a:srgbClr val="775F55"/>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 name="Google Shape;217;p56"/>
          <p:cNvSpPr txBox="1">
            <a:spLocks noGrp="1"/>
          </p:cNvSpPr>
          <p:nvPr>
            <p:ph type="subTitle" idx="1"/>
          </p:nvPr>
        </p:nvSpPr>
        <p:spPr>
          <a:xfrm>
            <a:off x="1828800" y="3840480"/>
            <a:ext cx="8534400" cy="387798"/>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218" name="Google Shape;218;p56"/>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56"/>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56"/>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221"/>
        <p:cNvGrpSpPr/>
        <p:nvPr/>
      </p:nvGrpSpPr>
      <p:grpSpPr>
        <a:xfrm>
          <a:off x="0" y="0"/>
          <a:ext cx="0" cy="0"/>
          <a:chOff x="0" y="0"/>
          <a:chExt cx="0" cy="0"/>
        </a:xfrm>
      </p:grpSpPr>
      <p:sp>
        <p:nvSpPr>
          <p:cNvPr id="222" name="Google Shape;222;p57"/>
          <p:cNvSpPr txBox="1">
            <a:spLocks noGrp="1"/>
          </p:cNvSpPr>
          <p:nvPr>
            <p:ph type="dt" idx="10"/>
          </p:nvPr>
        </p:nvSpPr>
        <p:spPr>
          <a:xfrm>
            <a:off x="785026" y="6353004"/>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57"/>
          <p:cNvSpPr txBox="1">
            <a:spLocks noGrp="1"/>
          </p:cNvSpPr>
          <p:nvPr>
            <p:ph type="ftr" idx="11"/>
          </p:nvPr>
        </p:nvSpPr>
        <p:spPr>
          <a:xfrm>
            <a:off x="4140198"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4" name="Google Shape;224;p57"/>
          <p:cNvSpPr txBox="1">
            <a:spLocks noGrp="1"/>
          </p:cNvSpPr>
          <p:nvPr>
            <p:ph type="sldNum" idx="12"/>
          </p:nvPr>
        </p:nvSpPr>
        <p:spPr>
          <a:xfrm>
            <a:off x="882831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5" name="Google Shape;225;p57"/>
          <p:cNvSpPr/>
          <p:nvPr/>
        </p:nvSpPr>
        <p:spPr>
          <a:xfrm>
            <a:off x="0" y="0"/>
            <a:ext cx="12192000" cy="6486525"/>
          </a:xfrm>
          <a:prstGeom prst="rect">
            <a:avLst/>
          </a:prstGeom>
          <a:solidFill>
            <a:srgbClr val="223771"/>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57"/>
          <p:cNvSpPr txBox="1">
            <a:spLocks noGrp="1"/>
          </p:cNvSpPr>
          <p:nvPr>
            <p:ph type="ctrTitle"/>
          </p:nvPr>
        </p:nvSpPr>
        <p:spPr>
          <a:xfrm>
            <a:off x="785026" y="2676083"/>
            <a:ext cx="10583741" cy="99749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800"/>
              <a:buFont typeface="Arial"/>
              <a:buNone/>
              <a:defRPr sz="48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57"/>
          <p:cNvSpPr txBox="1">
            <a:spLocks noGrp="1"/>
          </p:cNvSpPr>
          <p:nvPr>
            <p:ph type="subTitle" idx="1"/>
          </p:nvPr>
        </p:nvSpPr>
        <p:spPr>
          <a:xfrm>
            <a:off x="785025" y="4249066"/>
            <a:ext cx="10583741" cy="384905"/>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800"/>
              <a:buNone/>
              <a:defRPr sz="2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28" name="Google Shape;228;p57"/>
          <p:cNvPicPr preferRelativeResize="0"/>
          <p:nvPr/>
        </p:nvPicPr>
        <p:blipFill rotWithShape="1">
          <a:blip r:embed="rId2">
            <a:alphaModFix/>
          </a:blip>
          <a:srcRect/>
          <a:stretch/>
        </p:blipFill>
        <p:spPr>
          <a:xfrm>
            <a:off x="2712887" y="371475"/>
            <a:ext cx="6766226" cy="139396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29"/>
        <p:cNvGrpSpPr/>
        <p:nvPr/>
      </p:nvGrpSpPr>
      <p:grpSpPr>
        <a:xfrm>
          <a:off x="0" y="0"/>
          <a:ext cx="0" cy="0"/>
          <a:chOff x="0" y="0"/>
          <a:chExt cx="0" cy="0"/>
        </a:xfrm>
      </p:grpSpPr>
      <p:sp>
        <p:nvSpPr>
          <p:cNvPr id="230" name="Google Shape;230;p58"/>
          <p:cNvSpPr txBox="1">
            <a:spLocks noGrp="1"/>
          </p:cNvSpPr>
          <p:nvPr>
            <p:ph type="dt" idx="10"/>
          </p:nvPr>
        </p:nvSpPr>
        <p:spPr>
          <a:xfrm>
            <a:off x="82794" y="636252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58"/>
          <p:cNvSpPr txBox="1">
            <a:spLocks noGrp="1"/>
          </p:cNvSpPr>
          <p:nvPr>
            <p:ph type="sldNum" idx="12"/>
          </p:nvPr>
        </p:nvSpPr>
        <p:spPr>
          <a:xfrm>
            <a:off x="930859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3" name="Google Shape;233;p58"/>
          <p:cNvSpPr txBox="1"/>
          <p:nvPr/>
        </p:nvSpPr>
        <p:spPr>
          <a:xfrm>
            <a:off x="10405835" y="6593718"/>
            <a:ext cx="1653425"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phenikaa-uni.edu.vn</a:t>
            </a:r>
            <a:endParaRPr/>
          </a:p>
        </p:txBody>
      </p:sp>
      <p:sp>
        <p:nvSpPr>
          <p:cNvPr id="234" name="Google Shape;234;p58"/>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5" name="Google Shape;235;p58"/>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36" name="Google Shape;236;p58"/>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237"/>
        <p:cNvGrpSpPr/>
        <p:nvPr/>
      </p:nvGrpSpPr>
      <p:grpSpPr>
        <a:xfrm>
          <a:off x="0" y="0"/>
          <a:ext cx="0" cy="0"/>
          <a:chOff x="0" y="0"/>
          <a:chExt cx="0" cy="0"/>
        </a:xfrm>
      </p:grpSpPr>
      <p:sp>
        <p:nvSpPr>
          <p:cNvPr id="238" name="Google Shape;238;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1" name="Google Shape;241;p59"/>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2" name="Google Shape;242;p59"/>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43" name="Google Shape;243;p59"/>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Title and 2 Content Columns">
  <p:cSld name="1_Title and 2 Content Columns">
    <p:bg>
      <p:bgPr>
        <a:solidFill>
          <a:schemeClr val="lt1"/>
        </a:solidFill>
        <a:effectLst/>
      </p:bgPr>
    </p:bg>
    <p:spTree>
      <p:nvGrpSpPr>
        <p:cNvPr id="1" name="Shape 244"/>
        <p:cNvGrpSpPr/>
        <p:nvPr/>
      </p:nvGrpSpPr>
      <p:grpSpPr>
        <a:xfrm>
          <a:off x="0" y="0"/>
          <a:ext cx="0" cy="0"/>
          <a:chOff x="0" y="0"/>
          <a:chExt cx="0" cy="0"/>
        </a:xfrm>
      </p:grpSpPr>
      <p:sp>
        <p:nvSpPr>
          <p:cNvPr id="245" name="Google Shape;245;p60"/>
          <p:cNvSpPr txBox="1">
            <a:spLocks noGrp="1"/>
          </p:cNvSpPr>
          <p:nvPr>
            <p:ph type="sldNum" idx="12"/>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chemeClr val="dk2"/>
                </a:solidFill>
                <a:latin typeface="Arial"/>
                <a:ea typeface="Arial"/>
                <a:cs typeface="Arial"/>
                <a:sym typeface="Arial"/>
              </a:defRPr>
            </a:lvl1pPr>
            <a:lvl2pPr marL="0" lvl="1" indent="0" algn="r">
              <a:spcBef>
                <a:spcPts val="0"/>
              </a:spcBef>
              <a:buNone/>
              <a:defRPr sz="1100">
                <a:solidFill>
                  <a:schemeClr val="dk2"/>
                </a:solidFill>
                <a:latin typeface="Arial"/>
                <a:ea typeface="Arial"/>
                <a:cs typeface="Arial"/>
                <a:sym typeface="Arial"/>
              </a:defRPr>
            </a:lvl2pPr>
            <a:lvl3pPr marL="0" lvl="2" indent="0" algn="r">
              <a:spcBef>
                <a:spcPts val="0"/>
              </a:spcBef>
              <a:buNone/>
              <a:defRPr sz="1100">
                <a:solidFill>
                  <a:schemeClr val="dk2"/>
                </a:solidFill>
                <a:latin typeface="Arial"/>
                <a:ea typeface="Arial"/>
                <a:cs typeface="Arial"/>
                <a:sym typeface="Arial"/>
              </a:defRPr>
            </a:lvl3pPr>
            <a:lvl4pPr marL="0" lvl="3" indent="0" algn="r">
              <a:spcBef>
                <a:spcPts val="0"/>
              </a:spcBef>
              <a:buNone/>
              <a:defRPr sz="1100">
                <a:solidFill>
                  <a:schemeClr val="dk2"/>
                </a:solidFill>
                <a:latin typeface="Arial"/>
                <a:ea typeface="Arial"/>
                <a:cs typeface="Arial"/>
                <a:sym typeface="Arial"/>
              </a:defRPr>
            </a:lvl4pPr>
            <a:lvl5pPr marL="0" lvl="4" indent="0" algn="r">
              <a:spcBef>
                <a:spcPts val="0"/>
              </a:spcBef>
              <a:buNone/>
              <a:defRPr sz="1100">
                <a:solidFill>
                  <a:schemeClr val="dk2"/>
                </a:solidFill>
                <a:latin typeface="Arial"/>
                <a:ea typeface="Arial"/>
                <a:cs typeface="Arial"/>
                <a:sym typeface="Arial"/>
              </a:defRPr>
            </a:lvl5pPr>
            <a:lvl6pPr marL="0" lvl="5" indent="0" algn="r">
              <a:spcBef>
                <a:spcPts val="0"/>
              </a:spcBef>
              <a:buNone/>
              <a:defRPr sz="1100">
                <a:solidFill>
                  <a:schemeClr val="dk2"/>
                </a:solidFill>
                <a:latin typeface="Arial"/>
                <a:ea typeface="Arial"/>
                <a:cs typeface="Arial"/>
                <a:sym typeface="Arial"/>
              </a:defRPr>
            </a:lvl6pPr>
            <a:lvl7pPr marL="0" lvl="6" indent="0" algn="r">
              <a:spcBef>
                <a:spcPts val="0"/>
              </a:spcBef>
              <a:buNone/>
              <a:defRPr sz="1100">
                <a:solidFill>
                  <a:schemeClr val="dk2"/>
                </a:solidFill>
                <a:latin typeface="Arial"/>
                <a:ea typeface="Arial"/>
                <a:cs typeface="Arial"/>
                <a:sym typeface="Arial"/>
              </a:defRPr>
            </a:lvl7pPr>
            <a:lvl8pPr marL="0" lvl="7" indent="0" algn="r">
              <a:spcBef>
                <a:spcPts val="0"/>
              </a:spcBef>
              <a:buNone/>
              <a:defRPr sz="1100">
                <a:solidFill>
                  <a:schemeClr val="dk2"/>
                </a:solidFill>
                <a:latin typeface="Arial"/>
                <a:ea typeface="Arial"/>
                <a:cs typeface="Arial"/>
                <a:sym typeface="Arial"/>
              </a:defRPr>
            </a:lvl8pPr>
            <a:lvl9pPr marL="0" lvl="8" indent="0" algn="r">
              <a:spcBef>
                <a:spcPts val="0"/>
              </a:spcBef>
              <a:buNone/>
              <a:defRPr sz="11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60"/>
          <p:cNvSpPr txBox="1">
            <a:spLocks noGrp="1"/>
          </p:cNvSpPr>
          <p:nvPr>
            <p:ph type="body" idx="1"/>
          </p:nvPr>
        </p:nvSpPr>
        <p:spPr>
          <a:xfrm>
            <a:off x="365760"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7" name="Google Shape;247;p60"/>
          <p:cNvSpPr txBox="1">
            <a:spLocks noGrp="1"/>
          </p:cNvSpPr>
          <p:nvPr>
            <p:ph type="body" idx="2"/>
          </p:nvPr>
        </p:nvSpPr>
        <p:spPr>
          <a:xfrm>
            <a:off x="6265689"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60"/>
          <p:cNvSpPr/>
          <p:nvPr/>
        </p:nvSpPr>
        <p:spPr>
          <a:xfrm>
            <a:off x="365760" y="1030844"/>
            <a:ext cx="11567160" cy="457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49" name="Google Shape;249;p60"/>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50" name="Google Shape;250;p60"/>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251"/>
        <p:cNvGrpSpPr/>
        <p:nvPr/>
      </p:nvGrpSpPr>
      <p:grpSpPr>
        <a:xfrm>
          <a:off x="0" y="0"/>
          <a:ext cx="0" cy="0"/>
          <a:chOff x="0" y="0"/>
          <a:chExt cx="0" cy="0"/>
        </a:xfrm>
      </p:grpSpPr>
      <p:sp>
        <p:nvSpPr>
          <p:cNvPr id="252" name="Google Shape;25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5" name="Google Shape;255;p61"/>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56" name="Google Shape;256;p61"/>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257"/>
        <p:cNvGrpSpPr/>
        <p:nvPr/>
      </p:nvGrpSpPr>
      <p:grpSpPr>
        <a:xfrm>
          <a:off x="0" y="0"/>
          <a:ext cx="0" cy="0"/>
          <a:chOff x="0" y="0"/>
          <a:chExt cx="0" cy="0"/>
        </a:xfrm>
      </p:grpSpPr>
      <p:sp>
        <p:nvSpPr>
          <p:cNvPr id="258" name="Google Shape;258;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61" name="Google Shape;261;p62"/>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62" name="Google Shape;262;p62"/>
          <p:cNvSpPr txBox="1"/>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757575"/>
                </a:solidFill>
                <a:latin typeface="Arial"/>
                <a:ea typeface="Arial"/>
                <a:cs typeface="Arial"/>
                <a:sym typeface="Arial"/>
              </a:rPr>
              <a:t>‹#›</a:t>
            </a:fld>
            <a:endParaRPr sz="1200">
              <a:solidFill>
                <a:srgbClr val="757575"/>
              </a:solidFill>
              <a:latin typeface="Arial"/>
              <a:ea typeface="Arial"/>
              <a:cs typeface="Arial"/>
              <a:sym typeface="Arial"/>
            </a:endParaRPr>
          </a:p>
        </p:txBody>
      </p:sp>
      <p:sp>
        <p:nvSpPr>
          <p:cNvPr id="263" name="Google Shape;263;p62"/>
          <p:cNvSpPr txBox="1"/>
          <p:nvPr/>
        </p:nvSpPr>
        <p:spPr>
          <a:xfrm>
            <a:off x="243244" y="615639"/>
            <a:ext cx="4443057" cy="97790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23771"/>
              </a:buClr>
              <a:buSzPts val="4400"/>
              <a:buFont typeface="Play"/>
              <a:buNone/>
            </a:pPr>
            <a:r>
              <a:rPr lang="en-US" sz="4400" b="1">
                <a:solidFill>
                  <a:srgbClr val="223771"/>
                </a:solidFill>
                <a:latin typeface="Play"/>
                <a:ea typeface="Play"/>
                <a:cs typeface="Play"/>
                <a:sym typeface="Play"/>
              </a:rPr>
              <a:t>Key takeaways:</a:t>
            </a:r>
            <a:endParaRPr/>
          </a:p>
        </p:txBody>
      </p:sp>
      <p:pic>
        <p:nvPicPr>
          <p:cNvPr id="264" name="Google Shape;264;p62"/>
          <p:cNvPicPr preferRelativeResize="0"/>
          <p:nvPr/>
        </p:nvPicPr>
        <p:blipFill rotWithShape="1">
          <a:blip r:embed="rId3">
            <a:alphaModFix/>
          </a:blip>
          <a:srcRect/>
          <a:stretch/>
        </p:blipFill>
        <p:spPr>
          <a:xfrm>
            <a:off x="968565" y="2892425"/>
            <a:ext cx="2511045" cy="2743200"/>
          </a:xfrm>
          <a:prstGeom prst="rect">
            <a:avLst/>
          </a:prstGeom>
          <a:noFill/>
          <a:ln>
            <a:noFill/>
          </a:ln>
        </p:spPr>
      </p:pic>
      <p:sp>
        <p:nvSpPr>
          <p:cNvPr id="265" name="Google Shape;265;p62"/>
          <p:cNvSpPr txBox="1">
            <a:spLocks noGrp="1"/>
          </p:cNvSpPr>
          <p:nvPr>
            <p:ph type="body" idx="1"/>
          </p:nvPr>
        </p:nvSpPr>
        <p:spPr>
          <a:xfrm>
            <a:off x="4592635" y="842319"/>
            <a:ext cx="7356121" cy="5592431"/>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Font typeface="Noto Sans Symbols"/>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266"/>
        <p:cNvGrpSpPr/>
        <p:nvPr/>
      </p:nvGrpSpPr>
      <p:grpSpPr>
        <a:xfrm>
          <a:off x="0" y="0"/>
          <a:ext cx="0" cy="0"/>
          <a:chOff x="0" y="0"/>
          <a:chExt cx="0" cy="0"/>
        </a:xfrm>
      </p:grpSpPr>
      <p:sp>
        <p:nvSpPr>
          <p:cNvPr id="267" name="Google Shape;267;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8" name="Google Shape;268;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0" name="Google Shape;270;p63"/>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71" name="Google Shape;271;p63"/>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Text in middle">
  <p:cSld name="1_Text in middle">
    <p:spTree>
      <p:nvGrpSpPr>
        <p:cNvPr id="1" name="Shape 272"/>
        <p:cNvGrpSpPr/>
        <p:nvPr/>
      </p:nvGrpSpPr>
      <p:grpSpPr>
        <a:xfrm>
          <a:off x="0" y="0"/>
          <a:ext cx="0" cy="0"/>
          <a:chOff x="0" y="0"/>
          <a:chExt cx="0" cy="0"/>
        </a:xfrm>
      </p:grpSpPr>
      <p:sp>
        <p:nvSpPr>
          <p:cNvPr id="273" name="Google Shape;273;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4" name="Google Shape;274;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76" name="Google Shape;276;p64"/>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77" name="Google Shape;277;p64"/>
          <p:cNvSpPr/>
          <p:nvPr/>
        </p:nvSpPr>
        <p:spPr>
          <a:xfrm>
            <a:off x="777834" y="1128156"/>
            <a:ext cx="10575966" cy="483919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FF0000"/>
                </a:solidFill>
                <a:latin typeface="Arial"/>
                <a:ea typeface="Arial"/>
                <a:cs typeface="Arial"/>
                <a:sym typeface="Arial"/>
              </a:rPr>
              <a:t>Question</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Only">
  <p:cSld name="2_Title Only 2">
    <p:spTree>
      <p:nvGrpSpPr>
        <p:cNvPr id="1" name="Shape 278"/>
        <p:cNvGrpSpPr/>
        <p:nvPr/>
      </p:nvGrpSpPr>
      <p:grpSpPr>
        <a:xfrm>
          <a:off x="0" y="0"/>
          <a:ext cx="0" cy="0"/>
          <a:chOff x="0" y="0"/>
          <a:chExt cx="0" cy="0"/>
        </a:xfrm>
      </p:grpSpPr>
      <p:sp>
        <p:nvSpPr>
          <p:cNvPr id="279" name="Google Shape;279;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82" name="Google Shape;282;p65"/>
          <p:cNvPicPr preferRelativeResize="0"/>
          <p:nvPr/>
        </p:nvPicPr>
        <p:blipFill rotWithShape="1">
          <a:blip r:embed="rId2">
            <a:alphaModFix/>
          </a:blip>
          <a:srcRect/>
          <a:stretch/>
        </p:blipFill>
        <p:spPr>
          <a:xfrm>
            <a:off x="143692" y="90029"/>
            <a:ext cx="2539035" cy="511333"/>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3_Title Slide">
  <p:cSld name="13_Title Slide">
    <p:spTree>
      <p:nvGrpSpPr>
        <p:cNvPr id="1" name="Shape 283"/>
        <p:cNvGrpSpPr/>
        <p:nvPr/>
      </p:nvGrpSpPr>
      <p:grpSpPr>
        <a:xfrm>
          <a:off x="0" y="0"/>
          <a:ext cx="0" cy="0"/>
          <a:chOff x="0" y="0"/>
          <a:chExt cx="0" cy="0"/>
        </a:xfrm>
      </p:grpSpPr>
      <p:sp>
        <p:nvSpPr>
          <p:cNvPr id="284" name="Google Shape;28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7" name="Google Shape;287;p66"/>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88" name="Google Shape;288;p66"/>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289" name="Google Shape;289;p66"/>
          <p:cNvSpPr/>
          <p:nvPr/>
        </p:nvSpPr>
        <p:spPr>
          <a:xfrm>
            <a:off x="324528" y="1359877"/>
            <a:ext cx="9581472" cy="440787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0" name="Google Shape;290;p66"/>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2_Title Slide">
  <p:cSld name="12_Title Slide">
    <p:spTree>
      <p:nvGrpSpPr>
        <p:cNvPr id="1" name="Shape 291"/>
        <p:cNvGrpSpPr/>
        <p:nvPr/>
      </p:nvGrpSpPr>
      <p:grpSpPr>
        <a:xfrm>
          <a:off x="0" y="0"/>
          <a:ext cx="0" cy="0"/>
          <a:chOff x="0" y="0"/>
          <a:chExt cx="0" cy="0"/>
        </a:xfrm>
      </p:grpSpPr>
      <p:sp>
        <p:nvSpPr>
          <p:cNvPr id="292" name="Google Shape;292;p67"/>
          <p:cNvSpPr txBox="1">
            <a:spLocks noGrp="1"/>
          </p:cNvSpPr>
          <p:nvPr>
            <p:ph type="dt" idx="10"/>
          </p:nvPr>
        </p:nvSpPr>
        <p:spPr>
          <a:xfrm>
            <a:off x="785026" y="6353004"/>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67"/>
          <p:cNvSpPr txBox="1">
            <a:spLocks noGrp="1"/>
          </p:cNvSpPr>
          <p:nvPr>
            <p:ph type="ftr" idx="11"/>
          </p:nvPr>
        </p:nvSpPr>
        <p:spPr>
          <a:xfrm>
            <a:off x="4140198"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4" name="Google Shape;294;p67"/>
          <p:cNvSpPr txBox="1">
            <a:spLocks noGrp="1"/>
          </p:cNvSpPr>
          <p:nvPr>
            <p:ph type="sldNum" idx="12"/>
          </p:nvPr>
        </p:nvSpPr>
        <p:spPr>
          <a:xfrm>
            <a:off x="882831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95" name="Google Shape;295;p67"/>
          <p:cNvSpPr/>
          <p:nvPr/>
        </p:nvSpPr>
        <p:spPr>
          <a:xfrm>
            <a:off x="0" y="0"/>
            <a:ext cx="12192000" cy="6486525"/>
          </a:xfrm>
          <a:prstGeom prst="rect">
            <a:avLst/>
          </a:prstGeom>
          <a:solidFill>
            <a:srgbClr val="223771"/>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67"/>
          <p:cNvSpPr txBox="1">
            <a:spLocks noGrp="1"/>
          </p:cNvSpPr>
          <p:nvPr>
            <p:ph type="ctrTitle"/>
          </p:nvPr>
        </p:nvSpPr>
        <p:spPr>
          <a:xfrm>
            <a:off x="785026" y="2676083"/>
            <a:ext cx="10583741" cy="99749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800"/>
              <a:buFont typeface="Arial"/>
              <a:buNone/>
              <a:defRPr sz="48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67"/>
          <p:cNvSpPr txBox="1">
            <a:spLocks noGrp="1"/>
          </p:cNvSpPr>
          <p:nvPr>
            <p:ph type="subTitle" idx="1"/>
          </p:nvPr>
        </p:nvSpPr>
        <p:spPr>
          <a:xfrm>
            <a:off x="785025" y="4249066"/>
            <a:ext cx="10583741" cy="384905"/>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800"/>
              <a:buNone/>
              <a:defRPr sz="2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98" name="Google Shape;298;p67"/>
          <p:cNvPicPr preferRelativeResize="0"/>
          <p:nvPr/>
        </p:nvPicPr>
        <p:blipFill rotWithShape="1">
          <a:blip r:embed="rId2">
            <a:alphaModFix/>
          </a:blip>
          <a:srcRect/>
          <a:stretch/>
        </p:blipFill>
        <p:spPr>
          <a:xfrm>
            <a:off x="2712887" y="371475"/>
            <a:ext cx="6766226" cy="1393961"/>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299"/>
        <p:cNvGrpSpPr/>
        <p:nvPr/>
      </p:nvGrpSpPr>
      <p:grpSpPr>
        <a:xfrm>
          <a:off x="0" y="0"/>
          <a:ext cx="0" cy="0"/>
          <a:chOff x="0" y="0"/>
          <a:chExt cx="0" cy="0"/>
        </a:xfrm>
      </p:grpSpPr>
      <p:sp>
        <p:nvSpPr>
          <p:cNvPr id="300" name="Google Shape;300;p68"/>
          <p:cNvSpPr txBox="1">
            <a:spLocks noGrp="1"/>
          </p:cNvSpPr>
          <p:nvPr>
            <p:ph type="dt" idx="10"/>
          </p:nvPr>
        </p:nvSpPr>
        <p:spPr>
          <a:xfrm>
            <a:off x="82794" y="636252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68"/>
          <p:cNvSpPr txBox="1">
            <a:spLocks noGrp="1"/>
          </p:cNvSpPr>
          <p:nvPr>
            <p:ph type="sldNum" idx="12"/>
          </p:nvPr>
        </p:nvSpPr>
        <p:spPr>
          <a:xfrm>
            <a:off x="930859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3" name="Google Shape;303;p68"/>
          <p:cNvSpPr txBox="1"/>
          <p:nvPr/>
        </p:nvSpPr>
        <p:spPr>
          <a:xfrm>
            <a:off x="10405835" y="6593718"/>
            <a:ext cx="1653425"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phenikaa-uni.edu.vn</a:t>
            </a:r>
            <a:endParaRPr/>
          </a:p>
        </p:txBody>
      </p:sp>
      <p:sp>
        <p:nvSpPr>
          <p:cNvPr id="304" name="Google Shape;304;p68"/>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05" name="Google Shape;305;p68"/>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06" name="Google Shape;306;p68"/>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307"/>
        <p:cNvGrpSpPr/>
        <p:nvPr/>
      </p:nvGrpSpPr>
      <p:grpSpPr>
        <a:xfrm>
          <a:off x="0" y="0"/>
          <a:ext cx="0" cy="0"/>
          <a:chOff x="0" y="0"/>
          <a:chExt cx="0" cy="0"/>
        </a:xfrm>
      </p:grpSpPr>
      <p:sp>
        <p:nvSpPr>
          <p:cNvPr id="308" name="Google Shape;308;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9" name="Google Shape;309;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11" name="Google Shape;311;p69"/>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2" name="Google Shape;312;p69"/>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13" name="Google Shape;313;p69"/>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_Title and 2 Content Columns">
  <p:cSld name="2_Title and 2 Content Columns">
    <p:bg>
      <p:bgPr>
        <a:solidFill>
          <a:schemeClr val="lt1"/>
        </a:solidFill>
        <a:effectLst/>
      </p:bgPr>
    </p:bg>
    <p:spTree>
      <p:nvGrpSpPr>
        <p:cNvPr id="1" name="Shape 314"/>
        <p:cNvGrpSpPr/>
        <p:nvPr/>
      </p:nvGrpSpPr>
      <p:grpSpPr>
        <a:xfrm>
          <a:off x="0" y="0"/>
          <a:ext cx="0" cy="0"/>
          <a:chOff x="0" y="0"/>
          <a:chExt cx="0" cy="0"/>
        </a:xfrm>
      </p:grpSpPr>
      <p:sp>
        <p:nvSpPr>
          <p:cNvPr id="315" name="Google Shape;315;p70"/>
          <p:cNvSpPr txBox="1">
            <a:spLocks noGrp="1"/>
          </p:cNvSpPr>
          <p:nvPr>
            <p:ph type="sldNum" idx="12"/>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chemeClr val="dk2"/>
                </a:solidFill>
                <a:latin typeface="Arial"/>
                <a:ea typeface="Arial"/>
                <a:cs typeface="Arial"/>
                <a:sym typeface="Arial"/>
              </a:defRPr>
            </a:lvl1pPr>
            <a:lvl2pPr marL="0" lvl="1" indent="0" algn="r">
              <a:spcBef>
                <a:spcPts val="0"/>
              </a:spcBef>
              <a:buNone/>
              <a:defRPr sz="1100">
                <a:solidFill>
                  <a:schemeClr val="dk2"/>
                </a:solidFill>
                <a:latin typeface="Arial"/>
                <a:ea typeface="Arial"/>
                <a:cs typeface="Arial"/>
                <a:sym typeface="Arial"/>
              </a:defRPr>
            </a:lvl2pPr>
            <a:lvl3pPr marL="0" lvl="2" indent="0" algn="r">
              <a:spcBef>
                <a:spcPts val="0"/>
              </a:spcBef>
              <a:buNone/>
              <a:defRPr sz="1100">
                <a:solidFill>
                  <a:schemeClr val="dk2"/>
                </a:solidFill>
                <a:latin typeface="Arial"/>
                <a:ea typeface="Arial"/>
                <a:cs typeface="Arial"/>
                <a:sym typeface="Arial"/>
              </a:defRPr>
            </a:lvl3pPr>
            <a:lvl4pPr marL="0" lvl="3" indent="0" algn="r">
              <a:spcBef>
                <a:spcPts val="0"/>
              </a:spcBef>
              <a:buNone/>
              <a:defRPr sz="1100">
                <a:solidFill>
                  <a:schemeClr val="dk2"/>
                </a:solidFill>
                <a:latin typeface="Arial"/>
                <a:ea typeface="Arial"/>
                <a:cs typeface="Arial"/>
                <a:sym typeface="Arial"/>
              </a:defRPr>
            </a:lvl4pPr>
            <a:lvl5pPr marL="0" lvl="4" indent="0" algn="r">
              <a:spcBef>
                <a:spcPts val="0"/>
              </a:spcBef>
              <a:buNone/>
              <a:defRPr sz="1100">
                <a:solidFill>
                  <a:schemeClr val="dk2"/>
                </a:solidFill>
                <a:latin typeface="Arial"/>
                <a:ea typeface="Arial"/>
                <a:cs typeface="Arial"/>
                <a:sym typeface="Arial"/>
              </a:defRPr>
            </a:lvl5pPr>
            <a:lvl6pPr marL="0" lvl="5" indent="0" algn="r">
              <a:spcBef>
                <a:spcPts val="0"/>
              </a:spcBef>
              <a:buNone/>
              <a:defRPr sz="1100">
                <a:solidFill>
                  <a:schemeClr val="dk2"/>
                </a:solidFill>
                <a:latin typeface="Arial"/>
                <a:ea typeface="Arial"/>
                <a:cs typeface="Arial"/>
                <a:sym typeface="Arial"/>
              </a:defRPr>
            </a:lvl6pPr>
            <a:lvl7pPr marL="0" lvl="6" indent="0" algn="r">
              <a:spcBef>
                <a:spcPts val="0"/>
              </a:spcBef>
              <a:buNone/>
              <a:defRPr sz="1100">
                <a:solidFill>
                  <a:schemeClr val="dk2"/>
                </a:solidFill>
                <a:latin typeface="Arial"/>
                <a:ea typeface="Arial"/>
                <a:cs typeface="Arial"/>
                <a:sym typeface="Arial"/>
              </a:defRPr>
            </a:lvl7pPr>
            <a:lvl8pPr marL="0" lvl="7" indent="0" algn="r">
              <a:spcBef>
                <a:spcPts val="0"/>
              </a:spcBef>
              <a:buNone/>
              <a:defRPr sz="1100">
                <a:solidFill>
                  <a:schemeClr val="dk2"/>
                </a:solidFill>
                <a:latin typeface="Arial"/>
                <a:ea typeface="Arial"/>
                <a:cs typeface="Arial"/>
                <a:sym typeface="Arial"/>
              </a:defRPr>
            </a:lvl8pPr>
            <a:lvl9pPr marL="0" lvl="8" indent="0" algn="r">
              <a:spcBef>
                <a:spcPts val="0"/>
              </a:spcBef>
              <a:buNone/>
              <a:defRPr sz="11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16" name="Google Shape;316;p70"/>
          <p:cNvSpPr txBox="1">
            <a:spLocks noGrp="1"/>
          </p:cNvSpPr>
          <p:nvPr>
            <p:ph type="body" idx="1"/>
          </p:nvPr>
        </p:nvSpPr>
        <p:spPr>
          <a:xfrm>
            <a:off x="365760"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7" name="Google Shape;317;p70"/>
          <p:cNvSpPr txBox="1">
            <a:spLocks noGrp="1"/>
          </p:cNvSpPr>
          <p:nvPr>
            <p:ph type="body" idx="2"/>
          </p:nvPr>
        </p:nvSpPr>
        <p:spPr>
          <a:xfrm>
            <a:off x="6265689" y="1143000"/>
            <a:ext cx="5669280" cy="529175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Clr>
                <a:schemeClr val="dk2"/>
              </a:buClr>
              <a:buSzPts val="2800"/>
              <a:buChar char="•"/>
              <a:defRPr sz="2800">
                <a:solidFill>
                  <a:schemeClr val="dk2"/>
                </a:solidFill>
              </a:defRPr>
            </a:lvl1pPr>
            <a:lvl2pPr marL="914400" lvl="1" indent="-381000" algn="l">
              <a:lnSpc>
                <a:spcPct val="100000"/>
              </a:lnSpc>
              <a:spcBef>
                <a:spcPts val="500"/>
              </a:spcBef>
              <a:spcAft>
                <a:spcPts val="0"/>
              </a:spcAft>
              <a:buClr>
                <a:schemeClr val="dk2"/>
              </a:buClr>
              <a:buSzPts val="2400"/>
              <a:buChar char="•"/>
              <a:defRPr sz="2400">
                <a:solidFill>
                  <a:schemeClr val="dk2"/>
                </a:solidFill>
              </a:defRPr>
            </a:lvl2pPr>
            <a:lvl3pPr marL="1371600" lvl="2" indent="-355600" algn="l">
              <a:lnSpc>
                <a:spcPct val="100000"/>
              </a:lnSpc>
              <a:spcBef>
                <a:spcPts val="500"/>
              </a:spcBef>
              <a:spcAft>
                <a:spcPts val="0"/>
              </a:spcAft>
              <a:buClr>
                <a:schemeClr val="dk2"/>
              </a:buClr>
              <a:buSzPts val="2000"/>
              <a:buChar char="•"/>
              <a:defRPr sz="2000">
                <a:solidFill>
                  <a:schemeClr val="dk2"/>
                </a:solidFill>
              </a:defRPr>
            </a:lvl3pPr>
            <a:lvl4pPr marL="1828800" lvl="3" indent="-342900" algn="l">
              <a:lnSpc>
                <a:spcPct val="100000"/>
              </a:lnSpc>
              <a:spcBef>
                <a:spcPts val="500"/>
              </a:spcBef>
              <a:spcAft>
                <a:spcPts val="0"/>
              </a:spcAft>
              <a:buClr>
                <a:schemeClr val="dk2"/>
              </a:buClr>
              <a:buSzPts val="1800"/>
              <a:buChar char="•"/>
              <a:defRPr sz="1800">
                <a:solidFill>
                  <a:schemeClr val="dk2"/>
                </a:solidFill>
              </a:defRPr>
            </a:lvl4pPr>
            <a:lvl5pPr marL="2286000" lvl="4" indent="-342900" algn="l">
              <a:lnSpc>
                <a:spcPct val="100000"/>
              </a:lnSpc>
              <a:spcBef>
                <a:spcPts val="500"/>
              </a:spcBef>
              <a:spcAft>
                <a:spcPts val="0"/>
              </a:spcAft>
              <a:buClr>
                <a:schemeClr val="dk2"/>
              </a:buClr>
              <a:buSzPts val="1800"/>
              <a:buChar char="•"/>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8" name="Google Shape;318;p70"/>
          <p:cNvSpPr/>
          <p:nvPr/>
        </p:nvSpPr>
        <p:spPr>
          <a:xfrm>
            <a:off x="365760" y="1030844"/>
            <a:ext cx="11567160" cy="457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9" name="Google Shape;319;p70"/>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20" name="Google Shape;320;p70"/>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4_Title Slide">
  <p:cSld name="14_Title Slide">
    <p:spTree>
      <p:nvGrpSpPr>
        <p:cNvPr id="1" name="Shape 321"/>
        <p:cNvGrpSpPr/>
        <p:nvPr/>
      </p:nvGrpSpPr>
      <p:grpSpPr>
        <a:xfrm>
          <a:off x="0" y="0"/>
          <a:ext cx="0" cy="0"/>
          <a:chOff x="0" y="0"/>
          <a:chExt cx="0" cy="0"/>
        </a:xfrm>
      </p:grpSpPr>
      <p:sp>
        <p:nvSpPr>
          <p:cNvPr id="322" name="Google Shape;322;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5" name="Google Shape;325;p71"/>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26" name="Google Shape;326;p71"/>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5_Title Slide">
  <p:cSld name="15_Title Slide">
    <p:spTree>
      <p:nvGrpSpPr>
        <p:cNvPr id="1" name="Shape 327"/>
        <p:cNvGrpSpPr/>
        <p:nvPr/>
      </p:nvGrpSpPr>
      <p:grpSpPr>
        <a:xfrm>
          <a:off x="0" y="0"/>
          <a:ext cx="0" cy="0"/>
          <a:chOff x="0" y="0"/>
          <a:chExt cx="0" cy="0"/>
        </a:xfrm>
      </p:grpSpPr>
      <p:sp>
        <p:nvSpPr>
          <p:cNvPr id="328" name="Google Shape;328;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31" name="Google Shape;331;p72"/>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32" name="Google Shape;332;p72"/>
          <p:cNvSpPr txBox="1"/>
          <p:nvPr/>
        </p:nvSpPr>
        <p:spPr>
          <a:xfrm>
            <a:off x="11469389" y="6568410"/>
            <a:ext cx="484261" cy="2651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757575"/>
                </a:solidFill>
                <a:latin typeface="Arial"/>
                <a:ea typeface="Arial"/>
                <a:cs typeface="Arial"/>
                <a:sym typeface="Arial"/>
              </a:rPr>
              <a:t>‹#›</a:t>
            </a:fld>
            <a:endParaRPr sz="1200">
              <a:solidFill>
                <a:srgbClr val="757575"/>
              </a:solidFill>
              <a:latin typeface="Arial"/>
              <a:ea typeface="Arial"/>
              <a:cs typeface="Arial"/>
              <a:sym typeface="Arial"/>
            </a:endParaRPr>
          </a:p>
        </p:txBody>
      </p:sp>
      <p:sp>
        <p:nvSpPr>
          <p:cNvPr id="333" name="Google Shape;333;p72"/>
          <p:cNvSpPr txBox="1"/>
          <p:nvPr/>
        </p:nvSpPr>
        <p:spPr>
          <a:xfrm>
            <a:off x="243244" y="615639"/>
            <a:ext cx="4443057" cy="97790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23771"/>
              </a:buClr>
              <a:buSzPts val="4400"/>
              <a:buFont typeface="Play"/>
              <a:buNone/>
            </a:pPr>
            <a:r>
              <a:rPr lang="en-US" sz="4400" b="1">
                <a:solidFill>
                  <a:srgbClr val="223771"/>
                </a:solidFill>
                <a:latin typeface="Play"/>
                <a:ea typeface="Play"/>
                <a:cs typeface="Play"/>
                <a:sym typeface="Play"/>
              </a:rPr>
              <a:t>Key takeaways:</a:t>
            </a:r>
            <a:endParaRPr/>
          </a:p>
        </p:txBody>
      </p:sp>
      <p:pic>
        <p:nvPicPr>
          <p:cNvPr id="334" name="Google Shape;334;p72"/>
          <p:cNvPicPr preferRelativeResize="0"/>
          <p:nvPr/>
        </p:nvPicPr>
        <p:blipFill rotWithShape="1">
          <a:blip r:embed="rId3">
            <a:alphaModFix/>
          </a:blip>
          <a:srcRect/>
          <a:stretch/>
        </p:blipFill>
        <p:spPr>
          <a:xfrm>
            <a:off x="968565" y="2892425"/>
            <a:ext cx="2511045" cy="2743200"/>
          </a:xfrm>
          <a:prstGeom prst="rect">
            <a:avLst/>
          </a:prstGeom>
          <a:noFill/>
          <a:ln>
            <a:noFill/>
          </a:ln>
        </p:spPr>
      </p:pic>
      <p:sp>
        <p:nvSpPr>
          <p:cNvPr id="335" name="Google Shape;335;p72"/>
          <p:cNvSpPr txBox="1">
            <a:spLocks noGrp="1"/>
          </p:cNvSpPr>
          <p:nvPr>
            <p:ph type="body" idx="1"/>
          </p:nvPr>
        </p:nvSpPr>
        <p:spPr>
          <a:xfrm>
            <a:off x="4592635" y="842319"/>
            <a:ext cx="7356121" cy="5592431"/>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Font typeface="Noto Sans Symbols"/>
              <a:buChar char="⮚"/>
              <a:defRPr/>
            </a:lvl1pPr>
            <a:lvl2pPr marL="914400" lvl="1" indent="-342900" algn="l">
              <a:lnSpc>
                <a:spcPct val="90000"/>
              </a:lnSpc>
              <a:spcBef>
                <a:spcPts val="18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6_Title Slide">
  <p:cSld name="16_Title Slide">
    <p:spTree>
      <p:nvGrpSpPr>
        <p:cNvPr id="1" name="Shape 336"/>
        <p:cNvGrpSpPr/>
        <p:nvPr/>
      </p:nvGrpSpPr>
      <p:grpSpPr>
        <a:xfrm>
          <a:off x="0" y="0"/>
          <a:ext cx="0" cy="0"/>
          <a:chOff x="0" y="0"/>
          <a:chExt cx="0" cy="0"/>
        </a:xfrm>
      </p:grpSpPr>
      <p:sp>
        <p:nvSpPr>
          <p:cNvPr id="337" name="Google Shape;337;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40" name="Google Shape;340;p73"/>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41" name="Google Shape;341;p73"/>
          <p:cNvPicPr preferRelativeResize="0"/>
          <p:nvPr/>
        </p:nvPicPr>
        <p:blipFill rotWithShape="1">
          <a:blip r:embed="rId2">
            <a:alphaModFix/>
          </a:blip>
          <a:srcRect/>
          <a:stretch/>
        </p:blipFill>
        <p:spPr>
          <a:xfrm>
            <a:off x="9180418" y="235206"/>
            <a:ext cx="2732129" cy="55022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2_Text in middle">
  <p:cSld name="2_Text in middle">
    <p:spTree>
      <p:nvGrpSpPr>
        <p:cNvPr id="1" name="Shape 342"/>
        <p:cNvGrpSpPr/>
        <p:nvPr/>
      </p:nvGrpSpPr>
      <p:grpSpPr>
        <a:xfrm>
          <a:off x="0" y="0"/>
          <a:ext cx="0" cy="0"/>
          <a:chOff x="0" y="0"/>
          <a:chExt cx="0" cy="0"/>
        </a:xfrm>
      </p:grpSpPr>
      <p:sp>
        <p:nvSpPr>
          <p:cNvPr id="343" name="Google Shape;343;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5" name="Google Shape;345;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46" name="Google Shape;346;p74"/>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47" name="Google Shape;347;p74"/>
          <p:cNvSpPr/>
          <p:nvPr/>
        </p:nvSpPr>
        <p:spPr>
          <a:xfrm>
            <a:off x="777834" y="1128156"/>
            <a:ext cx="10575966" cy="483919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FF0000"/>
                </a:solidFill>
                <a:latin typeface="Arial"/>
                <a:ea typeface="Arial"/>
                <a:cs typeface="Arial"/>
                <a:sym typeface="Arial"/>
              </a:rPr>
              <a:t>Question</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348"/>
        <p:cNvGrpSpPr/>
        <p:nvPr/>
      </p:nvGrpSpPr>
      <p:grpSpPr>
        <a:xfrm>
          <a:off x="0" y="0"/>
          <a:ext cx="0" cy="0"/>
          <a:chOff x="0" y="0"/>
          <a:chExt cx="0" cy="0"/>
        </a:xfrm>
      </p:grpSpPr>
      <p:sp>
        <p:nvSpPr>
          <p:cNvPr id="349" name="Google Shape;349;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1" name="Google Shape;351;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52" name="Google Shape;352;p75"/>
          <p:cNvPicPr preferRelativeResize="0"/>
          <p:nvPr/>
        </p:nvPicPr>
        <p:blipFill rotWithShape="1">
          <a:blip r:embed="rId2">
            <a:alphaModFix/>
          </a:blip>
          <a:srcRect/>
          <a:stretch/>
        </p:blipFill>
        <p:spPr>
          <a:xfrm>
            <a:off x="143692" y="90029"/>
            <a:ext cx="2539035" cy="51133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7_Title Slide">
  <p:cSld name="17_Title Slide">
    <p:spTree>
      <p:nvGrpSpPr>
        <p:cNvPr id="1" name="Shape 353"/>
        <p:cNvGrpSpPr/>
        <p:nvPr/>
      </p:nvGrpSpPr>
      <p:grpSpPr>
        <a:xfrm>
          <a:off x="0" y="0"/>
          <a:ext cx="0" cy="0"/>
          <a:chOff x="0" y="0"/>
          <a:chExt cx="0" cy="0"/>
        </a:xfrm>
      </p:grpSpPr>
      <p:sp>
        <p:nvSpPr>
          <p:cNvPr id="354" name="Google Shape;354;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7" name="Google Shape;357;p76"/>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23771"/>
              </a:buClr>
              <a:buSzPts val="3300"/>
              <a:buFont typeface="Play"/>
              <a:buNone/>
              <a:defRPr sz="3300" b="1">
                <a:solidFill>
                  <a:srgbClr val="22377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8" name="Google Shape;358;p76"/>
          <p:cNvPicPr preferRelativeResize="0"/>
          <p:nvPr/>
        </p:nvPicPr>
        <p:blipFill rotWithShape="1">
          <a:blip r:embed="rId2">
            <a:alphaModFix/>
          </a:blip>
          <a:srcRect/>
          <a:stretch/>
        </p:blipFill>
        <p:spPr>
          <a:xfrm>
            <a:off x="9180418" y="235206"/>
            <a:ext cx="2732129" cy="550220"/>
          </a:xfrm>
          <a:prstGeom prst="rect">
            <a:avLst/>
          </a:prstGeom>
          <a:noFill/>
          <a:ln>
            <a:noFill/>
          </a:ln>
        </p:spPr>
      </p:pic>
      <p:sp>
        <p:nvSpPr>
          <p:cNvPr id="359" name="Google Shape;359;p76"/>
          <p:cNvSpPr/>
          <p:nvPr/>
        </p:nvSpPr>
        <p:spPr>
          <a:xfrm>
            <a:off x="324528" y="1359877"/>
            <a:ext cx="9581472" cy="440787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0" name="Google Shape;360;p76"/>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361"/>
        <p:cNvGrpSpPr/>
        <p:nvPr/>
      </p:nvGrpSpPr>
      <p:grpSpPr>
        <a:xfrm>
          <a:off x="0" y="0"/>
          <a:ext cx="0" cy="0"/>
          <a:chOff x="0" y="0"/>
          <a:chExt cx="0" cy="0"/>
        </a:xfrm>
      </p:grpSpPr>
      <p:sp>
        <p:nvSpPr>
          <p:cNvPr id="362" name="Google Shape;362;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4" name="Google Shape;36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
        <p:nvSpPr>
          <p:cNvPr id="365" name="Google Shape;365;p77"/>
          <p:cNvSpPr/>
          <p:nvPr/>
        </p:nvSpPr>
        <p:spPr>
          <a:xfrm>
            <a:off x="0" y="1"/>
            <a:ext cx="12192000" cy="1066799"/>
          </a:xfrm>
          <a:prstGeom prst="rect">
            <a:avLst/>
          </a:prstGeom>
          <a:solidFill>
            <a:srgbClr val="213671"/>
          </a:solidFill>
          <a:ln w="1905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6" name="Google Shape;366;p77"/>
          <p:cNvSpPr txBox="1">
            <a:spLocks noGrp="1"/>
          </p:cNvSpPr>
          <p:nvPr>
            <p:ph type="title"/>
          </p:nvPr>
        </p:nvSpPr>
        <p:spPr>
          <a:xfrm>
            <a:off x="838200" y="365125"/>
            <a:ext cx="10515600" cy="6254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4000"/>
              <a:buFont typeface="Arial"/>
              <a:buNone/>
              <a:defRPr sz="40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
          <p:cNvSpPr txBox="1">
            <a:spLocks noGrp="1"/>
          </p:cNvSpPr>
          <p:nvPr>
            <p:ph type="ctrTitle"/>
          </p:nvPr>
        </p:nvSpPr>
        <p:spPr>
          <a:xfrm>
            <a:off x="493486" y="1885130"/>
            <a:ext cx="11219542" cy="131223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4000"/>
              <a:buFont typeface="Arial"/>
              <a:buNone/>
            </a:pPr>
            <a:r>
              <a:rPr lang="en-US" sz="4000"/>
              <a:t>Ứng dụng phân tán</a:t>
            </a:r>
            <a:endParaRPr sz="4000"/>
          </a:p>
        </p:txBody>
      </p:sp>
      <p:sp>
        <p:nvSpPr>
          <p:cNvPr id="372" name="Google Shape;372;p1"/>
          <p:cNvSpPr txBox="1">
            <a:spLocks noGrp="1"/>
          </p:cNvSpPr>
          <p:nvPr>
            <p:ph type="subTitle" idx="1"/>
          </p:nvPr>
        </p:nvSpPr>
        <p:spPr>
          <a:xfrm>
            <a:off x="493486" y="3429000"/>
            <a:ext cx="11219542" cy="55185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F2A982"/>
              </a:buClr>
              <a:buSzPts val="2400"/>
              <a:buNone/>
            </a:pPr>
            <a:r>
              <a:rPr lang="en-US" sz="2400">
                <a:solidFill>
                  <a:srgbClr val="F2A982"/>
                </a:solidFill>
              </a:rPr>
              <a:t>Buổi 5: Đồng bộ hóa (Phần 2)</a:t>
            </a:r>
            <a:br>
              <a:rPr lang="en-US" sz="2400"/>
            </a:br>
            <a:endParaRPr sz="2400"/>
          </a:p>
        </p:txBody>
      </p:sp>
      <p:sp>
        <p:nvSpPr>
          <p:cNvPr id="373" name="Google Shape;373;p1"/>
          <p:cNvSpPr txBox="1"/>
          <p:nvPr/>
        </p:nvSpPr>
        <p:spPr>
          <a:xfrm>
            <a:off x="1514947" y="4723753"/>
            <a:ext cx="9162106"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0" i="0" u="none" strike="noStrike" cap="none">
                <a:solidFill>
                  <a:schemeClr val="lt1"/>
                </a:solidFill>
                <a:latin typeface="Arial"/>
                <a:ea typeface="Arial"/>
                <a:cs typeface="Arial"/>
                <a:sym typeface="Arial"/>
              </a:rPr>
              <a:t>Thanh Kim Pham</a:t>
            </a:r>
            <a:endParaRPr/>
          </a:p>
          <a:p>
            <a:pPr marL="0" marR="0" lvl="0" indent="0" algn="ctr" rtl="0">
              <a:spcBef>
                <a:spcPts val="0"/>
              </a:spcBef>
              <a:spcAft>
                <a:spcPts val="0"/>
              </a:spcAft>
              <a:buNone/>
            </a:pPr>
            <a:r>
              <a:rPr lang="en-US" sz="3200" b="0" i="0" u="none" strike="noStrike" cap="none">
                <a:solidFill>
                  <a:schemeClr val="lt1"/>
                </a:solidFill>
                <a:latin typeface="Arial"/>
                <a:ea typeface="Arial"/>
                <a:cs typeface="Arial"/>
                <a:sym typeface="Arial"/>
              </a:rPr>
              <a:t>Email: thanh.phamkim@phenikaa-uni.edu.vn</a:t>
            </a:r>
            <a:endParaRPr/>
          </a:p>
        </p:txBody>
      </p:sp>
      <p:sp>
        <p:nvSpPr>
          <p:cNvPr id="374" name="Google Shape;374;p1"/>
          <p:cNvSpPr txBox="1">
            <a:spLocks noGrp="1"/>
          </p:cNvSpPr>
          <p:nvPr>
            <p:ph type="sldNum" idx="12"/>
          </p:nvPr>
        </p:nvSpPr>
        <p:spPr>
          <a:xfrm>
            <a:off x="882831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
          <p:cNvSpPr txBox="1">
            <a:spLocks noGrp="1"/>
          </p:cNvSpPr>
          <p:nvPr>
            <p:ph type="sldNum" idx="12"/>
          </p:nvPr>
        </p:nvSpPr>
        <p:spPr>
          <a:xfrm>
            <a:off x="9308593"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89" name="Google Shape;389;p3"/>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Ôn tập - Ứng dụng phân tán</a:t>
            </a:r>
            <a:endParaRPr/>
          </a:p>
        </p:txBody>
      </p:sp>
      <p:sp>
        <p:nvSpPr>
          <p:cNvPr id="390" name="Google Shape;390;p3"/>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US" sz="3200" b="1">
                <a:latin typeface="Play"/>
                <a:ea typeface="Play"/>
                <a:cs typeface="Play"/>
                <a:sym typeface="Play"/>
              </a:rPr>
              <a:t>“Ứng dụng  phân tán là phương pháp khiến nhiều máy tính làm việc cùng nhau để giải quyết một vấn đề chung. Nó khiến một mạng máy tính xuất hiện như một máy tính mạnh mẽ duy nhất, cung cấp tài nguyên quy mô lớn để xử lý các thách thức phức tạp."</a:t>
            </a:r>
            <a:r>
              <a:rPr lang="en-US" sz="3200">
                <a:latin typeface="Play"/>
                <a:ea typeface="Play"/>
                <a:cs typeface="Play"/>
                <a:sym typeface="Play"/>
              </a:rPr>
              <a:t> - AWS</a:t>
            </a:r>
            <a:endParaRPr/>
          </a:p>
          <a:p>
            <a:pPr marL="228600" lvl="0" indent="-228600" algn="l" rtl="0">
              <a:lnSpc>
                <a:spcPct val="90000"/>
              </a:lnSpc>
              <a:spcBef>
                <a:spcPts val="1000"/>
              </a:spcBef>
              <a:spcAft>
                <a:spcPts val="0"/>
              </a:spcAft>
              <a:buClr>
                <a:srgbClr val="333333"/>
              </a:buClr>
              <a:buSzPts val="3200"/>
              <a:buNone/>
            </a:pPr>
            <a:r>
              <a:rPr lang="en-US" sz="3200" i="1">
                <a:solidFill>
                  <a:srgbClr val="333333"/>
                </a:solidFill>
                <a:latin typeface="Play"/>
                <a:ea typeface="Play"/>
                <a:cs typeface="Play"/>
                <a:sym typeface="Play"/>
              </a:rPr>
              <a:t>	</a:t>
            </a:r>
            <a:endParaRPr sz="3200" b="0" i="1">
              <a:solidFill>
                <a:srgbClr val="333333"/>
              </a:solidFill>
              <a:latin typeface="Play"/>
              <a:ea typeface="Play"/>
              <a:cs typeface="Play"/>
              <a:sym typeface="Play"/>
            </a:endParaRPr>
          </a:p>
          <a:p>
            <a:pPr marL="228600" lvl="0" indent="-228600" algn="l" rtl="0">
              <a:lnSpc>
                <a:spcPct val="90000"/>
              </a:lnSpc>
              <a:spcBef>
                <a:spcPts val="2125"/>
              </a:spcBef>
              <a:spcAft>
                <a:spcPts val="0"/>
              </a:spcAft>
              <a:buClr>
                <a:schemeClr val="dk1"/>
              </a:buClr>
              <a:buSzPts val="3200"/>
              <a:buNone/>
            </a:pPr>
            <a:br>
              <a:rPr lang="en-US" sz="3200" i="1">
                <a:latin typeface="Play"/>
                <a:ea typeface="Play"/>
                <a:cs typeface="Play"/>
                <a:sym typeface="Play"/>
              </a:rPr>
            </a:br>
            <a:br>
              <a:rPr lang="en-US" sz="3200" i="1">
                <a:latin typeface="Play"/>
                <a:ea typeface="Play"/>
                <a:cs typeface="Play"/>
                <a:sym typeface="Play"/>
              </a:rPr>
            </a:br>
            <a:endParaRPr sz="3200" i="1">
              <a:latin typeface="Play"/>
              <a:ea typeface="Play"/>
              <a:cs typeface="Play"/>
              <a:sym typeface="Play"/>
            </a:endParaRPr>
          </a:p>
        </p:txBody>
      </p:sp>
      <p:pic>
        <p:nvPicPr>
          <p:cNvPr id="391" name="Google Shape;391;p3" descr="Distributed Computing - YouTube"/>
          <p:cNvPicPr preferRelativeResize="0"/>
          <p:nvPr/>
        </p:nvPicPr>
        <p:blipFill rotWithShape="1">
          <a:blip r:embed="rId3">
            <a:alphaModFix/>
          </a:blip>
          <a:srcRect/>
          <a:stretch/>
        </p:blipFill>
        <p:spPr>
          <a:xfrm>
            <a:off x="3962399" y="3698483"/>
            <a:ext cx="4127461" cy="23113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Ôn tập – Đồng hồ thạch anh</a:t>
            </a:r>
            <a:endParaRPr/>
          </a:p>
        </p:txBody>
      </p:sp>
      <p:sp>
        <p:nvSpPr>
          <p:cNvPr id="397" name="Google Shape;397;p4"/>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Đồng hồ thạch anh</a:t>
            </a:r>
            <a:endParaRPr/>
          </a:p>
          <a:p>
            <a:pPr marL="685800" lvl="1" indent="-228600" algn="l" rtl="0">
              <a:lnSpc>
                <a:spcPct val="90000"/>
              </a:lnSpc>
              <a:spcBef>
                <a:spcPts val="500"/>
              </a:spcBef>
              <a:spcAft>
                <a:spcPts val="0"/>
              </a:spcAft>
              <a:buClr>
                <a:schemeClr val="dk1"/>
              </a:buClr>
              <a:buSzPts val="2400"/>
              <a:buChar char="•"/>
            </a:pPr>
            <a:r>
              <a:rPr lang="en-US"/>
              <a:t>Được sử dụng để đếm xung</a:t>
            </a:r>
            <a:endParaRPr/>
          </a:p>
          <a:p>
            <a:pPr marL="685800" lvl="1" indent="-228600" algn="l" rtl="0">
              <a:lnSpc>
                <a:spcPct val="90000"/>
              </a:lnSpc>
              <a:spcBef>
                <a:spcPts val="500"/>
              </a:spcBef>
              <a:spcAft>
                <a:spcPts val="0"/>
              </a:spcAft>
              <a:buClr>
                <a:schemeClr val="dk1"/>
              </a:buClr>
              <a:buSzPts val="2400"/>
              <a:buChar char="•"/>
            </a:pPr>
            <a:r>
              <a:rPr lang="en-US"/>
              <a:t>Khoảng 32700 giao động trong một giây</a:t>
            </a:r>
            <a:endParaRPr/>
          </a:p>
          <a:p>
            <a:pPr marL="685800" lvl="1" indent="-228600" algn="l" rtl="0">
              <a:lnSpc>
                <a:spcPct val="90000"/>
              </a:lnSpc>
              <a:spcBef>
                <a:spcPts val="500"/>
              </a:spcBef>
              <a:spcAft>
                <a:spcPts val="0"/>
              </a:spcAft>
              <a:buClr>
                <a:schemeClr val="dk1"/>
              </a:buClr>
              <a:buSzPts val="2400"/>
              <a:buChar char="•"/>
            </a:pPr>
            <a:r>
              <a:rPr lang="en-US"/>
              <a:t>Đo thời gian dựa trên số giao động</a:t>
            </a:r>
            <a:endParaRPr/>
          </a:p>
          <a:p>
            <a:pPr marL="685800" lvl="1" indent="-228600" algn="l" rtl="0">
              <a:lnSpc>
                <a:spcPct val="90000"/>
              </a:lnSpc>
              <a:spcBef>
                <a:spcPts val="500"/>
              </a:spcBef>
              <a:spcAft>
                <a:spcPts val="0"/>
              </a:spcAft>
              <a:buClr>
                <a:schemeClr val="dk1"/>
              </a:buClr>
              <a:buSzPts val="2400"/>
              <a:buChar char="•"/>
            </a:pPr>
            <a:r>
              <a:rPr lang="en-US"/>
              <a:t>Có sai lệch về thời gian</a:t>
            </a:r>
            <a:endParaRPr/>
          </a:p>
          <a:p>
            <a:pPr marL="1143000" lvl="2" indent="-228600" algn="l" rtl="0">
              <a:lnSpc>
                <a:spcPct val="90000"/>
              </a:lnSpc>
              <a:spcBef>
                <a:spcPts val="500"/>
              </a:spcBef>
              <a:spcAft>
                <a:spcPts val="0"/>
              </a:spcAft>
              <a:buClr>
                <a:schemeClr val="dk1"/>
              </a:buClr>
              <a:buSzPts val="2000"/>
              <a:buChar char="•"/>
            </a:pPr>
            <a:r>
              <a:rPr lang="en-US"/>
              <a:t>nhiệt độ, </a:t>
            </a:r>
            <a:endParaRPr/>
          </a:p>
          <a:p>
            <a:pPr marL="1143000" lvl="2" indent="-228600" algn="l" rtl="0">
              <a:lnSpc>
                <a:spcPct val="90000"/>
              </a:lnSpc>
              <a:spcBef>
                <a:spcPts val="500"/>
              </a:spcBef>
              <a:spcAft>
                <a:spcPts val="0"/>
              </a:spcAft>
              <a:buClr>
                <a:schemeClr val="dk1"/>
              </a:buClr>
              <a:buSzPts val="2000"/>
              <a:buChar char="•"/>
            </a:pPr>
            <a:r>
              <a:rPr lang="en-US"/>
              <a:t>Chất lượng của thạch anh</a:t>
            </a:r>
            <a:endParaRPr/>
          </a:p>
          <a:p>
            <a:pPr marL="1143000" lvl="2" indent="-228600" algn="l" rtl="0">
              <a:lnSpc>
                <a:spcPct val="90000"/>
              </a:lnSpc>
              <a:spcBef>
                <a:spcPts val="500"/>
              </a:spcBef>
              <a:spcAft>
                <a:spcPts val="0"/>
              </a:spcAft>
              <a:buClr>
                <a:schemeClr val="dk1"/>
              </a:buClr>
              <a:buSzPts val="2000"/>
              <a:buChar char="•"/>
            </a:pPr>
            <a:r>
              <a:rPr lang="en-US"/>
              <a:t>Tuổi thọ</a:t>
            </a:r>
            <a:endParaRPr/>
          </a:p>
          <a:p>
            <a:pPr marL="1143000" lvl="2" indent="-228600" algn="l" rtl="0">
              <a:lnSpc>
                <a:spcPct val="90000"/>
              </a:lnSpc>
              <a:spcBef>
                <a:spcPts val="500"/>
              </a:spcBef>
              <a:spcAft>
                <a:spcPts val="0"/>
              </a:spcAft>
              <a:buClr>
                <a:schemeClr val="dk1"/>
              </a:buClr>
              <a:buSzPts val="2000"/>
              <a:buChar char="•"/>
            </a:pPr>
            <a:r>
              <a:rPr lang="en-US"/>
              <a:t>20-30 giây tháng</a:t>
            </a:r>
            <a:endParaRPr/>
          </a:p>
          <a:p>
            <a:pPr marL="228600" lvl="0" indent="-50800" algn="l" rtl="0">
              <a:lnSpc>
                <a:spcPct val="90000"/>
              </a:lnSpc>
              <a:spcBef>
                <a:spcPts val="1000"/>
              </a:spcBef>
              <a:spcAft>
                <a:spcPts val="0"/>
              </a:spcAft>
              <a:buClr>
                <a:schemeClr val="dk1"/>
              </a:buClr>
              <a:buSzPts val="2800"/>
              <a:buNone/>
            </a:pPr>
            <a:endParaRPr/>
          </a:p>
        </p:txBody>
      </p:sp>
      <p:pic>
        <p:nvPicPr>
          <p:cNvPr id="398" name="Google Shape;398;p4" descr="cpu clock - CLC Definition"/>
          <p:cNvPicPr preferRelativeResize="0"/>
          <p:nvPr/>
        </p:nvPicPr>
        <p:blipFill rotWithShape="1">
          <a:blip r:embed="rId3">
            <a:alphaModFix/>
          </a:blip>
          <a:srcRect/>
          <a:stretch/>
        </p:blipFill>
        <p:spPr>
          <a:xfrm>
            <a:off x="7799961" y="1396312"/>
            <a:ext cx="3722511" cy="2032687"/>
          </a:xfrm>
          <a:prstGeom prst="rect">
            <a:avLst/>
          </a:prstGeom>
          <a:noFill/>
          <a:ln>
            <a:noFill/>
          </a:ln>
        </p:spPr>
      </p:pic>
      <p:pic>
        <p:nvPicPr>
          <p:cNvPr id="399" name="Google Shape;399;p4" descr="Evolution of the Quartz Crystal Blank ..."/>
          <p:cNvPicPr preferRelativeResize="0"/>
          <p:nvPr/>
        </p:nvPicPr>
        <p:blipFill rotWithShape="1">
          <a:blip r:embed="rId4">
            <a:alphaModFix/>
          </a:blip>
          <a:srcRect/>
          <a:stretch/>
        </p:blipFill>
        <p:spPr>
          <a:xfrm>
            <a:off x="8305800" y="3651421"/>
            <a:ext cx="2952750"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23771"/>
              </a:buClr>
              <a:buSzPct val="100000"/>
              <a:buFont typeface="Play"/>
              <a:buNone/>
            </a:pPr>
            <a:r>
              <a:rPr lang="en-US"/>
              <a:t>Ôn tập - Đồng hồ nguyên tử (Atomic Clock)</a:t>
            </a:r>
            <a:endParaRPr/>
          </a:p>
        </p:txBody>
      </p:sp>
      <p:sp>
        <p:nvSpPr>
          <p:cNvPr id="406" name="Google Shape;406;p5"/>
          <p:cNvSpPr txBox="1">
            <a:spLocks noGrp="1"/>
          </p:cNvSpPr>
          <p:nvPr>
            <p:ph type="body" idx="1"/>
          </p:nvPr>
        </p:nvSpPr>
        <p:spPr>
          <a:xfrm>
            <a:off x="324529" y="1396313"/>
            <a:ext cx="7664439" cy="4510217"/>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Đồng hồ nguyên tử:</a:t>
            </a:r>
            <a:endParaRPr/>
          </a:p>
          <a:p>
            <a:pPr marL="685800" lvl="1" indent="-228600" algn="l" rtl="0">
              <a:lnSpc>
                <a:spcPct val="90000"/>
              </a:lnSpc>
              <a:spcBef>
                <a:spcPts val="500"/>
              </a:spcBef>
              <a:spcAft>
                <a:spcPts val="0"/>
              </a:spcAft>
              <a:buClr>
                <a:schemeClr val="dk1"/>
              </a:buClr>
              <a:buSzPct val="100000"/>
              <a:buChar char="•"/>
            </a:pPr>
            <a:r>
              <a:rPr lang="en-US"/>
              <a:t>Làm bởi hợp chất Cesi-133</a:t>
            </a:r>
            <a:endParaRPr/>
          </a:p>
          <a:p>
            <a:pPr marL="685800" lvl="1" indent="-228600" algn="l" rtl="0">
              <a:lnSpc>
                <a:spcPct val="90000"/>
              </a:lnSpc>
              <a:spcBef>
                <a:spcPts val="500"/>
              </a:spcBef>
              <a:spcAft>
                <a:spcPts val="0"/>
              </a:spcAft>
              <a:buClr>
                <a:schemeClr val="dk1"/>
              </a:buClr>
              <a:buSzPct val="100000"/>
              <a:buChar char="•"/>
            </a:pPr>
            <a:r>
              <a:rPr lang="en-US"/>
              <a:t>Được lắp trên các trạm vệ tinh GPS, viễn thông, hang không</a:t>
            </a:r>
            <a:endParaRPr/>
          </a:p>
          <a:p>
            <a:pPr marL="685800" lvl="1" indent="-228600" algn="l" rtl="0">
              <a:lnSpc>
                <a:spcPct val="90000"/>
              </a:lnSpc>
              <a:spcBef>
                <a:spcPts val="500"/>
              </a:spcBef>
              <a:spcAft>
                <a:spcPts val="0"/>
              </a:spcAft>
              <a:buClr>
                <a:schemeClr val="dk1"/>
              </a:buClr>
              <a:buSzPct val="100000"/>
              <a:buChar char="•"/>
            </a:pPr>
            <a:r>
              <a:rPr lang="en-US"/>
              <a:t>9.192 63177 GHz</a:t>
            </a:r>
            <a:endParaRPr/>
          </a:p>
          <a:p>
            <a:pPr marL="685800" lvl="1" indent="-228600" algn="l" rtl="0">
              <a:lnSpc>
                <a:spcPct val="90000"/>
              </a:lnSpc>
              <a:spcBef>
                <a:spcPts val="500"/>
              </a:spcBef>
              <a:spcAft>
                <a:spcPts val="0"/>
              </a:spcAft>
              <a:buClr>
                <a:schemeClr val="dk1"/>
              </a:buClr>
              <a:buSzPct val="100000"/>
              <a:buChar char="•"/>
            </a:pPr>
            <a:r>
              <a:rPr lang="en-US"/>
              <a:t>Đặc điểm</a:t>
            </a:r>
            <a:endParaRPr/>
          </a:p>
          <a:p>
            <a:pPr marL="1143000" lvl="2" indent="-228600" algn="l" rtl="0">
              <a:lnSpc>
                <a:spcPct val="90000"/>
              </a:lnSpc>
              <a:spcBef>
                <a:spcPts val="500"/>
              </a:spcBef>
              <a:spcAft>
                <a:spcPts val="0"/>
              </a:spcAft>
              <a:buClr>
                <a:schemeClr val="dk1"/>
              </a:buClr>
              <a:buSzPct val="100000"/>
              <a:buChar char="•"/>
            </a:pPr>
            <a:r>
              <a:rPr lang="en-US"/>
              <a:t>Vô cùng chính xác về mặt thời gian: </a:t>
            </a:r>
            <a:endParaRPr/>
          </a:p>
          <a:p>
            <a:pPr marL="1600200" lvl="3" indent="-228600" algn="l" rtl="0">
              <a:lnSpc>
                <a:spcPct val="90000"/>
              </a:lnSpc>
              <a:spcBef>
                <a:spcPts val="500"/>
              </a:spcBef>
              <a:spcAft>
                <a:spcPts val="0"/>
              </a:spcAft>
              <a:buClr>
                <a:schemeClr val="dk1"/>
              </a:buClr>
              <a:buSzPct val="100000"/>
              <a:buChar char="•"/>
            </a:pPr>
            <a:r>
              <a:rPr lang="en-US"/>
              <a:t>1 giây / 1 triệu năm</a:t>
            </a:r>
            <a:endParaRPr/>
          </a:p>
          <a:p>
            <a:pPr marL="1143000" lvl="2" indent="-228600" algn="l" rtl="0">
              <a:lnSpc>
                <a:spcPct val="90000"/>
              </a:lnSpc>
              <a:spcBef>
                <a:spcPts val="500"/>
              </a:spcBef>
              <a:spcAft>
                <a:spcPts val="0"/>
              </a:spcAft>
              <a:buClr>
                <a:schemeClr val="dk1"/>
              </a:buClr>
              <a:buSzPct val="100000"/>
              <a:buChar char="•"/>
            </a:pPr>
            <a:r>
              <a:rPr lang="en-US"/>
              <a:t>Chất lượng cao</a:t>
            </a:r>
            <a:endParaRPr/>
          </a:p>
          <a:p>
            <a:pPr marL="1143000" lvl="2" indent="-228600" algn="l" rtl="0">
              <a:lnSpc>
                <a:spcPct val="90000"/>
              </a:lnSpc>
              <a:spcBef>
                <a:spcPts val="500"/>
              </a:spcBef>
              <a:spcAft>
                <a:spcPts val="0"/>
              </a:spcAft>
              <a:buClr>
                <a:schemeClr val="dk1"/>
              </a:buClr>
              <a:buSzPct val="100000"/>
              <a:buChar char="•"/>
            </a:pPr>
            <a:r>
              <a:rPr lang="en-US"/>
              <a:t>Tuổi thọ tốt</a:t>
            </a:r>
            <a:endParaRPr/>
          </a:p>
          <a:p>
            <a:pPr marL="228600" lvl="0" indent="-228600" algn="l" rtl="0">
              <a:lnSpc>
                <a:spcPct val="90000"/>
              </a:lnSpc>
              <a:spcBef>
                <a:spcPts val="1000"/>
              </a:spcBef>
              <a:spcAft>
                <a:spcPts val="0"/>
              </a:spcAft>
              <a:buClr>
                <a:schemeClr val="dk1"/>
              </a:buClr>
              <a:buSzPct val="100000"/>
              <a:buChar char="•"/>
            </a:pPr>
            <a:r>
              <a:rPr lang="en-US"/>
              <a:t>Đồng hồ máy tính có thể đồng bộ thời gian qua không gian mạng với đồng hồ nguyên tử</a:t>
            </a:r>
            <a:endParaRPr/>
          </a:p>
          <a:p>
            <a:pPr marL="685800" lvl="1" indent="-228600" algn="l" rtl="0">
              <a:lnSpc>
                <a:spcPct val="90000"/>
              </a:lnSpc>
              <a:spcBef>
                <a:spcPts val="500"/>
              </a:spcBef>
              <a:spcAft>
                <a:spcPts val="0"/>
              </a:spcAft>
              <a:buClr>
                <a:schemeClr val="dk1"/>
              </a:buClr>
              <a:buSzPct val="100000"/>
              <a:buChar char="•"/>
            </a:pPr>
            <a:r>
              <a:rPr lang="en-US"/>
              <a:t>Giao thức NTP (Network Time protocol)</a:t>
            </a:r>
            <a:endParaRPr/>
          </a:p>
        </p:txBody>
      </p:sp>
      <p:pic>
        <p:nvPicPr>
          <p:cNvPr id="407" name="Google Shape;407;p5" descr="Microchip cesium atomic clock provides autonomous precise time - GPS World"/>
          <p:cNvPicPr preferRelativeResize="0"/>
          <p:nvPr/>
        </p:nvPicPr>
        <p:blipFill rotWithShape="1">
          <a:blip r:embed="rId3">
            <a:alphaModFix/>
          </a:blip>
          <a:srcRect/>
          <a:stretch/>
        </p:blipFill>
        <p:spPr>
          <a:xfrm>
            <a:off x="8385629" y="2879896"/>
            <a:ext cx="2971800" cy="1543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
          <p:cNvSpPr txBox="1">
            <a:spLocks noGrp="1"/>
          </p:cNvSpPr>
          <p:nvPr>
            <p:ph type="sldNum" idx="12"/>
          </p:nvPr>
        </p:nvSpPr>
        <p:spPr>
          <a:xfrm>
            <a:off x="9308593"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413" name="Google Shape;413;p6"/>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Mục tiêu bài học</a:t>
            </a:r>
            <a:endParaRPr/>
          </a:p>
        </p:txBody>
      </p:sp>
      <p:sp>
        <p:nvSpPr>
          <p:cNvPr id="414" name="Google Shape;414;p6"/>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Play"/>
              <a:buAutoNum type="arabicPeriod"/>
            </a:pPr>
            <a:r>
              <a:rPr lang="en-US"/>
              <a:t>Hiểu được lí do về việc biểu diễn thời gian đồng hồ dưới dạng logic thay vì thời gian vật lý</a:t>
            </a:r>
            <a:endParaRPr/>
          </a:p>
          <a:p>
            <a:pPr marL="514350" lvl="0" indent="-514350" algn="l" rtl="0">
              <a:lnSpc>
                <a:spcPct val="90000"/>
              </a:lnSpc>
              <a:spcBef>
                <a:spcPts val="1000"/>
              </a:spcBef>
              <a:spcAft>
                <a:spcPts val="0"/>
              </a:spcAft>
              <a:buClr>
                <a:schemeClr val="dk1"/>
              </a:buClr>
              <a:buSzPts val="2800"/>
              <a:buFont typeface="Play"/>
              <a:buAutoNum type="arabicPeriod"/>
            </a:pPr>
            <a:r>
              <a:rPr lang="en-US"/>
              <a:t>Hiểu và triển khai được thuật toán Lamport Clock trong đồng bộ thời gian logic</a:t>
            </a:r>
            <a:endParaRPr/>
          </a:p>
          <a:p>
            <a:pPr marL="514350" lvl="0" indent="-514350" algn="l" rtl="0">
              <a:lnSpc>
                <a:spcPct val="90000"/>
              </a:lnSpc>
              <a:spcBef>
                <a:spcPts val="1000"/>
              </a:spcBef>
              <a:spcAft>
                <a:spcPts val="0"/>
              </a:spcAft>
              <a:buClr>
                <a:schemeClr val="dk1"/>
              </a:buClr>
              <a:buSzPts val="2800"/>
              <a:buFont typeface="Play"/>
              <a:buAutoNum type="arabicPeriod"/>
            </a:pPr>
            <a:r>
              <a:rPr lang="en-US"/>
              <a:t>Triển khai thuật toán Vector Clock</a:t>
            </a:r>
            <a:endParaRPr/>
          </a:p>
          <a:p>
            <a:pPr marL="514350" lvl="0" indent="-336550" algn="l" rtl="0">
              <a:lnSpc>
                <a:spcPct val="90000"/>
              </a:lnSpc>
              <a:spcBef>
                <a:spcPts val="1000"/>
              </a:spcBef>
              <a:spcAft>
                <a:spcPts val="0"/>
              </a:spcAft>
              <a:buClr>
                <a:schemeClr val="dk1"/>
              </a:buClr>
              <a:buSzPts val="2800"/>
              <a:buFont typeface="Play"/>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7"/>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Nội dung</a:t>
            </a:r>
            <a:endParaRPr/>
          </a:p>
        </p:txBody>
      </p:sp>
      <p:sp>
        <p:nvSpPr>
          <p:cNvPr id="420" name="Google Shape;420;p7"/>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p>
            <a:pPr marL="582451" lvl="0" indent="-571500" algn="l" rtl="0">
              <a:lnSpc>
                <a:spcPct val="90000"/>
              </a:lnSpc>
              <a:spcBef>
                <a:spcPts val="0"/>
              </a:spcBef>
              <a:spcAft>
                <a:spcPts val="0"/>
              </a:spcAft>
              <a:buClr>
                <a:schemeClr val="dk1"/>
              </a:buClr>
              <a:buSzPts val="2800"/>
              <a:buFont typeface="Play"/>
              <a:buAutoNum type="romanUcPeriod"/>
            </a:pPr>
            <a:r>
              <a:rPr lang="en-US" sz="2800"/>
              <a:t>Vấn đề của đồng hồ vật lý</a:t>
            </a:r>
            <a:endParaRPr sz="2800"/>
          </a:p>
          <a:p>
            <a:pPr marL="582451" lvl="0" indent="-571500" algn="l" rtl="0">
              <a:lnSpc>
                <a:spcPct val="90000"/>
              </a:lnSpc>
              <a:spcBef>
                <a:spcPts val="722"/>
              </a:spcBef>
              <a:spcAft>
                <a:spcPts val="0"/>
              </a:spcAft>
              <a:buClr>
                <a:schemeClr val="dk1"/>
              </a:buClr>
              <a:buSzPts val="2800"/>
              <a:buFont typeface="Play"/>
              <a:buAutoNum type="romanUcPeriod"/>
            </a:pPr>
            <a:r>
              <a:rPr lang="en-US" sz="2800"/>
              <a:t>Đồng bộ hóa đồng hồ Vector</a:t>
            </a:r>
            <a:endParaRPr/>
          </a:p>
          <a:p>
            <a:pPr marL="582451" lvl="0" indent="-571500" algn="l" rtl="0">
              <a:lnSpc>
                <a:spcPct val="90000"/>
              </a:lnSpc>
              <a:spcBef>
                <a:spcPts val="722"/>
              </a:spcBef>
              <a:spcAft>
                <a:spcPts val="0"/>
              </a:spcAft>
              <a:buClr>
                <a:schemeClr val="dk1"/>
              </a:buClr>
              <a:buSzPts val="2800"/>
              <a:buFont typeface="Play"/>
              <a:buAutoNum type="romanUcPeriod"/>
            </a:pPr>
            <a:r>
              <a:rPr lang="en-US" sz="2800"/>
              <a:t>Đồng bộ hóa đồng hồ Lamport Clock</a:t>
            </a:r>
            <a:endParaRPr/>
          </a:p>
          <a:p>
            <a:pPr marL="582451" lvl="0" indent="-571500" algn="l" rtl="0">
              <a:lnSpc>
                <a:spcPct val="90000"/>
              </a:lnSpc>
              <a:spcBef>
                <a:spcPts val="722"/>
              </a:spcBef>
              <a:spcAft>
                <a:spcPts val="0"/>
              </a:spcAft>
              <a:buClr>
                <a:schemeClr val="dk1"/>
              </a:buClr>
              <a:buSzPts val="2800"/>
              <a:buFont typeface="Play"/>
              <a:buAutoNum type="romanUcPeriod"/>
            </a:pPr>
            <a:r>
              <a:rPr lang="en-US"/>
              <a:t>Triển khai thuật toán</a:t>
            </a:r>
            <a:endParaRPr sz="2800"/>
          </a:p>
        </p:txBody>
      </p:sp>
      <p:sp>
        <p:nvSpPr>
          <p:cNvPr id="421" name="Google Shape;42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8"/>
          <p:cNvSpPr txBox="1">
            <a:spLocks noGrp="1"/>
          </p:cNvSpPr>
          <p:nvPr>
            <p:ph type="title"/>
          </p:nvPr>
        </p:nvSpPr>
        <p:spPr>
          <a:xfrm>
            <a:off x="365760" y="366471"/>
            <a:ext cx="8768256" cy="229393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Play"/>
              <a:buNone/>
            </a:pPr>
            <a:r>
              <a:rPr lang="en-US"/>
              <a:t>I. Vấn đề của đồng hồ vật lý</a:t>
            </a:r>
            <a:br>
              <a:rPr lang="en-US"/>
            </a:br>
            <a:endParaRPr/>
          </a:p>
        </p:txBody>
      </p:sp>
      <p:sp>
        <p:nvSpPr>
          <p:cNvPr id="427" name="Google Shape;427;p8"/>
          <p:cNvSpPr txBox="1">
            <a:spLocks noGrp="1"/>
          </p:cNvSpPr>
          <p:nvPr>
            <p:ph type="subTitle" idx="1"/>
          </p:nvPr>
        </p:nvSpPr>
        <p:spPr>
          <a:xfrm>
            <a:off x="365760" y="2688190"/>
            <a:ext cx="8768256" cy="20981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4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9"/>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Vấn đề của đồng hồ vật lý</a:t>
            </a:r>
            <a:endParaRPr/>
          </a:p>
        </p:txBody>
      </p:sp>
      <p:sp>
        <p:nvSpPr>
          <p:cNvPr id="433" name="Google Shape;433;p9"/>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Trong hệ thống phân tán, mỗi nút (node) có đồng hồ riêng biệt.</a:t>
            </a:r>
            <a:endParaRPr/>
          </a:p>
          <a:p>
            <a:pPr marL="228600" lvl="0" indent="-228600" algn="l" rtl="0">
              <a:lnSpc>
                <a:spcPct val="90000"/>
              </a:lnSpc>
              <a:spcBef>
                <a:spcPts val="1000"/>
              </a:spcBef>
              <a:spcAft>
                <a:spcPts val="0"/>
              </a:spcAft>
              <a:buClr>
                <a:schemeClr val="dk1"/>
              </a:buClr>
              <a:buSzPts val="2800"/>
              <a:buChar char="•"/>
            </a:pPr>
            <a:r>
              <a:rPr lang="en-US"/>
              <a:t>Các đồng hồ này có thể:</a:t>
            </a:r>
            <a:endParaRPr/>
          </a:p>
          <a:p>
            <a:pPr marL="685800" lvl="1" indent="-228600" algn="l" rtl="0">
              <a:lnSpc>
                <a:spcPct val="90000"/>
              </a:lnSpc>
              <a:spcBef>
                <a:spcPts val="500"/>
              </a:spcBef>
              <a:spcAft>
                <a:spcPts val="0"/>
              </a:spcAft>
              <a:buClr>
                <a:schemeClr val="dk1"/>
              </a:buClr>
              <a:buSzPts val="2400"/>
              <a:buChar char="•"/>
            </a:pPr>
            <a:r>
              <a:rPr lang="en-US"/>
              <a:t>Chạy với tốc độ khác nhau (clock drift).</a:t>
            </a:r>
            <a:endParaRPr/>
          </a:p>
          <a:p>
            <a:pPr marL="685800" lvl="1" indent="-228600" algn="l" rtl="0">
              <a:lnSpc>
                <a:spcPct val="90000"/>
              </a:lnSpc>
              <a:spcBef>
                <a:spcPts val="500"/>
              </a:spcBef>
              <a:spcAft>
                <a:spcPts val="0"/>
              </a:spcAft>
              <a:buClr>
                <a:schemeClr val="dk1"/>
              </a:buClr>
              <a:buSzPts val="2400"/>
              <a:buChar char="•"/>
            </a:pPr>
            <a:r>
              <a:rPr lang="en-US"/>
              <a:t>Bị sai số dù đã cố gắng đồng bộ.</a:t>
            </a:r>
            <a:endParaRPr/>
          </a:p>
          <a:p>
            <a:pPr marL="228600" lvl="0" indent="-228600" algn="l" rtl="0">
              <a:lnSpc>
                <a:spcPct val="90000"/>
              </a:lnSpc>
              <a:spcBef>
                <a:spcPts val="1000"/>
              </a:spcBef>
              <a:spcAft>
                <a:spcPts val="0"/>
              </a:spcAft>
              <a:buClr>
                <a:schemeClr val="dk1"/>
              </a:buClr>
              <a:buSzPts val="2800"/>
              <a:buChar char="•"/>
            </a:pPr>
            <a:r>
              <a:rPr lang="en-US"/>
              <a:t>Đồng bộ đồng hồ vật lý (như NTP) chỉ đạt được độ chính xác giới hạn (~10-100ms trong mạng tốt).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0"/>
          <p:cNvSpPr txBox="1">
            <a:spLocks noGrp="1"/>
          </p:cNvSpPr>
          <p:nvPr>
            <p:ph type="title"/>
          </p:nvPr>
        </p:nvSpPr>
        <p:spPr>
          <a:xfrm>
            <a:off x="324528" y="227160"/>
            <a:ext cx="8061101" cy="553289"/>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Vấn đề - Đồng bộ thành công</a:t>
            </a:r>
            <a:endParaRPr/>
          </a:p>
        </p:txBody>
      </p:sp>
      <p:sp>
        <p:nvSpPr>
          <p:cNvPr id="440" name="Google Shape;440;p10"/>
          <p:cNvSpPr txBox="1">
            <a:spLocks noGrp="1"/>
          </p:cNvSpPr>
          <p:nvPr>
            <p:ph type="body" idx="1"/>
          </p:nvPr>
        </p:nvSpPr>
        <p:spPr>
          <a:xfrm>
            <a:off x="324529" y="1396313"/>
            <a:ext cx="11303180" cy="451021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Không thể đảm bảo chính xác hoàn toàn</a:t>
            </a:r>
            <a:endParaRPr/>
          </a:p>
          <a:p>
            <a:pPr marL="228600" lvl="0" indent="-228600" algn="l" rtl="0">
              <a:lnSpc>
                <a:spcPct val="90000"/>
              </a:lnSpc>
              <a:spcBef>
                <a:spcPts val="1000"/>
              </a:spcBef>
              <a:spcAft>
                <a:spcPts val="0"/>
              </a:spcAft>
              <a:buClr>
                <a:schemeClr val="dk1"/>
              </a:buClr>
              <a:buSzPts val="2800"/>
              <a:buChar char="•"/>
            </a:pPr>
            <a:r>
              <a:rPr lang="en-US"/>
              <a:t>Hậu quả</a:t>
            </a:r>
            <a:endParaRPr/>
          </a:p>
          <a:p>
            <a:pPr marL="685800" lvl="1" indent="-228600" algn="l" rtl="0">
              <a:lnSpc>
                <a:spcPct val="90000"/>
              </a:lnSpc>
              <a:spcBef>
                <a:spcPts val="500"/>
              </a:spcBef>
              <a:spcAft>
                <a:spcPts val="0"/>
              </a:spcAft>
              <a:buClr>
                <a:schemeClr val="dk1"/>
              </a:buClr>
              <a:buSzPts val="2400"/>
              <a:buChar char="•"/>
            </a:pPr>
            <a:r>
              <a:rPr lang="en-US"/>
              <a:t>Sai thứ tự sự kiện</a:t>
            </a:r>
            <a:endParaRPr/>
          </a:p>
          <a:p>
            <a:pPr marL="685800" lvl="1" indent="-228600" algn="l" rtl="0">
              <a:lnSpc>
                <a:spcPct val="90000"/>
              </a:lnSpc>
              <a:spcBef>
                <a:spcPts val="500"/>
              </a:spcBef>
              <a:spcAft>
                <a:spcPts val="0"/>
              </a:spcAft>
              <a:buClr>
                <a:schemeClr val="dk1"/>
              </a:buClr>
              <a:buSzPts val="2400"/>
              <a:buChar char="•"/>
            </a:pPr>
            <a:r>
              <a:rPr lang="en-US"/>
              <a:t>Ví dụ: </a:t>
            </a:r>
            <a:endParaRPr/>
          </a:p>
          <a:p>
            <a:pPr marL="1143000" lvl="2" indent="-228600" algn="l" rtl="0">
              <a:lnSpc>
                <a:spcPct val="90000"/>
              </a:lnSpc>
              <a:spcBef>
                <a:spcPts val="500"/>
              </a:spcBef>
              <a:spcAft>
                <a:spcPts val="0"/>
              </a:spcAft>
              <a:buClr>
                <a:schemeClr val="dk1"/>
              </a:buClr>
              <a:buSzPts val="2000"/>
              <a:buChar char="•"/>
            </a:pPr>
            <a:r>
              <a:rPr lang="en-US"/>
              <a:t>Một tin nhắn được gửi “trước” nhưng nhận được với timestamp “sau”.</a:t>
            </a:r>
            <a:endParaRPr/>
          </a:p>
          <a:p>
            <a:pPr marL="1143000" lvl="2" indent="-228600" algn="l" rtl="0">
              <a:lnSpc>
                <a:spcPct val="90000"/>
              </a:lnSpc>
              <a:spcBef>
                <a:spcPts val="500"/>
              </a:spcBef>
              <a:spcAft>
                <a:spcPts val="0"/>
              </a:spcAft>
              <a:buClr>
                <a:schemeClr val="dk1"/>
              </a:buClr>
              <a:buSzPts val="2000"/>
              <a:buChar char="•"/>
            </a:pPr>
            <a:r>
              <a:rPr lang="en-US"/>
              <a:t>Không thể phát hiện lỗi (debug) trong log</a:t>
            </a:r>
            <a:endParaRPr/>
          </a:p>
          <a:p>
            <a:pPr marL="1143000" lvl="2" indent="-228600" algn="l" rtl="0">
              <a:lnSpc>
                <a:spcPct val="90000"/>
              </a:lnSpc>
              <a:spcBef>
                <a:spcPts val="500"/>
              </a:spcBef>
              <a:spcAft>
                <a:spcPts val="0"/>
              </a:spcAft>
              <a:buClr>
                <a:schemeClr val="dk1"/>
              </a:buClr>
              <a:buSzPts val="2000"/>
              <a:buChar char="•"/>
            </a:pPr>
            <a:r>
              <a:rPr lang="en-US"/>
              <a:t>Dữ liệu bị ghi đè sai lệch</a:t>
            </a:r>
            <a:endParaRPr/>
          </a:p>
          <a:p>
            <a:pPr marL="1143000" lvl="2" indent="-228600" algn="l" rtl="0">
              <a:lnSpc>
                <a:spcPct val="90000"/>
              </a:lnSpc>
              <a:spcBef>
                <a:spcPts val="500"/>
              </a:spcBef>
              <a:spcAft>
                <a:spcPts val="0"/>
              </a:spcAft>
              <a:buClr>
                <a:schemeClr val="dk1"/>
              </a:buClr>
              <a:buSzPts val="2000"/>
              <a:buChar char="•"/>
            </a:pPr>
            <a:r>
              <a:rPr lang="en-US"/>
              <a:t>Lỗi trong xác thực hoặc token hết hạn</a:t>
            </a:r>
            <a:endParaRPr/>
          </a:p>
          <a:p>
            <a:pPr marL="1143000" lvl="2" indent="-228600" algn="l" rtl="0">
              <a:lnSpc>
                <a:spcPct val="90000"/>
              </a:lnSpc>
              <a:spcBef>
                <a:spcPts val="500"/>
              </a:spcBef>
              <a:spcAft>
                <a:spcPts val="0"/>
              </a:spcAft>
              <a:buClr>
                <a:schemeClr val="dk1"/>
              </a:buClr>
              <a:buSzPts val="2000"/>
              <a:buChar char="•"/>
            </a:pPr>
            <a:r>
              <a:rPr lang="en-US"/>
              <a:t>Sai số liệu</a:t>
            </a:r>
            <a:endParaRPr/>
          </a:p>
        </p:txBody>
      </p:sp>
      <p:sp>
        <p:nvSpPr>
          <p:cNvPr id="441" name="Google Shape;441;p10"/>
          <p:cNvSpPr txBox="1"/>
          <p:nvPr/>
        </p:nvSpPr>
        <p:spPr>
          <a:xfrm>
            <a:off x="914400" y="5410200"/>
            <a:ext cx="99060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FF0000"/>
                </a:solidFill>
                <a:latin typeface="Arial"/>
                <a:ea typeface="Arial"/>
                <a:cs typeface="Arial"/>
                <a:sym typeface="Arial"/>
              </a:rPr>
              <a:t>Cần một giải pháp tốt hơn để đồng bộ hóa thay vì sử dụng đồng hồ vật lý!</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11"/>
          <p:cNvSpPr txBox="1">
            <a:spLocks noGrp="1"/>
          </p:cNvSpPr>
          <p:nvPr>
            <p:ph type="title"/>
          </p:nvPr>
        </p:nvSpPr>
        <p:spPr>
          <a:xfrm>
            <a:off x="365760" y="366471"/>
            <a:ext cx="8768256" cy="229393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Play"/>
              <a:buNone/>
            </a:pPr>
            <a:r>
              <a:rPr lang="en-US"/>
              <a:t>II. Đồng hồ logic Lamport</a:t>
            </a:r>
            <a:br>
              <a:rPr lang="en-US"/>
            </a:br>
            <a:endParaRPr/>
          </a:p>
        </p:txBody>
      </p:sp>
      <p:sp>
        <p:nvSpPr>
          <p:cNvPr id="447" name="Google Shape;447;p11"/>
          <p:cNvSpPr txBox="1">
            <a:spLocks noGrp="1"/>
          </p:cNvSpPr>
          <p:nvPr>
            <p:ph type="subTitle" idx="1"/>
          </p:nvPr>
        </p:nvSpPr>
        <p:spPr>
          <a:xfrm>
            <a:off x="365760" y="2688190"/>
            <a:ext cx="8768256" cy="20981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4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12"/>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2.1. Cơ chế đồng hồ logic của Lamport (1)</a:t>
            </a:r>
            <a:endParaRPr/>
          </a:p>
        </p:txBody>
      </p:sp>
      <p:sp>
        <p:nvSpPr>
          <p:cNvPr id="453" name="Google Shape;453;p12"/>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Sự kiện là điều gì đó xảy ra tại một nút (gửi hoặc nhận tin nhắn hoặc bước thực thi cục bộ).</a:t>
            </a:r>
            <a:endParaRPr sz="2400"/>
          </a:p>
          <a:p>
            <a:pPr marL="228600" lvl="0" indent="-228600" algn="l" rtl="0">
              <a:lnSpc>
                <a:spcPct val="90000"/>
              </a:lnSpc>
              <a:spcBef>
                <a:spcPts val="1000"/>
              </a:spcBef>
              <a:spcAft>
                <a:spcPts val="0"/>
              </a:spcAft>
              <a:buClr>
                <a:schemeClr val="dk1"/>
              </a:buClr>
              <a:buSzPts val="2400"/>
              <a:buChar char="•"/>
            </a:pPr>
            <a:r>
              <a:rPr lang="en-US" sz="2400"/>
              <a:t>Chúng ta nói sự kiện a xảy ra trước sự kiện b (viết </a:t>
            </a:r>
            <a:r>
              <a:rPr lang="en-US" sz="2400">
                <a:solidFill>
                  <a:srgbClr val="FF0000"/>
                </a:solidFill>
              </a:rPr>
              <a:t>a → b</a:t>
            </a:r>
            <a:r>
              <a:rPr lang="en-US" sz="2400"/>
              <a:t>) khi và chỉ khi:</a:t>
            </a:r>
            <a:endParaRPr/>
          </a:p>
          <a:p>
            <a:pPr marL="685800" lvl="1" indent="-228600" algn="l" rtl="0">
              <a:lnSpc>
                <a:spcPct val="90000"/>
              </a:lnSpc>
              <a:spcBef>
                <a:spcPts val="500"/>
              </a:spcBef>
              <a:spcAft>
                <a:spcPts val="0"/>
              </a:spcAft>
              <a:buClr>
                <a:schemeClr val="dk1"/>
              </a:buClr>
              <a:buSzPts val="2000"/>
              <a:buChar char="•"/>
            </a:pPr>
            <a:r>
              <a:rPr lang="en-US" sz="2000"/>
              <a:t>a và b xảy ra tại cùng một nút và a xảy ra trước b theo thứ tự thực thi cục bộ của nút đó; hoặc</a:t>
            </a:r>
            <a:endParaRPr/>
          </a:p>
          <a:p>
            <a:pPr marL="685800" lvl="1" indent="-228600" algn="l" rtl="0">
              <a:lnSpc>
                <a:spcPct val="90000"/>
              </a:lnSpc>
              <a:spcBef>
                <a:spcPts val="500"/>
              </a:spcBef>
              <a:spcAft>
                <a:spcPts val="0"/>
              </a:spcAft>
              <a:buClr>
                <a:schemeClr val="dk1"/>
              </a:buClr>
              <a:buSzPts val="2000"/>
              <a:buChar char="•"/>
            </a:pPr>
            <a:r>
              <a:rPr lang="en-US" sz="2000"/>
              <a:t>sự kiện a là việc gửi một số thông điệp m và sự kiện b là việc nhận được cùng một thông điệp m đó (giả sử các thông điệp được gửi là duy nhất); hoặc</a:t>
            </a:r>
            <a:endParaRPr/>
          </a:p>
          <a:p>
            <a:pPr marL="685800" lvl="1" indent="-228600" algn="l" rtl="0">
              <a:lnSpc>
                <a:spcPct val="90000"/>
              </a:lnSpc>
              <a:spcBef>
                <a:spcPts val="500"/>
              </a:spcBef>
              <a:spcAft>
                <a:spcPts val="0"/>
              </a:spcAft>
              <a:buClr>
                <a:schemeClr val="dk1"/>
              </a:buClr>
              <a:buSzPts val="2000"/>
              <a:buChar char="•"/>
            </a:pPr>
            <a:r>
              <a:rPr lang="en-US" sz="2000"/>
              <a:t>tồn tại một sự kiện c sao cho a → c và c → b.</a:t>
            </a:r>
            <a:endParaRPr sz="2000"/>
          </a:p>
          <a:p>
            <a:pPr marL="228600" lvl="0" indent="-228600" algn="l" rtl="0">
              <a:lnSpc>
                <a:spcPct val="90000"/>
              </a:lnSpc>
              <a:spcBef>
                <a:spcPts val="1000"/>
              </a:spcBef>
              <a:spcAft>
                <a:spcPts val="0"/>
              </a:spcAft>
              <a:buClr>
                <a:schemeClr val="dk1"/>
              </a:buClr>
              <a:buSzPts val="2400"/>
              <a:buChar char="•"/>
            </a:pPr>
            <a:r>
              <a:rPr lang="en-US" sz="2400"/>
              <a:t>Có thể xảy ra  việc không có a → b hay  b → a. khi đó, ta nói a và b xảy ra </a:t>
            </a:r>
            <a:r>
              <a:rPr lang="en-US" sz="2400" b="1"/>
              <a:t>đồng thời  </a:t>
            </a:r>
            <a:r>
              <a:rPr lang="en-US" sz="2400"/>
              <a:t>(viết  a ‖ b).</a:t>
            </a:r>
            <a:endParaRPr/>
          </a:p>
        </p:txBody>
      </p:sp>
      <p:sp>
        <p:nvSpPr>
          <p:cNvPr id="454" name="Google Shape;45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13"/>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Cơ chế đồng hồ logic của Lamport (2)</a:t>
            </a:r>
            <a:endParaRPr/>
          </a:p>
        </p:txBody>
      </p:sp>
      <p:sp>
        <p:nvSpPr>
          <p:cNvPr id="460" name="Google Shape;460;p13"/>
          <p:cNvSpPr txBox="1">
            <a:spLocks noGrp="1"/>
          </p:cNvSpPr>
          <p:nvPr>
            <p:ph type="body" idx="1"/>
          </p:nvPr>
        </p:nvSpPr>
        <p:spPr>
          <a:xfrm>
            <a:off x="324528" y="585621"/>
            <a:ext cx="6076950" cy="4825807"/>
          </a:xfrm>
          <a:prstGeom prst="rect">
            <a:avLst/>
          </a:prstGeom>
          <a:noFill/>
          <a:ln>
            <a:noFill/>
          </a:ln>
        </p:spPr>
        <p:txBody>
          <a:bodyPr spcFirstLastPara="1" wrap="square" lIns="91425" tIns="45700" rIns="91425" bIns="45700" anchor="t" anchorCtr="0">
            <a:normAutofit lnSpcReduction="10000"/>
          </a:bodyPr>
          <a:lstStyle/>
          <a:p>
            <a:pPr marL="228600" lvl="0" indent="-50800" algn="l" rtl="0">
              <a:lnSpc>
                <a:spcPct val="90000"/>
              </a:lnSpc>
              <a:spcBef>
                <a:spcPts val="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Ví dụ: </a:t>
            </a:r>
            <a:endParaRPr/>
          </a:p>
          <a:p>
            <a:pPr marL="685800" lvl="1" indent="-228600" algn="l" rtl="0">
              <a:lnSpc>
                <a:spcPct val="90000"/>
              </a:lnSpc>
              <a:spcBef>
                <a:spcPts val="500"/>
              </a:spcBef>
              <a:spcAft>
                <a:spcPts val="0"/>
              </a:spcAft>
              <a:buClr>
                <a:schemeClr val="dk1"/>
              </a:buClr>
              <a:buSzPts val="2400"/>
              <a:buFont typeface="Noto Sans Symbols"/>
              <a:buChar char="❑"/>
            </a:pPr>
            <a:r>
              <a:rPr lang="en-US"/>
              <a:t> 3 tiến trình P1, P2, P3 nằm trên 3 máy khác nhau</a:t>
            </a:r>
            <a:endParaRPr/>
          </a:p>
          <a:p>
            <a:pPr marL="685800" lvl="1" indent="-228600" algn="l" rtl="0">
              <a:lnSpc>
                <a:spcPct val="90000"/>
              </a:lnSpc>
              <a:spcBef>
                <a:spcPts val="500"/>
              </a:spcBef>
              <a:spcAft>
                <a:spcPts val="0"/>
              </a:spcAft>
              <a:buClr>
                <a:schemeClr val="dk1"/>
              </a:buClr>
              <a:buSzPts val="2400"/>
              <a:buFont typeface="Noto Sans Symbols"/>
              <a:buChar char="❑"/>
            </a:pPr>
            <a:r>
              <a:rPr lang="en-US"/>
              <a:t> Đồng hồ vật lý của mỗi máy là khác nhau</a:t>
            </a:r>
            <a:endParaRPr/>
          </a:p>
          <a:p>
            <a:pPr marL="685800" lvl="1" indent="-228600" algn="l" rtl="0">
              <a:lnSpc>
                <a:spcPct val="90000"/>
              </a:lnSpc>
              <a:spcBef>
                <a:spcPts val="500"/>
              </a:spcBef>
              <a:spcAft>
                <a:spcPts val="0"/>
              </a:spcAft>
              <a:buClr>
                <a:schemeClr val="dk1"/>
              </a:buClr>
              <a:buSzPts val="2400"/>
              <a:buFont typeface="Noto Sans Symbols"/>
              <a:buChar char="❑"/>
            </a:pPr>
            <a:r>
              <a:rPr lang="en-US"/>
              <a:t> Có 4 thông điệp (m1-m4) trao đổi giữa 3 tiến trình</a:t>
            </a:r>
            <a:endParaRPr/>
          </a:p>
          <a:p>
            <a:pPr marL="685800" lvl="1" indent="-228600" algn="l" rtl="0">
              <a:lnSpc>
                <a:spcPct val="90000"/>
              </a:lnSpc>
              <a:spcBef>
                <a:spcPts val="500"/>
              </a:spcBef>
              <a:spcAft>
                <a:spcPts val="0"/>
              </a:spcAft>
              <a:buClr>
                <a:schemeClr val="dk1"/>
              </a:buClr>
              <a:buSzPts val="2400"/>
              <a:buFont typeface="Noto Sans Symbols"/>
              <a:buChar char="❑"/>
            </a:pPr>
            <a:r>
              <a:rPr lang="en-US"/>
              <a:t> m1, m2 vẫn đảm bảo cơ chế Lamport </a:t>
            </a:r>
            <a:endParaRPr/>
          </a:p>
          <a:p>
            <a:pPr marL="685800" lvl="1" indent="-228600" algn="l" rtl="0">
              <a:lnSpc>
                <a:spcPct val="90000"/>
              </a:lnSpc>
              <a:spcBef>
                <a:spcPts val="500"/>
              </a:spcBef>
              <a:spcAft>
                <a:spcPts val="0"/>
              </a:spcAft>
              <a:buClr>
                <a:schemeClr val="dk1"/>
              </a:buClr>
              <a:buSzPts val="2400"/>
              <a:buFont typeface="Noto Sans Symbols"/>
              <a:buChar char="❑"/>
            </a:pPr>
            <a:r>
              <a:rPr lang="en-US"/>
              <a:t> m3, m4 có vấn đề</a:t>
            </a:r>
            <a:endParaRPr/>
          </a:p>
          <a:p>
            <a:pPr marL="228600" lvl="0" indent="-228600" algn="l" rtl="0">
              <a:lnSpc>
                <a:spcPct val="90000"/>
              </a:lnSpc>
              <a:spcBef>
                <a:spcPts val="1000"/>
              </a:spcBef>
              <a:spcAft>
                <a:spcPts val="0"/>
              </a:spcAft>
              <a:buClr>
                <a:schemeClr val="dk1"/>
              </a:buClr>
              <a:buSzPts val="2800"/>
              <a:buChar char="•"/>
            </a:pPr>
            <a:r>
              <a:rPr lang="en-US"/>
              <a:t>=&gt; Cần cập nhật đồng hồ để đảm bảo nguyên lý Lamport: </a:t>
            </a:r>
            <a:r>
              <a:rPr lang="en-US" b="0" i="0" u="none" strike="noStrike">
                <a:solidFill>
                  <a:srgbClr val="000000"/>
                </a:solidFill>
                <a:latin typeface="Calibri"/>
                <a:ea typeface="Calibri"/>
                <a:cs typeface="Calibri"/>
                <a:sym typeface="Calibri"/>
              </a:rPr>
              <a:t>t</a:t>
            </a:r>
            <a:r>
              <a:rPr lang="en-US" b="0" i="0" u="none" strike="noStrike" baseline="-25000">
                <a:solidFill>
                  <a:srgbClr val="000000"/>
                </a:solidFill>
                <a:latin typeface="Calibri"/>
                <a:ea typeface="Calibri"/>
                <a:cs typeface="Calibri"/>
                <a:sym typeface="Calibri"/>
              </a:rPr>
              <a:t>recv </a:t>
            </a:r>
            <a:r>
              <a:rPr lang="en-US" b="0" i="0" u="none" strike="noStrike">
                <a:solidFill>
                  <a:srgbClr val="000000"/>
                </a:solidFill>
                <a:latin typeface="Calibri"/>
                <a:ea typeface="Calibri"/>
                <a:cs typeface="Calibri"/>
                <a:sym typeface="Calibri"/>
              </a:rPr>
              <a:t>&gt; t</a:t>
            </a:r>
            <a:r>
              <a:rPr lang="en-US" b="0" i="0" u="none" strike="noStrike" baseline="-25000">
                <a:solidFill>
                  <a:srgbClr val="000000"/>
                </a:solidFill>
                <a:latin typeface="Calibri"/>
                <a:ea typeface="Calibri"/>
                <a:cs typeface="Calibri"/>
                <a:sym typeface="Calibri"/>
              </a:rPr>
              <a:t>send </a:t>
            </a:r>
            <a:endParaRPr sz="4000" b="0"/>
          </a:p>
          <a:p>
            <a:pPr marL="228600" lvl="0" indent="-228600" algn="l" rtl="0">
              <a:lnSpc>
                <a:spcPct val="90000"/>
              </a:lnSpc>
              <a:spcBef>
                <a:spcPts val="1000"/>
              </a:spcBef>
              <a:spcAft>
                <a:spcPts val="0"/>
              </a:spcAft>
              <a:buClr>
                <a:schemeClr val="dk1"/>
              </a:buClr>
              <a:buSzPts val="2800"/>
              <a:buNone/>
            </a:pPr>
            <a:endParaRPr/>
          </a:p>
        </p:txBody>
      </p:sp>
      <p:sp>
        <p:nvSpPr>
          <p:cNvPr id="461" name="Google Shape;461;p13"/>
          <p:cNvSpPr/>
          <p:nvPr/>
        </p:nvSpPr>
        <p:spPr>
          <a:xfrm>
            <a:off x="7983416" y="1365199"/>
            <a:ext cx="4123870" cy="482580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2" name="Google Shape;4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14"/>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Cơ chế đồng hồ logic của Lamport (3)</a:t>
            </a:r>
            <a:endParaRPr/>
          </a:p>
        </p:txBody>
      </p:sp>
      <p:sp>
        <p:nvSpPr>
          <p:cNvPr id="468" name="Google Shape;468;p14"/>
          <p:cNvSpPr txBox="1">
            <a:spLocks noGrp="1"/>
          </p:cNvSpPr>
          <p:nvPr>
            <p:ph type="body" idx="1"/>
          </p:nvPr>
        </p:nvSpPr>
        <p:spPr>
          <a:xfrm>
            <a:off x="323850" y="1558925"/>
            <a:ext cx="10261600" cy="42084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Hình (b) Thuật toán Lamport </a:t>
            </a:r>
            <a:endParaRPr/>
          </a:p>
          <a:p>
            <a:pPr marL="0" lvl="0" indent="0" algn="l" rtl="0">
              <a:lnSpc>
                <a:spcPct val="90000"/>
              </a:lnSpc>
              <a:spcBef>
                <a:spcPts val="1000"/>
              </a:spcBef>
              <a:spcAft>
                <a:spcPts val="0"/>
              </a:spcAft>
              <a:buClr>
                <a:schemeClr val="dk1"/>
              </a:buClr>
              <a:buSzPts val="2800"/>
              <a:buNone/>
            </a:pPr>
            <a:r>
              <a:rPr lang="en-US"/>
              <a:t>hiệu chỉnh giá trị đồng hồ</a:t>
            </a:r>
            <a:endParaRPr/>
          </a:p>
        </p:txBody>
      </p:sp>
      <p:sp>
        <p:nvSpPr>
          <p:cNvPr id="469" name="Google Shape;469;p14"/>
          <p:cNvSpPr/>
          <p:nvPr/>
        </p:nvSpPr>
        <p:spPr>
          <a:xfrm>
            <a:off x="6253958" y="1518014"/>
            <a:ext cx="3710892" cy="429028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0" name="Google Shape;47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476" name="Google Shape;476;p15"/>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Thuật toán Lamport Clock</a:t>
            </a:r>
            <a:endParaRPr/>
          </a:p>
        </p:txBody>
      </p:sp>
      <p:sp>
        <p:nvSpPr>
          <p:cNvPr id="477" name="Google Shape;477;p15"/>
          <p:cNvSpPr txBox="1">
            <a:spLocks noGrp="1"/>
          </p:cNvSpPr>
          <p:nvPr>
            <p:ph type="body" idx="1"/>
          </p:nvPr>
        </p:nvSpPr>
        <p:spPr>
          <a:xfrm>
            <a:off x="324528" y="938733"/>
            <a:ext cx="10552697" cy="569210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200"/>
              <a:buNone/>
            </a:pPr>
            <a:endParaRPr sz="2200" b="1">
              <a:latin typeface="Arial"/>
              <a:ea typeface="Arial"/>
              <a:cs typeface="Arial"/>
              <a:sym typeface="Arial"/>
            </a:endParaRPr>
          </a:p>
          <a:p>
            <a:pPr marL="0" lvl="0" indent="0" algn="l" rtl="0">
              <a:lnSpc>
                <a:spcPct val="90000"/>
              </a:lnSpc>
              <a:spcBef>
                <a:spcPts val="1000"/>
              </a:spcBef>
              <a:spcAft>
                <a:spcPts val="0"/>
              </a:spcAft>
              <a:buClr>
                <a:schemeClr val="dk1"/>
              </a:buClr>
              <a:buSzPts val="2200"/>
              <a:buNone/>
            </a:pPr>
            <a:r>
              <a:rPr lang="en-US" sz="2200" b="1">
                <a:latin typeface="Arial"/>
                <a:ea typeface="Arial"/>
                <a:cs typeface="Arial"/>
                <a:sym typeface="Arial"/>
              </a:rPr>
              <a:t>Khi khởi tạo:</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t := 0  // mỗi nút khởi tạo biến thời gian logic t </a:t>
            </a:r>
            <a:endParaRPr sz="2200">
              <a:latin typeface="Arial"/>
              <a:ea typeface="Arial"/>
              <a:cs typeface="Arial"/>
              <a:sym typeface="Arial"/>
            </a:endParaRPr>
          </a:p>
          <a:p>
            <a:pPr marL="0" lvl="0" indent="0" algn="l" rtl="0">
              <a:lnSpc>
                <a:spcPct val="90000"/>
              </a:lnSpc>
              <a:spcBef>
                <a:spcPts val="1000"/>
              </a:spcBef>
              <a:spcAft>
                <a:spcPts val="0"/>
              </a:spcAft>
              <a:buClr>
                <a:schemeClr val="dk1"/>
              </a:buClr>
              <a:buSzPts val="2200"/>
              <a:buNone/>
            </a:pPr>
            <a:r>
              <a:rPr lang="en-US" sz="2200" b="1">
                <a:latin typeface="Arial"/>
                <a:ea typeface="Arial"/>
                <a:cs typeface="Arial"/>
                <a:sym typeface="Arial"/>
              </a:rPr>
              <a:t>Khi có bất kỳ sự kiện nội bộ xảy ra tại nút:</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t := t + 1</a:t>
            </a:r>
            <a:endParaRPr/>
          </a:p>
          <a:p>
            <a:pPr marL="0" lvl="0" indent="0" algn="l" rtl="0">
              <a:lnSpc>
                <a:spcPct val="90000"/>
              </a:lnSpc>
              <a:spcBef>
                <a:spcPts val="1000"/>
              </a:spcBef>
              <a:spcAft>
                <a:spcPts val="0"/>
              </a:spcAft>
              <a:buClr>
                <a:schemeClr val="dk1"/>
              </a:buClr>
              <a:buSzPts val="2200"/>
              <a:buNone/>
            </a:pPr>
            <a:r>
              <a:rPr lang="en-US" sz="2200" b="1">
                <a:latin typeface="Arial"/>
                <a:ea typeface="Arial"/>
                <a:cs typeface="Arial"/>
                <a:sym typeface="Arial"/>
              </a:rPr>
              <a:t>Khi có yêu cầu gửi thông điệp m:</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t := t + 1</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Gửi (t, m) qua liên kết mạng</a:t>
            </a:r>
            <a:endParaRPr/>
          </a:p>
          <a:p>
            <a:pPr marL="0" lvl="0" indent="0" algn="l" rtl="0">
              <a:lnSpc>
                <a:spcPct val="90000"/>
              </a:lnSpc>
              <a:spcBef>
                <a:spcPts val="1000"/>
              </a:spcBef>
              <a:spcAft>
                <a:spcPts val="0"/>
              </a:spcAft>
              <a:buClr>
                <a:schemeClr val="dk1"/>
              </a:buClr>
              <a:buSzPts val="2200"/>
              <a:buNone/>
            </a:pPr>
            <a:r>
              <a:rPr lang="en-US" sz="2200" b="1">
                <a:latin typeface="Arial"/>
                <a:ea typeface="Arial"/>
                <a:cs typeface="Arial"/>
                <a:sym typeface="Arial"/>
              </a:rPr>
              <a:t>Khi nhận được (t', m) từ liên kết mạng:</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t := max(t, t') + 1</a:t>
            </a:r>
            <a:endParaRPr/>
          </a:p>
          <a:p>
            <a:pPr marL="0" lvl="0" indent="0" algn="l" rtl="0">
              <a:lnSpc>
                <a:spcPct val="90000"/>
              </a:lnSpc>
              <a:spcBef>
                <a:spcPts val="1000"/>
              </a:spcBef>
              <a:spcAft>
                <a:spcPts val="0"/>
              </a:spcAft>
              <a:buClr>
                <a:schemeClr val="dk1"/>
              </a:buClr>
              <a:buSzPts val="2200"/>
              <a:buNone/>
            </a:pPr>
            <a:r>
              <a:rPr lang="en-US" sz="2200">
                <a:latin typeface="Arial"/>
                <a:ea typeface="Arial"/>
                <a:cs typeface="Arial"/>
                <a:sym typeface="Arial"/>
              </a:rPr>
              <a:t>    Chuyển thông điệp m cho ứng dụng</a:t>
            </a:r>
            <a:endParaRPr/>
          </a:p>
          <a:p>
            <a:pPr marL="0" lvl="0" indent="0" algn="l" rtl="0">
              <a:lnSpc>
                <a:spcPct val="90000"/>
              </a:lnSpc>
              <a:spcBef>
                <a:spcPts val="1000"/>
              </a:spcBef>
              <a:spcAft>
                <a:spcPts val="0"/>
              </a:spcAft>
              <a:buClr>
                <a:schemeClr val="dk1"/>
              </a:buClr>
              <a:buSzPts val="2200"/>
              <a:buNone/>
            </a:pPr>
            <a:endParaRPr sz="22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483" name="Google Shape;483;p16"/>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Lamport Clock Algorithm</a:t>
            </a:r>
            <a:endParaRPr/>
          </a:p>
        </p:txBody>
      </p:sp>
      <p:sp>
        <p:nvSpPr>
          <p:cNvPr id="484" name="Google Shape;484;p16"/>
          <p:cNvSpPr txBox="1">
            <a:spLocks noGrp="1"/>
          </p:cNvSpPr>
          <p:nvPr>
            <p:ph type="body" idx="1"/>
          </p:nvPr>
        </p:nvSpPr>
        <p:spPr>
          <a:xfrm>
            <a:off x="323850" y="1558925"/>
            <a:ext cx="10261600" cy="4208463"/>
          </a:xfrm>
          <a:prstGeom prst="rect">
            <a:avLst/>
          </a:prstGeom>
          <a:blipFill rotWithShape="1">
            <a:blip r:embed="rId3">
              <a:alphaModFix/>
            </a:blip>
            <a:stretch>
              <a:fillRect l="-1068" t="-3331" b="-143"/>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7"/>
          <p:cNvSpPr txBox="1">
            <a:spLocks noGrp="1"/>
          </p:cNvSpPr>
          <p:nvPr>
            <p:ph type="title"/>
          </p:nvPr>
        </p:nvSpPr>
        <p:spPr>
          <a:xfrm>
            <a:off x="365760" y="366471"/>
            <a:ext cx="8768256" cy="229393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Play"/>
              <a:buNone/>
            </a:pPr>
            <a:r>
              <a:rPr lang="en-US"/>
              <a:t>III. Đồng hồ Vector Clock</a:t>
            </a:r>
            <a:br>
              <a:rPr lang="en-US"/>
            </a:br>
            <a:endParaRPr/>
          </a:p>
        </p:txBody>
      </p:sp>
      <p:sp>
        <p:nvSpPr>
          <p:cNvPr id="490" name="Google Shape;490;p17"/>
          <p:cNvSpPr txBox="1">
            <a:spLocks noGrp="1"/>
          </p:cNvSpPr>
          <p:nvPr>
            <p:ph type="subTitle" idx="1"/>
          </p:nvPr>
        </p:nvSpPr>
        <p:spPr>
          <a:xfrm>
            <a:off x="365760" y="2688190"/>
            <a:ext cx="8768256" cy="20981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4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18"/>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Đồng hồ Vector</a:t>
            </a:r>
            <a:endParaRPr/>
          </a:p>
        </p:txBody>
      </p:sp>
      <p:sp>
        <p:nvSpPr>
          <p:cNvPr id="496" name="Google Shape;496;p18"/>
          <p:cNvSpPr txBox="1">
            <a:spLocks noGrp="1"/>
          </p:cNvSpPr>
          <p:nvPr>
            <p:ph type="body" idx="1"/>
          </p:nvPr>
        </p:nvSpPr>
        <p:spPr>
          <a:xfrm>
            <a:off x="228600" y="1558925"/>
            <a:ext cx="10261600" cy="4208463"/>
          </a:xfrm>
          <a:prstGeom prst="rect">
            <a:avLst/>
          </a:prstGeom>
          <a:blipFill rotWithShape="1">
            <a:blip r:embed="rId3">
              <a:alphaModFix/>
            </a:blip>
            <a:stretch>
              <a:fillRect l="-950" t="-2318"/>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19"/>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Bài tập: Điền vào đồng hồ Lamport</a:t>
            </a:r>
            <a:endParaRPr/>
          </a:p>
        </p:txBody>
      </p:sp>
      <p:sp>
        <p:nvSpPr>
          <p:cNvPr id="502" name="Google Shape;502;p19"/>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03" name="Google Shape;503;p19"/>
          <p:cNvPicPr preferRelativeResize="0"/>
          <p:nvPr/>
        </p:nvPicPr>
        <p:blipFill rotWithShape="1">
          <a:blip r:embed="rId3">
            <a:alphaModFix/>
          </a:blip>
          <a:srcRect/>
          <a:stretch/>
        </p:blipFill>
        <p:spPr>
          <a:xfrm>
            <a:off x="2399784" y="1590418"/>
            <a:ext cx="7392432" cy="36771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20"/>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Đồng hồ Vector (Thuật Toán)</a:t>
            </a:r>
            <a:endParaRPr/>
          </a:p>
        </p:txBody>
      </p:sp>
      <p:pic>
        <p:nvPicPr>
          <p:cNvPr id="509" name="Google Shape;509;p20"/>
          <p:cNvPicPr preferRelativeResize="0">
            <a:picLocks noGrp="1"/>
          </p:cNvPicPr>
          <p:nvPr>
            <p:ph type="body" idx="1"/>
          </p:nvPr>
        </p:nvPicPr>
        <p:blipFill rotWithShape="1">
          <a:blip r:embed="rId3">
            <a:alphaModFix/>
          </a:blip>
          <a:srcRect/>
          <a:stretch/>
        </p:blipFill>
        <p:spPr>
          <a:xfrm>
            <a:off x="-306309" y="1003513"/>
            <a:ext cx="6230081" cy="5482471"/>
          </a:xfrm>
          <a:prstGeom prst="rect">
            <a:avLst/>
          </a:prstGeom>
          <a:noFill/>
          <a:ln>
            <a:noFill/>
          </a:ln>
        </p:spPr>
      </p:pic>
      <p:pic>
        <p:nvPicPr>
          <p:cNvPr id="3" name="Picture 2">
            <a:extLst>
              <a:ext uri="{FF2B5EF4-FFF2-40B4-BE49-F238E27FC236}">
                <a16:creationId xmlns:a16="http://schemas.microsoft.com/office/drawing/2014/main" id="{93A2FE1A-D28B-362B-6833-0A825CC19688}"/>
              </a:ext>
            </a:extLst>
          </p:cNvPr>
          <p:cNvPicPr>
            <a:picLocks noChangeAspect="1"/>
          </p:cNvPicPr>
          <p:nvPr/>
        </p:nvPicPr>
        <p:blipFill>
          <a:blip r:embed="rId4"/>
          <a:stretch>
            <a:fillRect/>
          </a:stretch>
        </p:blipFill>
        <p:spPr>
          <a:xfrm>
            <a:off x="5397374" y="2301995"/>
            <a:ext cx="7540028" cy="22540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g34dc0e4fdeb_0_0"/>
          <p:cNvSpPr txBox="1">
            <a:spLocks noGrp="1"/>
          </p:cNvSpPr>
          <p:nvPr>
            <p:ph type="title"/>
          </p:nvPr>
        </p:nvSpPr>
        <p:spPr>
          <a:xfrm>
            <a:off x="324528" y="227160"/>
            <a:ext cx="8061000" cy="553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516" name="Google Shape;516;g34dc0e4fdeb_0_0"/>
          <p:cNvSpPr txBox="1">
            <a:spLocks noGrp="1"/>
          </p:cNvSpPr>
          <p:nvPr>
            <p:ph type="body" idx="1"/>
          </p:nvPr>
        </p:nvSpPr>
        <p:spPr>
          <a:xfrm>
            <a:off x="323850" y="1558925"/>
            <a:ext cx="10261500" cy="4208400"/>
          </a:xfrm>
          <a:prstGeom prst="rect">
            <a:avLst/>
          </a:prstGeom>
        </p:spPr>
        <p:txBody>
          <a:bodyPr spcFirstLastPara="1" wrap="square" lIns="91425" tIns="45700" rIns="91425" bIns="45700" anchor="t" anchorCtr="0">
            <a:normAutofit lnSpcReduction="20000"/>
          </a:bodyPr>
          <a:lstStyle/>
          <a:p>
            <a:pPr marL="0" lvl="0" indent="0" algn="l" rtl="0">
              <a:spcBef>
                <a:spcPts val="1000"/>
              </a:spcBef>
              <a:spcAft>
                <a:spcPts val="0"/>
              </a:spcAft>
              <a:buClr>
                <a:schemeClr val="dk1"/>
              </a:buClr>
              <a:buSzPts val="1100"/>
              <a:buFont typeface="Arial"/>
              <a:buNone/>
            </a:pPr>
            <a:r>
              <a:rPr lang="en-US"/>
              <a:t>Cho 2 sự kiện a và b với đồng hồ vector VC(a) và VC(b):</a:t>
            </a:r>
            <a:endParaRPr/>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Clr>
                <a:schemeClr val="dk1"/>
              </a:buClr>
              <a:buSzPts val="1100"/>
              <a:buFont typeface="Arial"/>
              <a:buNone/>
            </a:pPr>
            <a:r>
              <a:rPr lang="en-US"/>
              <a:t>a → b (a xảy ra trước b) ⇔ VC(a) &lt; VC(b)</a:t>
            </a:r>
            <a:endParaRPr/>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Clr>
                <a:schemeClr val="dk1"/>
              </a:buClr>
              <a:buSzPts val="1100"/>
              <a:buFont typeface="Arial"/>
              <a:buNone/>
            </a:pPr>
            <a:r>
              <a:rPr lang="en-US"/>
              <a:t>VC(a) &lt; VC(b) nghĩa là: ∀i: VC(a)[i] ≤ VC(b)[i] và ∃j: VC(a)[j] &lt; VC(b)[j]</a:t>
            </a:r>
            <a:endParaRPr/>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Clr>
                <a:schemeClr val="dk1"/>
              </a:buClr>
              <a:buSzPts val="1100"/>
              <a:buFont typeface="Arial"/>
              <a:buNone/>
            </a:pPr>
            <a:r>
              <a:rPr lang="en-US"/>
              <a:t>a || b (a và b đồng thời) ⇔ VC(a) và VC(b) không so sánh được (không có VC(a) &lt; VC(b) và cũng không ngược lại)</a:t>
            </a:r>
            <a:endParaRPr/>
          </a:p>
          <a:p>
            <a:pPr marL="0" lvl="0" indent="0" algn="l" rtl="0">
              <a:spcBef>
                <a:spcPts val="10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21"/>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Bài tập: Điền vào đồng hồ vector</a:t>
            </a:r>
            <a:endParaRPr/>
          </a:p>
        </p:txBody>
      </p:sp>
      <p:sp>
        <p:nvSpPr>
          <p:cNvPr id="522" name="Google Shape;522;p21"/>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23" name="Google Shape;523;p21"/>
          <p:cNvPicPr preferRelativeResize="0"/>
          <p:nvPr/>
        </p:nvPicPr>
        <p:blipFill rotWithShape="1">
          <a:blip r:embed="rId3">
            <a:alphaModFix/>
          </a:blip>
          <a:srcRect/>
          <a:stretch/>
        </p:blipFill>
        <p:spPr>
          <a:xfrm>
            <a:off x="2399784" y="1590418"/>
            <a:ext cx="7392432" cy="36771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22"/>
          <p:cNvSpPr txBox="1">
            <a:spLocks noGrp="1"/>
          </p:cNvSpPr>
          <p:nvPr>
            <p:ph type="title"/>
          </p:nvPr>
        </p:nvSpPr>
        <p:spPr>
          <a:xfrm>
            <a:off x="324528" y="227160"/>
            <a:ext cx="8061101" cy="5532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3771"/>
              </a:buClr>
              <a:buSzPts val="3300"/>
              <a:buFont typeface="Play"/>
              <a:buNone/>
            </a:pPr>
            <a:r>
              <a:rPr lang="en-US"/>
              <a:t>Bài tập về nhà</a:t>
            </a:r>
            <a:endParaRPr/>
          </a:p>
        </p:txBody>
      </p:sp>
      <p:sp>
        <p:nvSpPr>
          <p:cNvPr id="529" name="Google Shape;529;p22"/>
          <p:cNvSpPr txBox="1">
            <a:spLocks noGrp="1"/>
          </p:cNvSpPr>
          <p:nvPr>
            <p:ph type="body" idx="1"/>
          </p:nvPr>
        </p:nvSpPr>
        <p:spPr>
          <a:xfrm>
            <a:off x="324527" y="1253331"/>
            <a:ext cx="11216683" cy="46037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Cho từng mốc sự kiện,  tìm mốc đồng hồ Lamport và vector tương ứng</a:t>
            </a:r>
            <a:endParaRPr/>
          </a:p>
        </p:txBody>
      </p:sp>
      <p:pic>
        <p:nvPicPr>
          <p:cNvPr id="530" name="Google Shape;530;p22"/>
          <p:cNvPicPr preferRelativeResize="0"/>
          <p:nvPr/>
        </p:nvPicPr>
        <p:blipFill rotWithShape="1">
          <a:blip r:embed="rId3">
            <a:alphaModFix/>
          </a:blip>
          <a:srcRect/>
          <a:stretch/>
        </p:blipFill>
        <p:spPr>
          <a:xfrm>
            <a:off x="131344" y="2590800"/>
            <a:ext cx="11929312"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23"/>
          <p:cNvSpPr txBox="1">
            <a:spLocks noGrp="1"/>
          </p:cNvSpPr>
          <p:nvPr>
            <p:ph type="title"/>
          </p:nvPr>
        </p:nvSpPr>
        <p:spPr>
          <a:xfrm>
            <a:off x="365760" y="366471"/>
            <a:ext cx="8768256" cy="229393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Play"/>
              <a:buNone/>
            </a:pPr>
            <a:r>
              <a:rPr lang="en-US"/>
              <a:t>IV. Luyện tập &amp; Triển khai thuật toán</a:t>
            </a:r>
            <a:br>
              <a:rPr lang="en-US"/>
            </a:br>
            <a:endParaRPr/>
          </a:p>
        </p:txBody>
      </p:sp>
      <p:sp>
        <p:nvSpPr>
          <p:cNvPr id="536" name="Google Shape;536;p23"/>
          <p:cNvSpPr txBox="1">
            <a:spLocks noGrp="1"/>
          </p:cNvSpPr>
          <p:nvPr>
            <p:ph type="subTitle" idx="1"/>
          </p:nvPr>
        </p:nvSpPr>
        <p:spPr>
          <a:xfrm>
            <a:off x="365760" y="2688190"/>
            <a:ext cx="8768256" cy="20981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400"/>
              <a:buNone/>
            </a:pPr>
            <a:r>
              <a:rPr lang="en-US"/>
              <a:t>Lamport Clock &amp; Vector Clock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25"/>
          <p:cNvSpPr txBox="1">
            <a:spLocks noGrp="1"/>
          </p:cNvSpPr>
          <p:nvPr>
            <p:ph type="body" idx="1"/>
          </p:nvPr>
        </p:nvSpPr>
        <p:spPr>
          <a:xfrm>
            <a:off x="4592635" y="842319"/>
            <a:ext cx="7356121" cy="559243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 Đồng hồ vật lý có những hạn chế trong việc đồng bộ thời gian.</a:t>
            </a:r>
            <a:endParaRPr/>
          </a:p>
          <a:p>
            <a:pPr marL="228600" lvl="0" indent="-228600" algn="l" rtl="0">
              <a:lnSpc>
                <a:spcPct val="90000"/>
              </a:lnSpc>
              <a:spcBef>
                <a:spcPts val="2800"/>
              </a:spcBef>
              <a:spcAft>
                <a:spcPts val="0"/>
              </a:spcAft>
              <a:buClr>
                <a:schemeClr val="dk1"/>
              </a:buClr>
              <a:buSzPts val="2800"/>
              <a:buFont typeface="Noto Sans Symbols"/>
              <a:buChar char="⮚"/>
            </a:pPr>
            <a:r>
              <a:rPr lang="en-US"/>
              <a:t> Đồng hồ Lamport giúp chúng ta xác định được một phần mối quan hệ nhân quả giữa hai sự kiện với nhau</a:t>
            </a:r>
            <a:endParaRPr/>
          </a:p>
          <a:p>
            <a:pPr marL="228600" lvl="0" indent="-228600" algn="l" rtl="0">
              <a:lnSpc>
                <a:spcPct val="90000"/>
              </a:lnSpc>
              <a:spcBef>
                <a:spcPts val="2800"/>
              </a:spcBef>
              <a:spcAft>
                <a:spcPts val="0"/>
              </a:spcAft>
              <a:buClr>
                <a:schemeClr val="dk1"/>
              </a:buClr>
              <a:buSzPts val="2800"/>
              <a:buFont typeface="Noto Sans Symbols"/>
              <a:buChar char="⮚"/>
            </a:pPr>
            <a:r>
              <a:rPr lang="en-US"/>
              <a:t> Đồng hồ Vector giải quyết việc xác định mối tương quan giữa hai sự kiện</a:t>
            </a:r>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1145</Words>
  <Application>Microsoft Office PowerPoint</Application>
  <PresentationFormat>Widescreen</PresentationFormat>
  <Paragraphs>125</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Noto Sans Symbols</vt:lpstr>
      <vt:lpstr>Arial</vt:lpstr>
      <vt:lpstr>Calibri</vt:lpstr>
      <vt:lpstr>Play</vt:lpstr>
      <vt:lpstr>Times New Roman</vt:lpstr>
      <vt:lpstr>Custom Design</vt:lpstr>
      <vt:lpstr>Ứng dụng phân tán</vt:lpstr>
      <vt:lpstr>Ôn tập - Ứng dụng phân tán</vt:lpstr>
      <vt:lpstr>Ôn tập – Đồng hồ thạch anh</vt:lpstr>
      <vt:lpstr>Ôn tập - Đồng hồ nguyên tử (Atomic Clock)</vt:lpstr>
      <vt:lpstr>Mục tiêu bài học</vt:lpstr>
      <vt:lpstr>Nội dung</vt:lpstr>
      <vt:lpstr>I. Vấn đề của đồng hồ vật lý </vt:lpstr>
      <vt:lpstr>Vấn đề của đồng hồ vật lý</vt:lpstr>
      <vt:lpstr>Vấn đề - Đồng bộ thành công</vt:lpstr>
      <vt:lpstr>II. Đồng hồ logic Lamport </vt:lpstr>
      <vt:lpstr>2.1. Cơ chế đồng hồ logic của Lamport (1)</vt:lpstr>
      <vt:lpstr>Cơ chế đồng hồ logic của Lamport (2)</vt:lpstr>
      <vt:lpstr>Cơ chế đồng hồ logic của Lamport (3)</vt:lpstr>
      <vt:lpstr>Thuật toán Lamport Clock</vt:lpstr>
      <vt:lpstr>Lamport Clock Algorithm</vt:lpstr>
      <vt:lpstr>III. Đồng hồ Vector Clock </vt:lpstr>
      <vt:lpstr>Đồng hồ Vector</vt:lpstr>
      <vt:lpstr>Bài tập: Điền vào đồng hồ Lamport</vt:lpstr>
      <vt:lpstr>Đồng hồ Vector (Thuật Toán)</vt:lpstr>
      <vt:lpstr>PowerPoint Presentation</vt:lpstr>
      <vt:lpstr>Bài tập: Điền vào đồng hồ vector</vt:lpstr>
      <vt:lpstr>Bài tập về nhà</vt:lpstr>
      <vt:lpstr>IV. Luyện tập &amp; Triển khai thuật toán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Luong Vi Minh</dc:creator>
  <cp:lastModifiedBy>A6_603_PC51</cp:lastModifiedBy>
  <cp:revision>2</cp:revision>
  <dcterms:created xsi:type="dcterms:W3CDTF">2022-01-10T03:14:20Z</dcterms:created>
  <dcterms:modified xsi:type="dcterms:W3CDTF">2025-04-21T10:38:25Z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